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Metadata/LabelInfo.xml" ContentType="application/vnd.ms-office.classificationlabel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embedTrueTypeFonts="1" autoCompressPictures="0">
  <p:sldMasterIdLst>
    <p:sldMasterId id="2147483660" r:id="rId1"/>
  </p:sldMasterIdLst>
  <p:notesMasterIdLst>
    <p:notesMasterId r:id="rId60"/>
  </p:notesMasterIdLst>
  <p:handoutMasterIdLst>
    <p:handoutMasterId r:id="rId61"/>
  </p:handoutMasterIdLst>
  <p:sldIdLst>
    <p:sldId id="256" r:id="rIdDeck1"/>
    <p:sldId id="257" r:id="rIdDeck2"/>
    <p:sldId id="258" r:id="rIdDeck3"/>
    <p:sldId id="259" r:id="rIdDeck4"/>
    <p:sldId id="260" r:id="rIdDeck5"/>
    <p:sldId id="261" r:id="rIdDeck6"/>
    <p:sldId id="262" r:id="rIdDeck7"/>
    <p:sldId id="263" r:id="rIdDeck8"/>
    <p:sldId id="264" r:id="rIdDeck9"/>
    <p:sldId id="265" r:id="rIdDeck10"/>
    <p:sldId id="266" r:id="rIdDeck11"/>
    <p:sldId id="267" r:id="rIdDeck12"/>
    <p:sldId id="268" r:id="rIdDeck13"/>
    <p:sldId id="269" r:id="rIdDeck14"/>
    <p:sldId id="270" r:id="rIdDeck15"/>
    <p:sldId id="271" r:id="rIdDeck16"/>
    <p:sldId id="272" r:id="rIdDeck17"/>
    <p:sldId id="273" r:id="rIdDeck18"/>
    <p:sldId id="274" r:id="rIdDeck19"/>
    <p:sldId id="275" r:id="rIdDeck20"/>
    <p:sldId id="276" r:id="rIdDeck21"/>
    <p:sldId id="277" r:id="rIdDeck22"/>
    <p:sldId id="278" r:id="rIdDeck23"/>
    <p:sldId id="279" r:id="rIdDeck24"/>
    <p:sldId id="280" r:id="rIdDeck25"/>
    <p:sldId id="281" r:id="rIdDeck26"/>
    <p:sldId id="282" r:id="rIdDeck27"/>
    <p:sldId id="283" r:id="rIdDeck28"/>
    <p:sldId id="284" r:id="rIdDeck29"/>
  </p:sldIdLst>
  <p:sldSz cx="36576000" cy="20574000"/>
  <p:notesSz cx="6858000" cy="9144000"/>
  <p:embeddedFontLst>
    <p:embeddedFont>
      <p:font typeface="NVIDIA Sans" panose="020B0503020203020204" pitchFamily="34" charset="0"/>
      <p:regular r:id="rId62"/>
      <p:bold r:id="rId63"/>
      <p:italic r:id="rId64"/>
      <p:boldItalic r:id="rId65"/>
    </p:embeddedFont>
    <p:embeddedFont>
      <p:font typeface="NVIDIA Sans Medium" panose="020B0603020203020204" pitchFamily="34" charset="0"/>
      <p:regular r:id="rId66"/>
      <p:italic r:id="rId67"/>
    </p:embeddedFont>
    <p:embeddedFont>
      <p:font typeface="Roboto Mono" panose="00000009000000000000" pitchFamily="49" charset="0"/>
      <p:regular r:id="rId68"/>
      <p:bold r:id="rId69"/>
      <p:italic r:id="rId70"/>
      <p:boldItalic r:id="rId71"/>
    </p:embeddedFont>
    <p:embeddedFont>
      <p:font typeface="Roboto Mono Medium" panose="00000009000000000000" pitchFamily="49" charset="0"/>
      <p:regular r:id="rId72"/>
      <p:italic r:id="rId7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DFCC83-3E81-21FA-A956-02F202B4A25D}" name="Ashley Piersons" initials="AP" userId="S::apiersons@nvidia.com::ed6063d9-7721-4b59-a04e-d5ea60483c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FFFFFF"/>
    <a:srgbClr val="68A300"/>
    <a:srgbClr val="A4C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92647" autoAdjust="0"/>
  </p:normalViewPr>
  <p:slideViewPr>
    <p:cSldViewPr snapToGrid="0" showGuides="1">
      <p:cViewPr varScale="1">
        <p:scale>
          <a:sx n="34" d="100"/>
          <a:sy n="34" d="100"/>
        </p:scale>
        <p:origin x="102" y="942"/>
      </p:cViewPr>
      <p:guideLst>
        <p:guide/>
        <p:guide pos="23040"/>
        <p:guide pos="576"/>
        <p:guide pos="22464"/>
        <p:guide orient="horz"/>
        <p:guide orient="horz" pos="12960"/>
        <p:guide orient="horz" pos="576"/>
        <p:guide orient="horz" pos="12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-8328"/>
    </p:cViewPr>
  </p:sorterViewPr>
  <p:notesViewPr>
    <p:cSldViewPr snapToGrid="0" showGuides="1">
      <p:cViewPr varScale="1">
        <p:scale>
          <a:sx n="114" d="100"/>
          <a:sy n="114" d="100"/>
        </p:scale>
        <p:origin x="2508" y="96"/>
      </p:cViewPr>
      <p:guideLst/>
    </p:cSldViewPr>
  </p:notesViewPr>
  <p:gridSpacing cx="76200" cy="76200"/>
</p:viewPr>
</file>

<file path=ppt/_rels/presentation.xml.rels><?xml version='1.0' encoding='utf-8'?>
<Relationships xmlns="http://schemas.openxmlformats.org/package/2006/relationships"><Relationship Id="rId63" Type="http://schemas.openxmlformats.org/officeDocument/2006/relationships/font" Target="fonts/font2.fntdata" /><Relationship Id="rId68" Type="http://schemas.openxmlformats.org/officeDocument/2006/relationships/font" Target="fonts/font7.fntdata" /><Relationship Id="rId74" Type="http://schemas.openxmlformats.org/officeDocument/2006/relationships/presProps" Target="presProps.xml" /><Relationship Id="rId79" Type="http://schemas.openxmlformats.org/officeDocument/2006/relationships/customXml" Target="../customXml/item1.xml" /><Relationship Id="rId61" Type="http://schemas.openxmlformats.org/officeDocument/2006/relationships/handoutMaster" Target="handoutMasters/handoutMaster1.xml" /><Relationship Id="rId64" Type="http://schemas.openxmlformats.org/officeDocument/2006/relationships/font" Target="fonts/font3.fntdata" /><Relationship Id="rId69" Type="http://schemas.openxmlformats.org/officeDocument/2006/relationships/font" Target="fonts/font8.fntdata" /><Relationship Id="rId77" Type="http://schemas.openxmlformats.org/officeDocument/2006/relationships/tableStyles" Target="tableStyles.xml" /><Relationship Id="rId72" Type="http://schemas.openxmlformats.org/officeDocument/2006/relationships/font" Target="fonts/font11.fntdata" /><Relationship Id="rId80" Type="http://schemas.openxmlformats.org/officeDocument/2006/relationships/customXml" Target="../customXml/item2.xml" /><Relationship Id="rId67" Type="http://schemas.openxmlformats.org/officeDocument/2006/relationships/font" Target="fonts/font6.fntdata" /><Relationship Id="rId62" Type="http://schemas.openxmlformats.org/officeDocument/2006/relationships/font" Target="fonts/font1.fntdata" /><Relationship Id="rId70" Type="http://schemas.openxmlformats.org/officeDocument/2006/relationships/font" Target="fonts/font9.fntdata" /><Relationship Id="rId75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0" Type="http://schemas.openxmlformats.org/officeDocument/2006/relationships/notesMaster" Target="notesMasters/notesMaster1.xml" /><Relationship Id="rId65" Type="http://schemas.openxmlformats.org/officeDocument/2006/relationships/font" Target="fonts/font4.fntdata" /><Relationship Id="rId73" Type="http://schemas.openxmlformats.org/officeDocument/2006/relationships/font" Target="fonts/font12.fntdata" /><Relationship Id="rId78" Type="http://schemas.microsoft.com/office/2018/10/relationships/authors" Target="authors.xml" /><Relationship Id="rId81" Type="http://schemas.openxmlformats.org/officeDocument/2006/relationships/customXml" Target="../customXml/item3.xml" /><Relationship Id="rId76" Type="http://schemas.openxmlformats.org/officeDocument/2006/relationships/theme" Target="theme/theme1.xml" /><Relationship Id="rId71" Type="http://schemas.openxmlformats.org/officeDocument/2006/relationships/font" Target="fonts/font10.fntdata" /><Relationship Id="rId66" Type="http://schemas.openxmlformats.org/officeDocument/2006/relationships/font" Target="fonts/font5.fntdata" /><Relationship Id="rIdDeck1" Type="http://schemas.openxmlformats.org/officeDocument/2006/relationships/slide" Target="slides/slide1.xml" /><Relationship Id="rIdDeck2" Type="http://schemas.openxmlformats.org/officeDocument/2006/relationships/slide" Target="slides/slide2.xml" /><Relationship Id="rIdDeck3" Type="http://schemas.openxmlformats.org/officeDocument/2006/relationships/slide" Target="slides/slide3.xml" /><Relationship Id="rIdDeck4" Type="http://schemas.openxmlformats.org/officeDocument/2006/relationships/slide" Target="slides/slide4.xml" /><Relationship Id="rIdDeck5" Type="http://schemas.openxmlformats.org/officeDocument/2006/relationships/slide" Target="slides/slide5.xml" /><Relationship Id="rIdDeck6" Type="http://schemas.openxmlformats.org/officeDocument/2006/relationships/slide" Target="slides/slide6.xml" /><Relationship Id="rIdDeck7" Type="http://schemas.openxmlformats.org/officeDocument/2006/relationships/slide" Target="slides/slide7.xml" /><Relationship Id="rIdDeck8" Type="http://schemas.openxmlformats.org/officeDocument/2006/relationships/slide" Target="slides/slide8.xml" /><Relationship Id="rIdDeck9" Type="http://schemas.openxmlformats.org/officeDocument/2006/relationships/slide" Target="slides/slide9.xml" /><Relationship Id="rIdDeck10" Type="http://schemas.openxmlformats.org/officeDocument/2006/relationships/slide" Target="slides/slide10.xml" /><Relationship Id="rIdDeck11" Type="http://schemas.openxmlformats.org/officeDocument/2006/relationships/slide" Target="slides/slide11.xml" /><Relationship Id="rIdDeck12" Type="http://schemas.openxmlformats.org/officeDocument/2006/relationships/slide" Target="slides/slide12.xml" /><Relationship Id="rIdDeck13" Type="http://schemas.openxmlformats.org/officeDocument/2006/relationships/slide" Target="slides/slide13.xml" /><Relationship Id="rIdDeck14" Type="http://schemas.openxmlformats.org/officeDocument/2006/relationships/slide" Target="slides/slide14.xml" /><Relationship Id="rIdDeck15" Type="http://schemas.openxmlformats.org/officeDocument/2006/relationships/slide" Target="slides/slide15.xml" /><Relationship Id="rIdDeck16" Type="http://schemas.openxmlformats.org/officeDocument/2006/relationships/slide" Target="slides/slide16.xml" /><Relationship Id="rIdDeck17" Type="http://schemas.openxmlformats.org/officeDocument/2006/relationships/slide" Target="slides/slide17.xml" /><Relationship Id="rIdDeck18" Type="http://schemas.openxmlformats.org/officeDocument/2006/relationships/slide" Target="slides/slide18.xml" /><Relationship Id="rIdDeck19" Type="http://schemas.openxmlformats.org/officeDocument/2006/relationships/slide" Target="slides/slide19.xml" /><Relationship Id="rIdDeck20" Type="http://schemas.openxmlformats.org/officeDocument/2006/relationships/slide" Target="slides/slide20.xml" /><Relationship Id="rIdDeck21" Type="http://schemas.openxmlformats.org/officeDocument/2006/relationships/slide" Target="slides/slide21.xml" /><Relationship Id="rIdDeck22" Type="http://schemas.openxmlformats.org/officeDocument/2006/relationships/slide" Target="slides/slide22.xml" /><Relationship Id="rIdDeck23" Type="http://schemas.openxmlformats.org/officeDocument/2006/relationships/slide" Target="slides/slide23.xml" /><Relationship Id="rIdDeck24" Type="http://schemas.openxmlformats.org/officeDocument/2006/relationships/slide" Target="slides/slide24.xml" /><Relationship Id="rIdDeck25" Type="http://schemas.openxmlformats.org/officeDocument/2006/relationships/slide" Target="slides/slide25.xml" /><Relationship Id="rIdDeck26" Type="http://schemas.openxmlformats.org/officeDocument/2006/relationships/slide" Target="slides/slide26.xml" /><Relationship Id="rIdDeck27" Type="http://schemas.openxmlformats.org/officeDocument/2006/relationships/slide" Target="slides/slide27.xml" /><Relationship Id="rIdDeck28" Type="http://schemas.openxmlformats.org/officeDocument/2006/relationships/slide" Target="slides/slide28.xml" /><Relationship Id="rIdDeck29" Type="http://schemas.openxmlformats.org/officeDocument/2006/relationships/slide" Target="slides/slide29.xml" 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6D52E6-A280-0EB1-7695-16D5111302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174" y="8697011"/>
            <a:ext cx="1019352" cy="3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032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	Second level</a:t>
            </a:r>
          </a:p>
          <a:p>
            <a:pPr lvl="0"/>
            <a:r>
              <a:rPr lang="en-US" dirty="0"/>
              <a:t>		Third level</a:t>
            </a:r>
          </a:p>
          <a:p>
            <a:pPr lvl="0"/>
            <a:r>
              <a:rPr lang="en-US" dirty="0"/>
              <a:t>			Fourth level</a:t>
            </a:r>
          </a:p>
          <a:p>
            <a:pPr lvl="0"/>
            <a:r>
              <a:rPr lang="en-US" dirty="0"/>
              <a:t>				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28458B-708F-5BA6-F1E0-71698020D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174" y="8697011"/>
            <a:ext cx="1019352" cy="3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14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13716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27432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41148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54864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68580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82296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96012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109728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V Cover">
            <a:extLst>
              <a:ext uri="{FF2B5EF4-FFF2-40B4-BE49-F238E27FC236}">
                <a16:creationId xmlns:a16="http://schemas.microsoft.com/office/drawing/2014/main" id="{1159C106-99AA-D6FE-4680-F5FA37DEFB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6" name="Gradient">
            <a:extLst>
              <a:ext uri="{FF2B5EF4-FFF2-40B4-BE49-F238E27FC236}">
                <a16:creationId xmlns:a16="http://schemas.microsoft.com/office/drawing/2014/main" id="{AB8E17C0-2F94-AA60-3059-BB1990DAB0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96596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732FCE6-27DF-71BF-764C-6A33A1DC24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28800" y="16919165"/>
            <a:ext cx="16459200" cy="1828800"/>
          </a:xfrm>
          <a:prstGeom prst="rect">
            <a:avLst/>
          </a:prstGeom>
        </p:spPr>
        <p:txBody>
          <a:bodyPr lIns="0" tIns="45720" rIns="0" bIns="4572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Event Details  |  Date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B6A7270C-E57A-891D-68FA-E278EDAFD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800" y="16002000"/>
            <a:ext cx="16459200" cy="729430"/>
          </a:xfrm>
          <a:prstGeom prst="rect">
            <a:avLst/>
          </a:prstGeom>
        </p:spPr>
        <p:txBody>
          <a:bodyPr lIns="0" tIns="45720" rIns="0" bIns="4572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Click to edit speaker name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1B05952E-BEBB-3131-39CE-8BE18E92B6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7360" y="6858000"/>
            <a:ext cx="16459200" cy="8402300"/>
          </a:xfrm>
          <a:prstGeom prst="rect">
            <a:avLst/>
          </a:prstGeom>
        </p:spPr>
        <p:txBody>
          <a:bodyPr lIns="0" tIns="45720" rIns="0" bIns="4572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2000" baseline="0">
                <a:latin typeface="+mj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Logo Text">
            <a:extLst>
              <a:ext uri="{FF2B5EF4-FFF2-40B4-BE49-F238E27FC236}">
                <a16:creationId xmlns:a16="http://schemas.microsoft.com/office/drawing/2014/main" id="{EDAA1242-21FF-D853-07AB-7B5BC2BE0B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658247" y="3129472"/>
            <a:ext cx="3646099" cy="683416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Logo Eye">
            <a:extLst>
              <a:ext uri="{FF2B5EF4-FFF2-40B4-BE49-F238E27FC236}">
                <a16:creationId xmlns:a16="http://schemas.microsoft.com/office/drawing/2014/main" id="{7397046C-7F78-E4D8-0656-B1D73F72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2933922"/>
            <a:ext cx="1571299" cy="1039766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5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V Agenda">
            <a:extLst>
              <a:ext uri="{FF2B5EF4-FFF2-40B4-BE49-F238E27FC236}">
                <a16:creationId xmlns:a16="http://schemas.microsoft.com/office/drawing/2014/main" id="{286A11D6-2655-138C-4E2C-CC95BD1E31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2" name="Gradient">
            <a:extLst>
              <a:ext uri="{FF2B5EF4-FFF2-40B4-BE49-F238E27FC236}">
                <a16:creationId xmlns:a16="http://schemas.microsoft.com/office/drawing/2014/main" id="{BCF38184-F10E-5413-DFC7-636D799CF9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6365200" cy="20574000"/>
          </a:xfrm>
          <a:prstGeom prst="rect">
            <a:avLst/>
          </a:prstGeom>
          <a:gradFill flip="none" rotWithShape="1">
            <a:gsLst>
              <a:gs pos="50000">
                <a:srgbClr val="FFFFFF">
                  <a:alpha val="75000"/>
                </a:srgbClr>
              </a:gs>
              <a:gs pos="0">
                <a:schemeClr val="bg1">
                  <a:alpha val="8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5E6BF86-B8AE-0D7A-9EED-4667F43D1A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0" y="3200400"/>
            <a:ext cx="14173200" cy="14173200"/>
          </a:xfrm>
          <a:prstGeom prst="rect">
            <a:avLst/>
          </a:prstGeom>
        </p:spPr>
        <p:txBody>
          <a:bodyPr lIns="0" tIns="45720" rIns="0" bIns="45720" anchor="ctr">
            <a:noAutofit/>
          </a:bodyPr>
          <a:lstStyle>
            <a:lvl1pPr marL="0" indent="0">
              <a:lnSpc>
                <a:spcPct val="90000"/>
              </a:lnSpc>
              <a:spcBef>
                <a:spcPts val="3000"/>
              </a:spcBef>
              <a:spcAft>
                <a:spcPts val="3000"/>
              </a:spcAft>
              <a:buNone/>
              <a:defRPr sz="5400" kern="1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</p:txBody>
      </p:sp>
      <p:sp>
        <p:nvSpPr>
          <p:cNvPr id="7" name="Agenda Title">
            <a:extLst>
              <a:ext uri="{FF2B5EF4-FFF2-40B4-BE49-F238E27FC236}">
                <a16:creationId xmlns:a16="http://schemas.microsoft.com/office/drawing/2014/main" id="{28EF0C95-765E-4725-72B9-B01FAF7A27C6}"/>
              </a:ext>
            </a:extLst>
          </p:cNvPr>
          <p:cNvSpPr txBox="1"/>
          <p:nvPr userDrawn="1"/>
        </p:nvSpPr>
        <p:spPr>
          <a:xfrm>
            <a:off x="1828800" y="9355604"/>
            <a:ext cx="5732660" cy="1938992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US" sz="12000" kern="100" baseline="0" dirty="0">
                <a:latin typeface="+mj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24371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V Transition">
            <a:extLst>
              <a:ext uri="{FF2B5EF4-FFF2-40B4-BE49-F238E27FC236}">
                <a16:creationId xmlns:a16="http://schemas.microsoft.com/office/drawing/2014/main" id="{F0FDF11B-123E-E679-C0FA-F41F44F136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">
            <a:extLst>
              <a:ext uri="{FF2B5EF4-FFF2-40B4-BE49-F238E27FC236}">
                <a16:creationId xmlns:a16="http://schemas.microsoft.com/office/drawing/2014/main" id="{AE985F00-3D1C-4B62-A80F-86E9A2D772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59400" y="2470666"/>
            <a:ext cx="16687800" cy="341632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200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Transition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27305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V Quote">
            <a:extLst>
              <a:ext uri="{FF2B5EF4-FFF2-40B4-BE49-F238E27FC236}">
                <a16:creationId xmlns:a16="http://schemas.microsoft.com/office/drawing/2014/main" id="{C1489B41-1ACE-E5CA-AA75-542FCC9200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8" name="Gradient">
            <a:extLst>
              <a:ext uri="{FF2B5EF4-FFF2-40B4-BE49-F238E27FC236}">
                <a16:creationId xmlns:a16="http://schemas.microsoft.com/office/drawing/2014/main" id="{5902D4C3-9D78-F0C7-D1DE-4ED685302D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DEBA1E2-C4F3-9C5A-7504-F537799FE5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3680" y="15882170"/>
            <a:ext cx="23317200" cy="757130"/>
          </a:xfrm>
        </p:spPr>
        <p:txBody>
          <a:bodyPr>
            <a:noAutofit/>
          </a:bodyPr>
          <a:lstStyle>
            <a:lvl1pPr marL="1005840">
              <a:spcBef>
                <a:spcPts val="0"/>
              </a:spcBef>
              <a:spcAft>
                <a:spcPts val="0"/>
              </a:spcAft>
              <a:buNone/>
              <a:defRPr sz="4800" baseline="0">
                <a:latin typeface="+mn-lt"/>
              </a:defRPr>
            </a:lvl1pPr>
          </a:lstStyle>
          <a:p>
            <a:pPr lvl="0"/>
            <a:r>
              <a:rPr lang="en-US" dirty="0"/>
              <a:t>Name, Company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414548-19C6-5111-D0E3-F080E8B02C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680" y="3962400"/>
            <a:ext cx="23317200" cy="10972800"/>
          </a:xfrm>
        </p:spPr>
        <p:txBody>
          <a:bodyPr anchor="t">
            <a:normAutofit/>
          </a:bodyPr>
          <a:lstStyle>
            <a:lvl1pPr marL="914400" indent="-685800" defTabSz="914400">
              <a:lnSpc>
                <a:spcPct val="100000"/>
              </a:lnSpc>
              <a:buSzPct val="100000"/>
              <a:buFont typeface="NVIDIA Sans" panose="020B0503020203020204" pitchFamily="34" charset="0"/>
              <a:buChar char="“"/>
              <a:defRPr sz="15000" kern="100" baseline="0">
                <a:latin typeface="+mn-lt"/>
              </a:defRPr>
            </a:lvl1pPr>
          </a:lstStyle>
          <a:p>
            <a:r>
              <a:rPr lang="en-US" dirty="0"/>
              <a:t>Quote placeholder.”</a:t>
            </a:r>
          </a:p>
        </p:txBody>
      </p:sp>
    </p:spTree>
    <p:extLst>
      <p:ext uri="{BB962C8B-B14F-4D97-AF65-F5344CB8AC3E}">
        <p14:creationId xmlns:p14="http://schemas.microsoft.com/office/powerpoint/2010/main" val="190287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V Speaker">
            <a:extLst>
              <a:ext uri="{FF2B5EF4-FFF2-40B4-BE49-F238E27FC236}">
                <a16:creationId xmlns:a16="http://schemas.microsoft.com/office/drawing/2014/main" id="{CFF18E61-3C4B-6028-6E3C-5A0C25F567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" y="0"/>
            <a:ext cx="36575996" cy="20573997"/>
          </a:xfrm>
          <a:prstGeom prst="rect">
            <a:avLst/>
          </a:prstGeom>
        </p:spPr>
      </p:pic>
      <p:sp>
        <p:nvSpPr>
          <p:cNvPr id="8" name="Gradient">
            <a:extLst>
              <a:ext uri="{FF2B5EF4-FFF2-40B4-BE49-F238E27FC236}">
                <a16:creationId xmlns:a16="http://schemas.microsoft.com/office/drawing/2014/main" id="{8000293E-AB43-EBF8-BC82-0C817228C41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15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794AC3DC-E5C8-57AA-F1F0-E4E9A2F01B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1" y="5943600"/>
            <a:ext cx="20116800" cy="41148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C04FA0E0-9C96-392B-D33F-3466D05F7D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buFontTx/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A7E842F0-73CD-B6BE-1671-CF2E4C3D60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2" name="Occupation Placeholder 3">
            <a:extLst>
              <a:ext uri="{FF2B5EF4-FFF2-40B4-BE49-F238E27FC236}">
                <a16:creationId xmlns:a16="http://schemas.microsoft.com/office/drawing/2014/main" id="{0EB760A4-0BDA-FCD7-294C-06DD045808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544800" y="17866936"/>
            <a:ext cx="6400800" cy="92093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6" name="Name Placeholder 3">
            <a:extLst>
              <a:ext uri="{FF2B5EF4-FFF2-40B4-BE49-F238E27FC236}">
                <a16:creationId xmlns:a16="http://schemas.microsoft.com/office/drawing/2014/main" id="{2A7EE98A-14CA-4FDE-3BBC-547CA78134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544800" y="17118410"/>
            <a:ext cx="6400800" cy="707886"/>
          </a:xfrm>
        </p:spPr>
        <p:txBody>
          <a:bodyPr anchor="b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65035A17-84AD-B446-290E-48C215AFB5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5544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6" name="Occupation Placeholder 2">
            <a:extLst>
              <a:ext uri="{FF2B5EF4-FFF2-40B4-BE49-F238E27FC236}">
                <a16:creationId xmlns:a16="http://schemas.microsoft.com/office/drawing/2014/main" id="{3BCECAB6-EED4-6C61-619E-0CB03435E4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800" y="17866936"/>
            <a:ext cx="6400800" cy="92093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17" name="Name Placeholder 2">
            <a:extLst>
              <a:ext uri="{FF2B5EF4-FFF2-40B4-BE49-F238E27FC236}">
                <a16:creationId xmlns:a16="http://schemas.microsoft.com/office/drawing/2014/main" id="{AD4CF95F-54EF-099D-AB51-5F454C5C20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86800" y="17118410"/>
            <a:ext cx="6400800" cy="707886"/>
          </a:xfrm>
        </p:spPr>
        <p:txBody>
          <a:bodyPr anchor="b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903A1C07-C832-6984-03F5-70F355004B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686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9" name="Occupation Placeholder 1">
            <a:extLst>
              <a:ext uri="{FF2B5EF4-FFF2-40B4-BE49-F238E27FC236}">
                <a16:creationId xmlns:a16="http://schemas.microsoft.com/office/drawing/2014/main" id="{2CF04087-50EE-96A6-22F4-7B9B652690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28800" y="17866936"/>
            <a:ext cx="6400800" cy="92093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20" name="Name Placeholder 1">
            <a:extLst>
              <a:ext uri="{FF2B5EF4-FFF2-40B4-BE49-F238E27FC236}">
                <a16:creationId xmlns:a16="http://schemas.microsoft.com/office/drawing/2014/main" id="{44AB9F9F-C0EC-6E66-8AE9-84E99191AB9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17118410"/>
            <a:ext cx="6400800" cy="707886"/>
          </a:xfrm>
        </p:spPr>
        <p:txBody>
          <a:bodyPr anchor="b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ED721DC3-5019-6710-1D8A-B709232FCF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28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>
            <a:normAutofit/>
          </a:bodyPr>
          <a:lstStyle>
            <a:lvl1pPr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351278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V Closing">
            <a:extLst>
              <a:ext uri="{FF2B5EF4-FFF2-40B4-BE49-F238E27FC236}">
                <a16:creationId xmlns:a16="http://schemas.microsoft.com/office/drawing/2014/main" id="{D163A2C7-4DBD-77C7-03F3-50784ABE87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Gradient">
            <a:extLst>
              <a:ext uri="{FF2B5EF4-FFF2-40B4-BE49-F238E27FC236}">
                <a16:creationId xmlns:a16="http://schemas.microsoft.com/office/drawing/2014/main" id="{FD412695-43ED-8E18-EE2A-6688B5CBA1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96596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ogo Text">
            <a:extLst>
              <a:ext uri="{FF2B5EF4-FFF2-40B4-BE49-F238E27FC236}">
                <a16:creationId xmlns:a16="http://schemas.microsoft.com/office/drawing/2014/main" id="{80BCAFA5-89AF-533D-D6D2-1C914E182A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658247" y="17905019"/>
            <a:ext cx="3646099" cy="683416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pPr algn="l"/>
            <a:endParaRPr lang="en-US"/>
          </a:p>
        </p:txBody>
      </p:sp>
      <p:sp>
        <p:nvSpPr>
          <p:cNvPr id="2" name="Logo Eye">
            <a:extLst>
              <a:ext uri="{FF2B5EF4-FFF2-40B4-BE49-F238E27FC236}">
                <a16:creationId xmlns:a16="http://schemas.microsoft.com/office/drawing/2014/main" id="{E8AAC571-D4E5-31AA-5989-EA3B402954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17709469"/>
            <a:ext cx="1571299" cy="1039766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9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order Bottom">
            <a:extLst>
              <a:ext uri="{FF2B5EF4-FFF2-40B4-BE49-F238E27FC236}">
                <a16:creationId xmlns:a16="http://schemas.microsoft.com/office/drawing/2014/main" id="{A47B56B7-6189-B712-00D6-DE875C5A82EA}"/>
              </a:ext>
            </a:extLst>
          </p:cNvPr>
          <p:cNvSpPr/>
          <p:nvPr userDrawn="1"/>
        </p:nvSpPr>
        <p:spPr>
          <a:xfrm>
            <a:off x="0" y="20345400"/>
            <a:ext cx="36576000" cy="228600"/>
          </a:xfrm>
          <a:prstGeom prst="rect">
            <a:avLst/>
          </a:prstGeom>
          <a:solidFill>
            <a:srgbClr val="E5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100" baseline="0"/>
          </a:p>
        </p:txBody>
      </p:sp>
      <p:sp>
        <p:nvSpPr>
          <p:cNvPr id="6" name="Red Border Top">
            <a:extLst>
              <a:ext uri="{FF2B5EF4-FFF2-40B4-BE49-F238E27FC236}">
                <a16:creationId xmlns:a16="http://schemas.microsoft.com/office/drawing/2014/main" id="{BE43CC2B-153E-856F-4121-4368A04664A1}"/>
              </a:ext>
            </a:extLst>
          </p:cNvPr>
          <p:cNvSpPr/>
          <p:nvPr userDrawn="1"/>
        </p:nvSpPr>
        <p:spPr>
          <a:xfrm>
            <a:off x="0" y="0"/>
            <a:ext cx="36576000" cy="228600"/>
          </a:xfrm>
          <a:prstGeom prst="rect">
            <a:avLst/>
          </a:prstGeom>
          <a:solidFill>
            <a:srgbClr val="E5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100" baseline="0"/>
          </a:p>
        </p:txBody>
      </p:sp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00B4E871-88C4-CC33-C003-7170BE2B6E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3" name="Confidential Tag">
            <a:extLst>
              <a:ext uri="{FF2B5EF4-FFF2-40B4-BE49-F238E27FC236}">
                <a16:creationId xmlns:a16="http://schemas.microsoft.com/office/drawing/2014/main" id="{BDF10C9D-ED7C-EA69-42A0-05377844B8F1}"/>
              </a:ext>
            </a:extLst>
          </p:cNvPr>
          <p:cNvSpPr txBox="1"/>
          <p:nvPr userDrawn="1"/>
        </p:nvSpPr>
        <p:spPr>
          <a:xfrm>
            <a:off x="1814511" y="10711668"/>
            <a:ext cx="8271495" cy="40011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r>
              <a:rPr lang="en-US" sz="2000" b="1" kern="100" spc="0" baseline="0" dirty="0">
                <a:latin typeface="+mn-lt"/>
              </a:rPr>
              <a:t>DO NOT DISTRIBUTE UNTIL DATES LISTED.  NVIDIA CONFIDENTIAL.</a:t>
            </a:r>
          </a:p>
        </p:txBody>
      </p:sp>
      <p:sp>
        <p:nvSpPr>
          <p:cNvPr id="29" name="Zone Placeholder">
            <a:extLst>
              <a:ext uri="{FF2B5EF4-FFF2-40B4-BE49-F238E27FC236}">
                <a16:creationId xmlns:a16="http://schemas.microsoft.com/office/drawing/2014/main" id="{453B8D8C-ECFD-FFDC-F4B5-AD3BAF326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450825" y="5476814"/>
            <a:ext cx="3657600" cy="11197937"/>
          </a:xfrm>
        </p:spPr>
        <p:txBody>
          <a:bodyPr wrap="square" tIns="274320" bIns="4572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None/>
              <a:defRPr sz="4000">
                <a:latin typeface="+mn-lt"/>
              </a:defRPr>
            </a:lvl1pPr>
          </a:lstStyle>
          <a:p>
            <a:r>
              <a:rPr lang="en-US" dirty="0"/>
              <a:t>PT</a:t>
            </a:r>
          </a:p>
          <a:p>
            <a:r>
              <a:rPr lang="en-US" dirty="0"/>
              <a:t>CST</a:t>
            </a:r>
          </a:p>
          <a:p>
            <a:r>
              <a:rPr lang="en-US" dirty="0"/>
              <a:t>BRT</a:t>
            </a:r>
          </a:p>
          <a:p>
            <a:r>
              <a:rPr lang="en-US" dirty="0"/>
              <a:t>GMT</a:t>
            </a:r>
          </a:p>
          <a:p>
            <a:r>
              <a:rPr lang="en-US" dirty="0"/>
              <a:t>CET</a:t>
            </a:r>
          </a:p>
          <a:p>
            <a:r>
              <a:rPr lang="en-US" dirty="0"/>
              <a:t>IST</a:t>
            </a:r>
          </a:p>
          <a:p>
            <a:r>
              <a:rPr lang="en-US" dirty="0"/>
              <a:t>IST</a:t>
            </a:r>
          </a:p>
          <a:p>
            <a:r>
              <a:rPr lang="en-US" dirty="0"/>
              <a:t>CST</a:t>
            </a:r>
          </a:p>
          <a:p>
            <a:r>
              <a:rPr lang="en-US" dirty="0"/>
              <a:t>TST</a:t>
            </a:r>
          </a:p>
          <a:p>
            <a:r>
              <a:rPr lang="en-US" dirty="0"/>
              <a:t>JST</a:t>
            </a:r>
          </a:p>
          <a:p>
            <a:r>
              <a:rPr lang="en-US" dirty="0"/>
              <a:t>KST</a:t>
            </a:r>
          </a:p>
        </p:txBody>
      </p:sp>
      <p:sp>
        <p:nvSpPr>
          <p:cNvPr id="18" name="Zone">
            <a:extLst>
              <a:ext uri="{FF2B5EF4-FFF2-40B4-BE49-F238E27FC236}">
                <a16:creationId xmlns:a16="http://schemas.microsoft.com/office/drawing/2014/main" id="{18A3DAFC-DC66-A706-DDC5-1D0E8DF4B4CE}"/>
              </a:ext>
            </a:extLst>
          </p:cNvPr>
          <p:cNvSpPr txBox="1"/>
          <p:nvPr userDrawn="1"/>
        </p:nvSpPr>
        <p:spPr>
          <a:xfrm>
            <a:off x="29450825" y="4661205"/>
            <a:ext cx="3200400" cy="815608"/>
          </a:xfrm>
          <a:prstGeom prst="rect">
            <a:avLst/>
          </a:prstGeom>
          <a:noFill/>
        </p:spPr>
        <p:txBody>
          <a:bodyPr wrap="non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Zone</a:t>
            </a:r>
          </a:p>
        </p:txBody>
      </p:sp>
      <p:sp>
        <p:nvSpPr>
          <p:cNvPr id="26" name="Time Placeholder">
            <a:extLst>
              <a:ext uri="{FF2B5EF4-FFF2-40B4-BE49-F238E27FC236}">
                <a16:creationId xmlns:a16="http://schemas.microsoft.com/office/drawing/2014/main" id="{41A97F96-C8E8-4872-4734-05D60C1819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208741" y="5476814"/>
            <a:ext cx="4572000" cy="11197937"/>
          </a:xfrm>
        </p:spPr>
        <p:txBody>
          <a:bodyPr wrap="square" tIns="274320" bIns="4572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4000">
                <a:latin typeface="+mn-lt"/>
              </a:defRPr>
            </a:lvl1pPr>
          </a:lstStyle>
          <a:p>
            <a:pPr lvl="0"/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</p:txBody>
      </p:sp>
      <p:sp>
        <p:nvSpPr>
          <p:cNvPr id="17" name="Time">
            <a:extLst>
              <a:ext uri="{FF2B5EF4-FFF2-40B4-BE49-F238E27FC236}">
                <a16:creationId xmlns:a16="http://schemas.microsoft.com/office/drawing/2014/main" id="{804F5858-E9C3-CFB5-42CB-5027BBDA563C}"/>
              </a:ext>
            </a:extLst>
          </p:cNvPr>
          <p:cNvSpPr txBox="1"/>
          <p:nvPr userDrawn="1"/>
        </p:nvSpPr>
        <p:spPr>
          <a:xfrm>
            <a:off x="24208740" y="4661205"/>
            <a:ext cx="4572000" cy="815608"/>
          </a:xfrm>
          <a:prstGeom prst="rect">
            <a:avLst/>
          </a:prstGeom>
          <a:noFill/>
        </p:spPr>
        <p:txBody>
          <a:bodyPr wrap="non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Time</a:t>
            </a:r>
          </a:p>
        </p:txBody>
      </p:sp>
      <p:sp>
        <p:nvSpPr>
          <p:cNvPr id="25" name="Country Placeholder">
            <a:extLst>
              <a:ext uri="{FF2B5EF4-FFF2-40B4-BE49-F238E27FC236}">
                <a16:creationId xmlns:a16="http://schemas.microsoft.com/office/drawing/2014/main" id="{C90BA070-345E-CFCC-E29A-AC447F4F80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23856" y="5476815"/>
            <a:ext cx="4114800" cy="11197937"/>
          </a:xfrm>
        </p:spPr>
        <p:txBody>
          <a:bodyPr tIns="274320" bIns="4572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4000">
                <a:latin typeface="+mn-lt"/>
              </a:defRPr>
            </a:lvl1pPr>
          </a:lstStyle>
          <a:p>
            <a:pPr lvl="0"/>
            <a:r>
              <a:rPr lang="en-US" dirty="0"/>
              <a:t>U.S.</a:t>
            </a:r>
          </a:p>
          <a:p>
            <a:pPr lvl="0"/>
            <a:r>
              <a:rPr lang="en-US" dirty="0"/>
              <a:t>Mexico</a:t>
            </a:r>
          </a:p>
          <a:p>
            <a:pPr lvl="0"/>
            <a:r>
              <a:rPr lang="en-US" dirty="0"/>
              <a:t>Brazil</a:t>
            </a:r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U.K.</a:t>
            </a:r>
          </a:p>
          <a:p>
            <a:pPr lvl="0"/>
            <a:r>
              <a:rPr lang="en-US" dirty="0"/>
              <a:t>France</a:t>
            </a:r>
          </a:p>
          <a:p>
            <a:pPr lvl="0"/>
            <a:r>
              <a:rPr lang="en-US" dirty="0"/>
              <a:t>Israel</a:t>
            </a:r>
          </a:p>
          <a:p>
            <a:pPr lvl="0"/>
            <a:r>
              <a:rPr lang="en-US" dirty="0"/>
              <a:t>India</a:t>
            </a:r>
          </a:p>
          <a:p>
            <a:pPr lvl="0"/>
            <a:r>
              <a:rPr lang="en-US" dirty="0"/>
              <a:t>China</a:t>
            </a:r>
          </a:p>
          <a:p>
            <a:pPr lvl="0"/>
            <a:r>
              <a:rPr lang="en-US" dirty="0"/>
              <a:t>Taiwan</a:t>
            </a:r>
          </a:p>
          <a:p>
            <a:pPr lvl="0"/>
            <a:r>
              <a:rPr lang="en-US" dirty="0"/>
              <a:t>Japan</a:t>
            </a:r>
          </a:p>
          <a:p>
            <a:pPr lvl="0"/>
            <a:r>
              <a:rPr lang="en-US" dirty="0"/>
              <a:t>Korea</a:t>
            </a:r>
          </a:p>
        </p:txBody>
      </p:sp>
      <p:sp>
        <p:nvSpPr>
          <p:cNvPr id="16" name="Country">
            <a:extLst>
              <a:ext uri="{FF2B5EF4-FFF2-40B4-BE49-F238E27FC236}">
                <a16:creationId xmlns:a16="http://schemas.microsoft.com/office/drawing/2014/main" id="{DCCA50C4-A863-2072-4B0F-46D70AB18021}"/>
              </a:ext>
            </a:extLst>
          </p:cNvPr>
          <p:cNvSpPr txBox="1"/>
          <p:nvPr userDrawn="1"/>
        </p:nvSpPr>
        <p:spPr>
          <a:xfrm>
            <a:off x="19423855" y="4661205"/>
            <a:ext cx="4571999" cy="815608"/>
          </a:xfrm>
          <a:prstGeom prst="rect">
            <a:avLst/>
          </a:prstGeom>
          <a:noFill/>
        </p:spPr>
        <p:txBody>
          <a:bodyPr wrap="squar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Region</a:t>
            </a:r>
          </a:p>
        </p:txBody>
      </p:sp>
      <p:cxnSp>
        <p:nvCxnSpPr>
          <p:cNvPr id="14" name="Divider">
            <a:extLst>
              <a:ext uri="{FF2B5EF4-FFF2-40B4-BE49-F238E27FC236}">
                <a16:creationId xmlns:a16="http://schemas.microsoft.com/office/drawing/2014/main" id="{6F6275F5-FE84-974B-9A2C-6D9492927BDB}"/>
              </a:ext>
            </a:extLst>
          </p:cNvPr>
          <p:cNvCxnSpPr>
            <a:cxnSpLocks/>
          </p:cNvCxnSpPr>
          <p:nvPr userDrawn="1"/>
        </p:nvCxnSpPr>
        <p:spPr>
          <a:xfrm>
            <a:off x="19423856" y="5476815"/>
            <a:ext cx="13716000" cy="0"/>
          </a:xfrm>
          <a:prstGeom prst="line">
            <a:avLst/>
          </a:prstGeom>
          <a:ln w="38100">
            <a:solidFill>
              <a:schemeClr val="accent6"/>
            </a:solidFill>
            <a:headEnd w="lg" len="lg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e Place Holder">
            <a:extLst>
              <a:ext uri="{FF2B5EF4-FFF2-40B4-BE49-F238E27FC236}">
                <a16:creationId xmlns:a16="http://schemas.microsoft.com/office/drawing/2014/main" id="{9E22579E-7446-930A-8426-64D7BF1D6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423856" y="3429003"/>
            <a:ext cx="13684569" cy="782637"/>
          </a:xfrm>
        </p:spPr>
        <p:txBody>
          <a:bodyPr anchor="ctr"/>
          <a:lstStyle>
            <a:lvl1pPr>
              <a:lnSpc>
                <a:spcPct val="100000"/>
              </a:lnSpc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Month Date, Year</a:t>
            </a:r>
          </a:p>
        </p:txBody>
      </p:sp>
      <p:sp>
        <p:nvSpPr>
          <p:cNvPr id="9" name="Embargo Title">
            <a:extLst>
              <a:ext uri="{FF2B5EF4-FFF2-40B4-BE49-F238E27FC236}">
                <a16:creationId xmlns:a16="http://schemas.microsoft.com/office/drawing/2014/main" id="{89A97FCA-DE57-3016-B1E1-200846768D66}"/>
              </a:ext>
            </a:extLst>
          </p:cNvPr>
          <p:cNvSpPr txBox="1"/>
          <p:nvPr userDrawn="1"/>
        </p:nvSpPr>
        <p:spPr>
          <a:xfrm>
            <a:off x="1681161" y="8708544"/>
            <a:ext cx="8907888" cy="2169825"/>
          </a:xfrm>
          <a:prstGeom prst="rect">
            <a:avLst/>
          </a:prstGeom>
          <a:noFill/>
        </p:spPr>
        <p:txBody>
          <a:bodyPr wrap="none" lIns="0" tIns="45720" rIns="0" bIns="45720" rtlCol="0" anchor="ctr">
            <a:noAutofit/>
          </a:bodyPr>
          <a:lstStyle/>
          <a:p>
            <a:r>
              <a:rPr lang="en-US" sz="13500" kern="100" spc="0" baseline="0" dirty="0">
                <a:solidFill>
                  <a:srgbClr val="E52020"/>
                </a:solidFill>
                <a:latin typeface="+mj-lt"/>
              </a:rPr>
              <a:t>EMBARGO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8EE1D5E4-E8E0-5B54-14BB-7082F4260A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14400" y="19431000"/>
            <a:ext cx="64008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72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Font Picture">
            <a:extLst>
              <a:ext uri="{FF2B5EF4-FFF2-40B4-BE49-F238E27FC236}">
                <a16:creationId xmlns:a16="http://schemas.microsoft.com/office/drawing/2014/main" id="{D9701711-BA88-9042-4DDD-CA4C10E16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6669145" y="10425922"/>
            <a:ext cx="8076057" cy="5608374"/>
          </a:xfrm>
          <a:prstGeom prst="rect">
            <a:avLst/>
          </a:prstGeom>
        </p:spPr>
      </p:pic>
      <p:sp>
        <p:nvSpPr>
          <p:cNvPr id="18" name="Green BG">
            <a:extLst>
              <a:ext uri="{FF2B5EF4-FFF2-40B4-BE49-F238E27FC236}">
                <a16:creationId xmlns:a16="http://schemas.microsoft.com/office/drawing/2014/main" id="{AC415708-C6CC-CDE5-C6D4-5A403B13D4BA}"/>
              </a:ext>
            </a:extLst>
          </p:cNvPr>
          <p:cNvSpPr/>
          <p:nvPr userDrawn="1"/>
        </p:nvSpPr>
        <p:spPr>
          <a:xfrm>
            <a:off x="18287997" y="10420755"/>
            <a:ext cx="8079105" cy="5607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DAECE55-6771-C733-9CFD-B279E6B29D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137627" y="12382072"/>
            <a:ext cx="6616065" cy="3108960"/>
          </a:xfrm>
        </p:spPr>
        <p:txBody>
          <a:bodyPr tIns="0" bIns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200" b="0" kern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Our font for everything NVIDIA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3E418B-71D8-FC79-0AD9-C6D48912FB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37627" y="11089410"/>
            <a:ext cx="6616065" cy="1292662"/>
          </a:xfrm>
        </p:spPr>
        <p:txBody>
          <a:bodyPr t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0" b="0" kern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NVIDIA Sans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554122E-9D0A-381B-D4D0-ED3BB16BFEBC}"/>
              </a:ext>
            </a:extLst>
          </p:cNvPr>
          <p:cNvSpPr txBox="1"/>
          <p:nvPr userDrawn="1"/>
        </p:nvSpPr>
        <p:spPr>
          <a:xfrm>
            <a:off x="1828801" y="9052560"/>
            <a:ext cx="13715999" cy="246888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indent="0" defTabSz="2743200">
              <a:lnSpc>
                <a:spcPct val="90000"/>
              </a:lnSpc>
              <a:spcBef>
                <a:spcPct val="0"/>
              </a:spcBef>
              <a:buNone/>
              <a:defRPr sz="8800" kern="100" baseline="0">
                <a:latin typeface="NVIDIA Sans Medium" panose="020B0603020203020204" pitchFamily="34" charset="0"/>
                <a:ea typeface="+mj-ea"/>
                <a:cs typeface="NVIDIA Sans Medium" panose="020B0603020203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Verify Font Installation</a:t>
            </a:r>
          </a:p>
        </p:txBody>
      </p:sp>
    </p:spTree>
    <p:extLst>
      <p:ext uri="{BB962C8B-B14F-4D97-AF65-F5344CB8AC3E}">
        <p14:creationId xmlns:p14="http://schemas.microsoft.com/office/powerpoint/2010/main" val="3572167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341B8CF2-B385-0A17-DF26-955E724914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8934901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B06A4EB-9D74-56F2-6D42-35250B0A9A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A3A2352-21AA-F0B1-22A8-49DDF807B9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943600"/>
            <a:ext cx="32918399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77169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63AA810-376A-2B32-E021-D6793220544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A63C3F9-10F6-FB3C-63A1-FB218F33FC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202400" y="5943600"/>
            <a:ext cx="155448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87D5860D-3075-A83E-2DFD-54EE7058E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28800" y="5943600"/>
            <a:ext cx="155448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596741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BA5C1DDE-90E4-324D-81E3-E1F31AD59F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A3A2352-21AA-F0B1-22A8-49DDF807B9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943600"/>
            <a:ext cx="32918399" cy="128016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buNone/>
              <a:defRPr sz="4000">
                <a:latin typeface="Roboto Mono" panose="00000009000000000000" pitchFamily="49" charset="0"/>
                <a:ea typeface="Roboto Mono" panose="00000009000000000000" pitchFamily="49" charset="0"/>
              </a:defRPr>
            </a:lvl1pPr>
            <a:lvl2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2pPr>
            <a:lvl3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3pPr>
            <a:lvl4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4pPr>
            <a:lvl5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Roboto Mono" panose="00000009000000000000" pitchFamily="49" charset="0"/>
                <a:ea typeface="Roboto Mono" panose="00000009000000000000" pitchFamily="49" charset="0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Roboto Mono Medium" panose="00000009000000000000" pitchFamily="49" charset="0"/>
                <a:ea typeface="Roboto Mono Medium" panose="00000009000000000000" pitchFamily="49" charset="0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387195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90B3C34B-D852-977A-37E2-E62EC4EB6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B8F3605-9756-DE2F-6DD3-5A49DF2C6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2971800"/>
            <a:ext cx="16459199" cy="14630400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052560"/>
            <a:ext cx="13716000" cy="2468880"/>
          </a:xfrm>
        </p:spPr>
        <p:txBody>
          <a:bodyPr anchor="ctr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436833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54672F0-4512-6FA1-6D35-6858289285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B8F3605-9756-DE2F-6DD3-5A49DF2C6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2971800"/>
            <a:ext cx="16459199" cy="14630400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07749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157ECE47-239F-9043-F44A-45C6E5E1E4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5" name="Picture Placeholder">
            <a:extLst>
              <a:ext uri="{FF2B5EF4-FFF2-40B4-BE49-F238E27FC236}">
                <a16:creationId xmlns:a16="http://schemas.microsoft.com/office/drawing/2014/main" id="{6310BC71-DCA8-9CA8-DE44-1F98FCBE3423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17145000" y="1828800"/>
            <a:ext cx="17602200" cy="1691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0" name="Text Placeholder">
            <a:extLst>
              <a:ext uri="{FF2B5EF4-FFF2-40B4-BE49-F238E27FC236}">
                <a16:creationId xmlns:a16="http://schemas.microsoft.com/office/drawing/2014/main" id="{6833AC61-E20E-97B9-03B7-59761B154F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28800" y="11109960"/>
            <a:ext cx="13716000" cy="7635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758F76B7-AB11-4A28-11A1-32B4E453D6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5685246"/>
            <a:ext cx="13716000" cy="4967514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40" name="Logo Placeholder">
            <a:extLst>
              <a:ext uri="{FF2B5EF4-FFF2-40B4-BE49-F238E27FC236}">
                <a16:creationId xmlns:a16="http://schemas.microsoft.com/office/drawing/2014/main" id="{38FD308E-A1B1-F84B-1B5D-9DD25CF03911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7182681" y="2933923"/>
            <a:ext cx="3840480" cy="73152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5" name="Divider Line">
            <a:extLst>
              <a:ext uri="{FF2B5EF4-FFF2-40B4-BE49-F238E27FC236}">
                <a16:creationId xmlns:a16="http://schemas.microsoft.com/office/drawing/2014/main" id="{07A22438-1615-4D9D-035B-BD830FCDDDEE}"/>
              </a:ext>
            </a:extLst>
          </p:cNvPr>
          <p:cNvCxnSpPr>
            <a:cxnSpLocks/>
          </p:cNvCxnSpPr>
          <p:nvPr userDrawn="1"/>
        </p:nvCxnSpPr>
        <p:spPr>
          <a:xfrm>
            <a:off x="6424897" y="2453110"/>
            <a:ext cx="0" cy="1693145"/>
          </a:xfrm>
          <a:prstGeom prst="line">
            <a:avLst/>
          </a:prstGeom>
          <a:ln w="38100">
            <a:solidFill>
              <a:schemeClr val="tx2"/>
            </a:solidFill>
            <a:headEnd w="lg" len="lg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Logo Text">
            <a:extLst>
              <a:ext uri="{FF2B5EF4-FFF2-40B4-BE49-F238E27FC236}">
                <a16:creationId xmlns:a16="http://schemas.microsoft.com/office/drawing/2014/main" id="{7181261B-26AC-4005-DDC1-BC3536B314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115929" y="3071500"/>
            <a:ext cx="2565187" cy="480812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Logo Eye">
            <a:extLst>
              <a:ext uri="{FF2B5EF4-FFF2-40B4-BE49-F238E27FC236}">
                <a16:creationId xmlns:a16="http://schemas.microsoft.com/office/drawing/2014/main" id="{9BF956D7-DF9A-8474-03DC-1D535E1AF1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2933922"/>
            <a:ext cx="1105476" cy="731520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950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94EB9A7-773A-461B-557E-0A579E6D3E1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3" name="Chart Placeholder">
            <a:extLst>
              <a:ext uri="{FF2B5EF4-FFF2-40B4-BE49-F238E27FC236}">
                <a16:creationId xmlns:a16="http://schemas.microsoft.com/office/drawing/2014/main" id="{612780E9-97C1-3353-3B19-EC6E50C425E5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5120639" y="6812280"/>
            <a:ext cx="26334720" cy="9692640"/>
          </a:xfrm>
        </p:spPr>
        <p:txBody>
          <a:bodyPr tIns="0" bIns="2103120" anchor="ctr"/>
          <a:lstStyle>
            <a:lvl1pPr algn="ctr">
              <a:defRPr sz="28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 dirty="0"/>
              <a:t>Click icon to place chart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3D6C3D75-6FFF-9EB8-DBF8-913CC6C1EE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8400" y="5552182"/>
            <a:ext cx="16459200" cy="1077218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chemeClr val="tx1"/>
                </a:solidFill>
                <a:latin typeface="+mj-l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6"/>
                </a:solidFill>
              </a:defRPr>
            </a:lvl2pPr>
            <a:lvl3pPr algn="ctr">
              <a:buNone/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Chart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261AB175-E8DE-A841-4B8F-E21ED9AEA40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914400" y="19431000"/>
            <a:ext cx="64008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49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2E9C3B1-E578-9546-78AF-A91BCF2187F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8CA48B7B-5A22-B5DB-CF09-43E03E4D8D9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66CDA03-9F6B-B45E-4491-BEA246B29A9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31200" y="17866936"/>
            <a:ext cx="199136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55D3AFFC-2277-939B-5E7E-1C91C2E44E0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31200" y="17241080"/>
            <a:ext cx="199136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F9432913-9912-7965-4991-AF53AA33AF98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8331200" y="5806441"/>
            <a:ext cx="19913600" cy="11201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5214190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2AF26A46-42AB-DF4F-23C8-722587870AE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79F6F523-D18E-7B85-4402-5643E55B3A3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489FF99-1831-0DF9-96D8-11325791CEA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552660" y="17866936"/>
            <a:ext cx="15194539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7" name="Image Text Placeholder 1">
            <a:extLst>
              <a:ext uri="{FF2B5EF4-FFF2-40B4-BE49-F238E27FC236}">
                <a16:creationId xmlns:a16="http://schemas.microsoft.com/office/drawing/2014/main" id="{A3F58F9F-B870-3263-F3DA-BE2292FA36E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552660" y="17241080"/>
            <a:ext cx="15194539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57BC260F-02B3-8D2B-42BC-6A5E50478042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9552659" y="1828799"/>
            <a:ext cx="15194539" cy="15179041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322090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/ text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E4A60D0-5397-ABC9-FE03-087E7A6EB45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9966960"/>
            <a:ext cx="13716000" cy="8778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795528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114800"/>
            <a:ext cx="13716000" cy="3840480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A3DE93-2758-FED4-5A4D-0F3E593B509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552660" y="17866936"/>
            <a:ext cx="15194539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7" name="Image Text Placeholder 1">
            <a:extLst>
              <a:ext uri="{FF2B5EF4-FFF2-40B4-BE49-F238E27FC236}">
                <a16:creationId xmlns:a16="http://schemas.microsoft.com/office/drawing/2014/main" id="{B9398613-710D-4865-371A-946865EB5A7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552660" y="17241080"/>
            <a:ext cx="15194539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49C45D48-BD52-B9A0-732B-FA64DCFE4D4D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9552659" y="1828799"/>
            <a:ext cx="15194539" cy="15179041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555883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/ heavy text 4: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(Source) Placeholder">
            <a:extLst>
              <a:ext uri="{FF2B5EF4-FFF2-40B4-BE49-F238E27FC236}">
                <a16:creationId xmlns:a16="http://schemas.microsoft.com/office/drawing/2014/main" id="{0E4A60D0-5397-ABC9-FE03-087E7A6EB45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DDD634F0-995B-6ADD-C541-C4E58AC01BA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202180" y="1828800"/>
            <a:ext cx="13545020" cy="1691639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5943600"/>
            <a:ext cx="164592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26421D-9787-61F2-FBDF-8D6244254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164592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582820-14A4-7D67-5C91-23BC79A323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164592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168145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stitial Single Image w/ 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Text">
            <a:extLst>
              <a:ext uri="{FF2B5EF4-FFF2-40B4-BE49-F238E27FC236}">
                <a16:creationId xmlns:a16="http://schemas.microsoft.com/office/drawing/2014/main" id="{9D6F27D6-4614-ED9E-5693-91C78E06D5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4543020" y="19448330"/>
            <a:ext cx="1119785" cy="209889"/>
          </a:xfrm>
          <a:custGeom>
            <a:avLst/>
            <a:gdLst>
              <a:gd name="csX0" fmla="*/ 465673 w 1119785"/>
              <a:gd name="csY0" fmla="*/ 284 h 209889"/>
              <a:gd name="csX1" fmla="*/ 465694 w 1119785"/>
              <a:gd name="csY1" fmla="*/ 209890 h 209889"/>
              <a:gd name="csX2" fmla="*/ 524892 w 1119785"/>
              <a:gd name="csY2" fmla="*/ 209890 h 209889"/>
              <a:gd name="csX3" fmla="*/ 524892 w 1119785"/>
              <a:gd name="csY3" fmla="*/ 288 h 209889"/>
              <a:gd name="csX4" fmla="*/ 465673 w 1119785"/>
              <a:gd name="csY4" fmla="*/ 284 h 209889"/>
              <a:gd name="csX5" fmla="*/ 0 w 1119785"/>
              <a:gd name="csY5" fmla="*/ 0 h 209889"/>
              <a:gd name="csX6" fmla="*/ 0 w 1119785"/>
              <a:gd name="csY6" fmla="*/ 209890 h 209889"/>
              <a:gd name="csX7" fmla="*/ 59719 w 1119785"/>
              <a:gd name="csY7" fmla="*/ 209890 h 209889"/>
              <a:gd name="csX8" fmla="*/ 59719 w 1119785"/>
              <a:gd name="csY8" fmla="*/ 50517 h 209889"/>
              <a:gd name="csX9" fmla="*/ 105986 w 1119785"/>
              <a:gd name="csY9" fmla="*/ 50533 h 209889"/>
              <a:gd name="csX10" fmla="*/ 139614 w 1119785"/>
              <a:gd name="csY10" fmla="*/ 62228 h 209889"/>
              <a:gd name="csX11" fmla="*/ 152802 w 1119785"/>
              <a:gd name="csY11" fmla="*/ 117726 h 209889"/>
              <a:gd name="csX12" fmla="*/ 152802 w 1119785"/>
              <a:gd name="csY12" fmla="*/ 209890 h 209889"/>
              <a:gd name="csX13" fmla="*/ 210658 w 1119785"/>
              <a:gd name="csY13" fmla="*/ 209880 h 209889"/>
              <a:gd name="csX14" fmla="*/ 210665 w 1119785"/>
              <a:gd name="csY14" fmla="*/ 93927 h 209889"/>
              <a:gd name="csX15" fmla="*/ 106298 w 1119785"/>
              <a:gd name="csY15" fmla="*/ 0 h 209889"/>
              <a:gd name="csX16" fmla="*/ 0 w 1119785"/>
              <a:gd name="csY16" fmla="*/ 0 h 209889"/>
              <a:gd name="csX17" fmla="*/ 560987 w 1119785"/>
              <a:gd name="csY17" fmla="*/ 292 h 209889"/>
              <a:gd name="csX18" fmla="*/ 560987 w 1119785"/>
              <a:gd name="csY18" fmla="*/ 209890 h 209889"/>
              <a:gd name="csX19" fmla="*/ 657002 w 1119785"/>
              <a:gd name="csY19" fmla="*/ 209890 h 209889"/>
              <a:gd name="csX20" fmla="*/ 742915 w 1119785"/>
              <a:gd name="csY20" fmla="*/ 182307 h 209889"/>
              <a:gd name="csX21" fmla="*/ 763926 w 1119785"/>
              <a:gd name="csY21" fmla="*/ 107395 h 209889"/>
              <a:gd name="csX22" fmla="*/ 744763 w 1119785"/>
              <a:gd name="csY22" fmla="*/ 35282 h 209889"/>
              <a:gd name="csX23" fmla="*/ 644072 w 1119785"/>
              <a:gd name="csY23" fmla="*/ 292 h 209889"/>
              <a:gd name="csX24" fmla="*/ 560987 w 1119785"/>
              <a:gd name="csY24" fmla="*/ 292 h 209889"/>
              <a:gd name="csX25" fmla="*/ 619712 w 1119785"/>
              <a:gd name="csY25" fmla="*/ 45930 h 209889"/>
              <a:gd name="csX26" fmla="*/ 645163 w 1119785"/>
              <a:gd name="csY26" fmla="*/ 45930 h 209889"/>
              <a:gd name="csX27" fmla="*/ 705965 w 1119785"/>
              <a:gd name="csY27" fmla="*/ 105536 h 209889"/>
              <a:gd name="csX28" fmla="*/ 645163 w 1119785"/>
              <a:gd name="csY28" fmla="*/ 165153 h 209889"/>
              <a:gd name="csX29" fmla="*/ 619712 w 1119785"/>
              <a:gd name="csY29" fmla="*/ 165153 h 209889"/>
              <a:gd name="csX30" fmla="*/ 619712 w 1119785"/>
              <a:gd name="csY30" fmla="*/ 45930 h 209889"/>
              <a:gd name="csX31" fmla="*/ 380323 w 1119785"/>
              <a:gd name="csY31" fmla="*/ 292 h 209889"/>
              <a:gd name="csX32" fmla="*/ 330923 w 1119785"/>
              <a:gd name="csY32" fmla="*/ 166410 h 209889"/>
              <a:gd name="csX33" fmla="*/ 283578 w 1119785"/>
              <a:gd name="csY33" fmla="*/ 302 h 209889"/>
              <a:gd name="csX34" fmla="*/ 219677 w 1119785"/>
              <a:gd name="csY34" fmla="*/ 292 h 209889"/>
              <a:gd name="csX35" fmla="*/ 287289 w 1119785"/>
              <a:gd name="csY35" fmla="*/ 209890 h 209889"/>
              <a:gd name="csX36" fmla="*/ 372604 w 1119785"/>
              <a:gd name="csY36" fmla="*/ 209890 h 209889"/>
              <a:gd name="csX37" fmla="*/ 440744 w 1119785"/>
              <a:gd name="csY37" fmla="*/ 292 h 209889"/>
              <a:gd name="csX38" fmla="*/ 380323 w 1119785"/>
              <a:gd name="csY38" fmla="*/ 292 h 209889"/>
              <a:gd name="csX39" fmla="*/ 791468 w 1119785"/>
              <a:gd name="csY39" fmla="*/ 209890 h 209889"/>
              <a:gd name="csX40" fmla="*/ 850673 w 1119785"/>
              <a:gd name="csY40" fmla="*/ 209890 h 209889"/>
              <a:gd name="csX41" fmla="*/ 850673 w 1119785"/>
              <a:gd name="csY41" fmla="*/ 302 h 209889"/>
              <a:gd name="csX42" fmla="*/ 791454 w 1119785"/>
              <a:gd name="csY42" fmla="*/ 292 h 209889"/>
              <a:gd name="csX43" fmla="*/ 791468 w 1119785"/>
              <a:gd name="csY43" fmla="*/ 209890 h 209889"/>
              <a:gd name="csX44" fmla="*/ 957416 w 1119785"/>
              <a:gd name="csY44" fmla="*/ 367 h 209889"/>
              <a:gd name="csX45" fmla="*/ 874755 w 1119785"/>
              <a:gd name="csY45" fmla="*/ 209818 h 209889"/>
              <a:gd name="csX46" fmla="*/ 933125 w 1119785"/>
              <a:gd name="csY46" fmla="*/ 209818 h 209889"/>
              <a:gd name="csX47" fmla="*/ 946202 w 1119785"/>
              <a:gd name="csY47" fmla="*/ 172798 h 209889"/>
              <a:gd name="csX48" fmla="*/ 1044030 w 1119785"/>
              <a:gd name="csY48" fmla="*/ 172798 h 209889"/>
              <a:gd name="csX49" fmla="*/ 1056412 w 1119785"/>
              <a:gd name="csY49" fmla="*/ 209818 h 209889"/>
              <a:gd name="csX50" fmla="*/ 1119785 w 1119785"/>
              <a:gd name="csY50" fmla="*/ 209818 h 209889"/>
              <a:gd name="csX51" fmla="*/ 1036492 w 1119785"/>
              <a:gd name="csY51" fmla="*/ 349 h 209889"/>
              <a:gd name="csX52" fmla="*/ 957416 w 1119785"/>
              <a:gd name="csY52" fmla="*/ 367 h 209889"/>
              <a:gd name="csX53" fmla="*/ 995846 w 1119785"/>
              <a:gd name="csY53" fmla="*/ 38579 h 209889"/>
              <a:gd name="csX54" fmla="*/ 1031705 w 1119785"/>
              <a:gd name="csY54" fmla="*/ 136703 h 209889"/>
              <a:gd name="csX55" fmla="*/ 958854 w 1119785"/>
              <a:gd name="csY55" fmla="*/ 136703 h 209889"/>
              <a:gd name="csX56" fmla="*/ 995846 w 1119785"/>
              <a:gd name="csY56" fmla="*/ 38579 h 2098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119785" h="209889">
                <a:moveTo>
                  <a:pt x="465673" y="284"/>
                </a:moveTo>
                <a:lnTo>
                  <a:pt x="465694" y="209890"/>
                </a:lnTo>
                <a:lnTo>
                  <a:pt x="524892" y="209890"/>
                </a:lnTo>
                <a:lnTo>
                  <a:pt x="524892" y="288"/>
                </a:lnTo>
                <a:lnTo>
                  <a:pt x="465673" y="284"/>
                </a:lnTo>
                <a:close/>
                <a:moveTo>
                  <a:pt x="0" y="0"/>
                </a:moveTo>
                <a:lnTo>
                  <a:pt x="0" y="209890"/>
                </a:lnTo>
                <a:lnTo>
                  <a:pt x="59719" y="209890"/>
                </a:lnTo>
                <a:lnTo>
                  <a:pt x="59719" y="50517"/>
                </a:lnTo>
                <a:lnTo>
                  <a:pt x="105986" y="50533"/>
                </a:lnTo>
                <a:cubicBezTo>
                  <a:pt x="121313" y="50533"/>
                  <a:pt x="132229" y="54347"/>
                  <a:pt x="139614" y="62228"/>
                </a:cubicBezTo>
                <a:cubicBezTo>
                  <a:pt x="148980" y="72206"/>
                  <a:pt x="152802" y="88290"/>
                  <a:pt x="152802" y="117726"/>
                </a:cubicBezTo>
                <a:lnTo>
                  <a:pt x="152802" y="209890"/>
                </a:lnTo>
                <a:lnTo>
                  <a:pt x="210658" y="209880"/>
                </a:lnTo>
                <a:lnTo>
                  <a:pt x="210665" y="93927"/>
                </a:lnTo>
                <a:cubicBezTo>
                  <a:pt x="210665" y="11161"/>
                  <a:pt x="157909" y="0"/>
                  <a:pt x="106298" y="0"/>
                </a:cubicBezTo>
                <a:lnTo>
                  <a:pt x="0" y="0"/>
                </a:lnTo>
                <a:moveTo>
                  <a:pt x="560987" y="292"/>
                </a:moveTo>
                <a:lnTo>
                  <a:pt x="560987" y="209890"/>
                </a:lnTo>
                <a:lnTo>
                  <a:pt x="657002" y="209890"/>
                </a:lnTo>
                <a:cubicBezTo>
                  <a:pt x="708161" y="209890"/>
                  <a:pt x="724857" y="201382"/>
                  <a:pt x="742915" y="182307"/>
                </a:cubicBezTo>
                <a:cubicBezTo>
                  <a:pt x="755679" y="168916"/>
                  <a:pt x="763926" y="139520"/>
                  <a:pt x="763926" y="107395"/>
                </a:cubicBezTo>
                <a:cubicBezTo>
                  <a:pt x="763926" y="77934"/>
                  <a:pt x="756943" y="51650"/>
                  <a:pt x="744763" y="35282"/>
                </a:cubicBezTo>
                <a:cubicBezTo>
                  <a:pt x="722835" y="6013"/>
                  <a:pt x="691235" y="292"/>
                  <a:pt x="644072" y="292"/>
                </a:cubicBezTo>
                <a:lnTo>
                  <a:pt x="560987" y="292"/>
                </a:lnTo>
                <a:close/>
                <a:moveTo>
                  <a:pt x="619712" y="45930"/>
                </a:moveTo>
                <a:lnTo>
                  <a:pt x="645163" y="45930"/>
                </a:lnTo>
                <a:cubicBezTo>
                  <a:pt x="682085" y="45930"/>
                  <a:pt x="705965" y="62512"/>
                  <a:pt x="705965" y="105536"/>
                </a:cubicBezTo>
                <a:cubicBezTo>
                  <a:pt x="705965" y="148571"/>
                  <a:pt x="682085" y="165153"/>
                  <a:pt x="645163" y="165153"/>
                </a:cubicBezTo>
                <a:lnTo>
                  <a:pt x="619712" y="165153"/>
                </a:lnTo>
                <a:lnTo>
                  <a:pt x="619712" y="45930"/>
                </a:lnTo>
                <a:close/>
                <a:moveTo>
                  <a:pt x="380323" y="292"/>
                </a:moveTo>
                <a:lnTo>
                  <a:pt x="330923" y="166410"/>
                </a:lnTo>
                <a:lnTo>
                  <a:pt x="283578" y="302"/>
                </a:lnTo>
                <a:lnTo>
                  <a:pt x="219677" y="292"/>
                </a:lnTo>
                <a:lnTo>
                  <a:pt x="287289" y="209890"/>
                </a:lnTo>
                <a:lnTo>
                  <a:pt x="372604" y="209890"/>
                </a:lnTo>
                <a:lnTo>
                  <a:pt x="440744" y="292"/>
                </a:lnTo>
                <a:lnTo>
                  <a:pt x="380323" y="292"/>
                </a:lnTo>
                <a:close/>
                <a:moveTo>
                  <a:pt x="791468" y="209890"/>
                </a:moveTo>
                <a:lnTo>
                  <a:pt x="850673" y="209890"/>
                </a:lnTo>
                <a:lnTo>
                  <a:pt x="850673" y="302"/>
                </a:lnTo>
                <a:lnTo>
                  <a:pt x="791454" y="292"/>
                </a:lnTo>
                <a:lnTo>
                  <a:pt x="791468" y="209890"/>
                </a:lnTo>
                <a:close/>
                <a:moveTo>
                  <a:pt x="957416" y="367"/>
                </a:moveTo>
                <a:lnTo>
                  <a:pt x="874755" y="209818"/>
                </a:lnTo>
                <a:lnTo>
                  <a:pt x="933125" y="209818"/>
                </a:lnTo>
                <a:lnTo>
                  <a:pt x="946202" y="172798"/>
                </a:lnTo>
                <a:lnTo>
                  <a:pt x="1044030" y="172798"/>
                </a:lnTo>
                <a:lnTo>
                  <a:pt x="1056412" y="209818"/>
                </a:lnTo>
                <a:lnTo>
                  <a:pt x="1119785" y="209818"/>
                </a:lnTo>
                <a:lnTo>
                  <a:pt x="1036492" y="349"/>
                </a:lnTo>
                <a:lnTo>
                  <a:pt x="957416" y="367"/>
                </a:lnTo>
                <a:close/>
                <a:moveTo>
                  <a:pt x="995846" y="38579"/>
                </a:moveTo>
                <a:lnTo>
                  <a:pt x="1031705" y="136703"/>
                </a:lnTo>
                <a:lnTo>
                  <a:pt x="958854" y="136703"/>
                </a:lnTo>
                <a:lnTo>
                  <a:pt x="995846" y="38579"/>
                </a:lnTo>
                <a:close/>
              </a:path>
            </a:pathLst>
          </a:custGeom>
          <a:solidFill>
            <a:schemeClr val="tx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Logo Eye">
            <a:extLst>
              <a:ext uri="{FF2B5EF4-FFF2-40B4-BE49-F238E27FC236}">
                <a16:creationId xmlns:a16="http://schemas.microsoft.com/office/drawing/2014/main" id="{985EF0C2-DA2E-AAEA-FFD4-BAAA50EFB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3981198" y="19388273"/>
            <a:ext cx="482575" cy="319331"/>
          </a:xfrm>
          <a:custGeom>
            <a:avLst/>
            <a:gdLst>
              <a:gd name="csX0" fmla="*/ 180055 w 482575"/>
              <a:gd name="csY0" fmla="*/ 95285 h 319331"/>
              <a:gd name="csX1" fmla="*/ 180055 w 482575"/>
              <a:gd name="csY1" fmla="*/ 66441 h 319331"/>
              <a:gd name="csX2" fmla="*/ 188566 w 482575"/>
              <a:gd name="csY2" fmla="*/ 66002 h 319331"/>
              <a:gd name="csX3" fmla="*/ 319215 w 482575"/>
              <a:gd name="csY3" fmla="*/ 133789 h 319331"/>
              <a:gd name="csX4" fmla="*/ 203378 w 482575"/>
              <a:gd name="csY4" fmla="*/ 211432 h 319331"/>
              <a:gd name="csX5" fmla="*/ 180055 w 482575"/>
              <a:gd name="csY5" fmla="*/ 207703 h 319331"/>
              <a:gd name="csX6" fmla="*/ 180055 w 482575"/>
              <a:gd name="csY6" fmla="*/ 120235 h 319331"/>
              <a:gd name="csX7" fmla="*/ 235412 w 482575"/>
              <a:gd name="csY7" fmla="*/ 168288 h 319331"/>
              <a:gd name="csX8" fmla="*/ 276478 w 482575"/>
              <a:gd name="csY8" fmla="*/ 133663 h 319331"/>
              <a:gd name="csX9" fmla="*/ 195969 w 482575"/>
              <a:gd name="csY9" fmla="*/ 94346 h 319331"/>
              <a:gd name="csX10" fmla="*/ 180055 w 482575"/>
              <a:gd name="csY10" fmla="*/ 95285 h 319331"/>
              <a:gd name="csX11" fmla="*/ 180055 w 482575"/>
              <a:gd name="csY11" fmla="*/ 0 h 319331"/>
              <a:gd name="csX12" fmla="*/ 180055 w 482575"/>
              <a:gd name="csY12" fmla="*/ 43086 h 319331"/>
              <a:gd name="csX13" fmla="*/ 188566 w 482575"/>
              <a:gd name="csY13" fmla="*/ 42579 h 319331"/>
              <a:gd name="csX14" fmla="*/ 369752 w 482575"/>
              <a:gd name="csY14" fmla="*/ 132555 h 319331"/>
              <a:gd name="csX15" fmla="*/ 202126 w 482575"/>
              <a:gd name="csY15" fmla="*/ 232386 h 319331"/>
              <a:gd name="csX16" fmla="*/ 180055 w 482575"/>
              <a:gd name="csY16" fmla="*/ 230442 h 319331"/>
              <a:gd name="csX17" fmla="*/ 180055 w 482575"/>
              <a:gd name="csY17" fmla="*/ 257075 h 319331"/>
              <a:gd name="csX18" fmla="*/ 198434 w 482575"/>
              <a:gd name="csY18" fmla="*/ 258265 h 319331"/>
              <a:gd name="csX19" fmla="*/ 391326 w 482575"/>
              <a:gd name="csY19" fmla="*/ 169512 h 319331"/>
              <a:gd name="csX20" fmla="*/ 446177 w 482575"/>
              <a:gd name="csY20" fmla="*/ 202800 h 319331"/>
              <a:gd name="csX21" fmla="*/ 199658 w 482575"/>
              <a:gd name="csY21" fmla="*/ 282921 h 319331"/>
              <a:gd name="csX22" fmla="*/ 180055 w 482575"/>
              <a:gd name="csY22" fmla="*/ 281903 h 319331"/>
              <a:gd name="csX23" fmla="*/ 180055 w 482575"/>
              <a:gd name="csY23" fmla="*/ 319332 h 319331"/>
              <a:gd name="csX24" fmla="*/ 482575 w 482575"/>
              <a:gd name="csY24" fmla="*/ 319332 h 319331"/>
              <a:gd name="csX25" fmla="*/ 482575 w 482575"/>
              <a:gd name="csY25" fmla="*/ 0 h 319331"/>
              <a:gd name="csX26" fmla="*/ 180055 w 482575"/>
              <a:gd name="csY26" fmla="*/ 0 h 319331"/>
              <a:gd name="csX27" fmla="*/ 180055 w 482575"/>
              <a:gd name="csY27" fmla="*/ 207703 h 319331"/>
              <a:gd name="csX28" fmla="*/ 180055 w 482575"/>
              <a:gd name="csY28" fmla="*/ 230442 h 319331"/>
              <a:gd name="csX29" fmla="*/ 86007 w 482575"/>
              <a:gd name="csY29" fmla="*/ 140794 h 319331"/>
              <a:gd name="csX30" fmla="*/ 180055 w 482575"/>
              <a:gd name="csY30" fmla="*/ 95285 h 319331"/>
              <a:gd name="csX31" fmla="*/ 180055 w 482575"/>
              <a:gd name="csY31" fmla="*/ 120235 h 319331"/>
              <a:gd name="csX32" fmla="*/ 179940 w 482575"/>
              <a:gd name="csY32" fmla="*/ 120222 h 319331"/>
              <a:gd name="csX33" fmla="*/ 125067 w 482575"/>
              <a:gd name="csY33" fmla="*/ 145306 h 319331"/>
              <a:gd name="csX34" fmla="*/ 180055 w 482575"/>
              <a:gd name="csY34" fmla="*/ 207703 h 319331"/>
              <a:gd name="csX35" fmla="*/ 49305 w 482575"/>
              <a:gd name="csY35" fmla="*/ 137478 h 319331"/>
              <a:gd name="csX36" fmla="*/ 180055 w 482575"/>
              <a:gd name="csY36" fmla="*/ 66441 h 319331"/>
              <a:gd name="csX37" fmla="*/ 180055 w 482575"/>
              <a:gd name="csY37" fmla="*/ 43086 h 319331"/>
              <a:gd name="csX38" fmla="*/ 0 w 482575"/>
              <a:gd name="csY38" fmla="*/ 132555 h 319331"/>
              <a:gd name="csX39" fmla="*/ 180055 w 482575"/>
              <a:gd name="csY39" fmla="*/ 281903 h 319331"/>
              <a:gd name="csX40" fmla="*/ 180055 w 482575"/>
              <a:gd name="csY40" fmla="*/ 257075 h 319331"/>
              <a:gd name="csX41" fmla="*/ 49305 w 482575"/>
              <a:gd name="csY41" fmla="*/ 137478 h 319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482575" h="319331">
                <a:moveTo>
                  <a:pt x="180055" y="95285"/>
                </a:moveTo>
                <a:lnTo>
                  <a:pt x="180055" y="66441"/>
                </a:lnTo>
                <a:cubicBezTo>
                  <a:pt x="182855" y="66241"/>
                  <a:pt x="185684" y="66092"/>
                  <a:pt x="188566" y="66002"/>
                </a:cubicBezTo>
                <a:cubicBezTo>
                  <a:pt x="267458" y="63522"/>
                  <a:pt x="319215" y="133789"/>
                  <a:pt x="319215" y="133789"/>
                </a:cubicBezTo>
                <a:cubicBezTo>
                  <a:pt x="319215" y="133789"/>
                  <a:pt x="263315" y="211432"/>
                  <a:pt x="203378" y="211432"/>
                </a:cubicBezTo>
                <a:cubicBezTo>
                  <a:pt x="194745" y="211432"/>
                  <a:pt x="187020" y="210040"/>
                  <a:pt x="180055" y="207703"/>
                </a:cubicBezTo>
                <a:lnTo>
                  <a:pt x="180055" y="120235"/>
                </a:lnTo>
                <a:cubicBezTo>
                  <a:pt x="210768" y="123945"/>
                  <a:pt x="216942" y="137511"/>
                  <a:pt x="235412" y="168288"/>
                </a:cubicBezTo>
                <a:lnTo>
                  <a:pt x="276478" y="133663"/>
                </a:lnTo>
                <a:cubicBezTo>
                  <a:pt x="276478" y="133663"/>
                  <a:pt x="246502" y="94346"/>
                  <a:pt x="195969" y="94346"/>
                </a:cubicBezTo>
                <a:cubicBezTo>
                  <a:pt x="190469" y="94346"/>
                  <a:pt x="185215" y="94736"/>
                  <a:pt x="180055" y="95285"/>
                </a:cubicBezTo>
                <a:moveTo>
                  <a:pt x="180055" y="0"/>
                </a:moveTo>
                <a:lnTo>
                  <a:pt x="180055" y="43086"/>
                </a:lnTo>
                <a:cubicBezTo>
                  <a:pt x="182886" y="42862"/>
                  <a:pt x="185722" y="42682"/>
                  <a:pt x="188566" y="42579"/>
                </a:cubicBezTo>
                <a:cubicBezTo>
                  <a:pt x="298278" y="38883"/>
                  <a:pt x="369752" y="132555"/>
                  <a:pt x="369752" y="132555"/>
                </a:cubicBezTo>
                <a:cubicBezTo>
                  <a:pt x="369752" y="132555"/>
                  <a:pt x="287653" y="232386"/>
                  <a:pt x="202126" y="232386"/>
                </a:cubicBezTo>
                <a:cubicBezTo>
                  <a:pt x="194289" y="232386"/>
                  <a:pt x="186950" y="231662"/>
                  <a:pt x="180055" y="230442"/>
                </a:cubicBezTo>
                <a:lnTo>
                  <a:pt x="180055" y="257075"/>
                </a:lnTo>
                <a:cubicBezTo>
                  <a:pt x="185953" y="257825"/>
                  <a:pt x="192059" y="258265"/>
                  <a:pt x="198434" y="258265"/>
                </a:cubicBezTo>
                <a:cubicBezTo>
                  <a:pt x="278030" y="258265"/>
                  <a:pt x="335587" y="217621"/>
                  <a:pt x="391326" y="169512"/>
                </a:cubicBezTo>
                <a:cubicBezTo>
                  <a:pt x="400561" y="176911"/>
                  <a:pt x="438397" y="194911"/>
                  <a:pt x="446177" y="202800"/>
                </a:cubicBezTo>
                <a:cubicBezTo>
                  <a:pt x="393178" y="247164"/>
                  <a:pt x="269675" y="282921"/>
                  <a:pt x="199658" y="282921"/>
                </a:cubicBezTo>
                <a:cubicBezTo>
                  <a:pt x="192911" y="282921"/>
                  <a:pt x="186422" y="282513"/>
                  <a:pt x="180055" y="281903"/>
                </a:cubicBezTo>
                <a:lnTo>
                  <a:pt x="180055" y="319332"/>
                </a:lnTo>
                <a:lnTo>
                  <a:pt x="482575" y="319332"/>
                </a:lnTo>
                <a:lnTo>
                  <a:pt x="482575" y="0"/>
                </a:lnTo>
                <a:lnTo>
                  <a:pt x="180055" y="0"/>
                </a:lnTo>
                <a:close/>
                <a:moveTo>
                  <a:pt x="180055" y="207703"/>
                </a:moveTo>
                <a:lnTo>
                  <a:pt x="180055" y="230442"/>
                </a:lnTo>
                <a:cubicBezTo>
                  <a:pt x="106440" y="217317"/>
                  <a:pt x="86007" y="140794"/>
                  <a:pt x="86007" y="140794"/>
                </a:cubicBezTo>
                <a:cubicBezTo>
                  <a:pt x="86007" y="140794"/>
                  <a:pt x="121351" y="101631"/>
                  <a:pt x="180055" y="95285"/>
                </a:cubicBezTo>
                <a:lnTo>
                  <a:pt x="180055" y="120235"/>
                </a:lnTo>
                <a:cubicBezTo>
                  <a:pt x="180010" y="120235"/>
                  <a:pt x="179980" y="120222"/>
                  <a:pt x="179940" y="120222"/>
                </a:cubicBezTo>
                <a:cubicBezTo>
                  <a:pt x="149136" y="116523"/>
                  <a:pt x="125067" y="145306"/>
                  <a:pt x="125067" y="145306"/>
                </a:cubicBezTo>
                <a:cubicBezTo>
                  <a:pt x="125067" y="145306"/>
                  <a:pt x="138551" y="193758"/>
                  <a:pt x="180055" y="207703"/>
                </a:cubicBezTo>
                <a:moveTo>
                  <a:pt x="49305" y="137478"/>
                </a:moveTo>
                <a:cubicBezTo>
                  <a:pt x="49305" y="137478"/>
                  <a:pt x="92936" y="73097"/>
                  <a:pt x="180055" y="66441"/>
                </a:cubicBezTo>
                <a:lnTo>
                  <a:pt x="180055" y="43086"/>
                </a:lnTo>
                <a:cubicBezTo>
                  <a:pt x="83562" y="50831"/>
                  <a:pt x="0" y="132555"/>
                  <a:pt x="0" y="132555"/>
                </a:cubicBezTo>
                <a:cubicBezTo>
                  <a:pt x="0" y="132555"/>
                  <a:pt x="47325" y="269377"/>
                  <a:pt x="180055" y="281903"/>
                </a:cubicBezTo>
                <a:lnTo>
                  <a:pt x="180055" y="257075"/>
                </a:lnTo>
                <a:cubicBezTo>
                  <a:pt x="82654" y="244821"/>
                  <a:pt x="49305" y="137478"/>
                  <a:pt x="49305" y="137478"/>
                </a:cubicBezTo>
                <a:close/>
              </a:path>
            </a:pathLst>
          </a:custGeom>
          <a:solidFill>
            <a:schemeClr val="accent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DDD634F0-995B-6ADD-C541-C4E58AC01BA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202180" y="1828800"/>
            <a:ext cx="13545020" cy="1691639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9" name="URL Placeholder">
            <a:extLst>
              <a:ext uri="{FF2B5EF4-FFF2-40B4-BE49-F238E27FC236}">
                <a16:creationId xmlns:a16="http://schemas.microsoft.com/office/drawing/2014/main" id="{5226E1C4-07C1-2954-049D-77E09DA134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16651" y="16323353"/>
            <a:ext cx="4572000" cy="701731"/>
          </a:xfrm>
        </p:spPr>
        <p:txBody>
          <a:bodyPr wrap="square" anchor="ctr">
            <a:noAutofit/>
          </a:bodyPr>
          <a:lstStyle>
            <a:lvl1pPr>
              <a:buNone/>
              <a:defRPr lang="en-US" sz="4400" b="1" u="sng" kern="100" baseline="0" dirty="0" smtClean="0"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1pPr>
            <a:lvl2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2pPr>
            <a:lvl3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3pPr>
            <a:lvl4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4pPr>
            <a:lvl5pPr>
              <a:defRPr lang="en-US" sz="4400" b="1" u="sng" kern="1200" dirty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URL text</a:t>
            </a:r>
          </a:p>
        </p:txBody>
      </p:sp>
      <p:sp>
        <p:nvSpPr>
          <p:cNvPr id="2" name="QR Placeholder">
            <a:extLst>
              <a:ext uri="{FF2B5EF4-FFF2-40B4-BE49-F238E27FC236}">
                <a16:creationId xmlns:a16="http://schemas.microsoft.com/office/drawing/2014/main" id="{047A5165-7513-5095-7248-ADE53DEB1B9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426464" y="14392656"/>
            <a:ext cx="4572000" cy="4572000"/>
          </a:xfrm>
          <a:noFill/>
          <a:ln>
            <a:noFill/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5943600"/>
            <a:ext cx="16459200" cy="8229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26421D-9787-61F2-FBDF-8D6244254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164592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582820-14A4-7D67-5C91-23BC79A323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164592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266078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76A1F60C-3CCE-DF11-DC3E-EF0687B9E5D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49004407-D31C-D373-A3F5-01540EF7DD2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D6BC34D6-8DA8-62F3-C4A5-0A0FEC0CDE9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799" y="16510766"/>
            <a:ext cx="16114094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D177DC77-7F2C-E8FC-2CDE-5AAC4F8253D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799" y="15884910"/>
            <a:ext cx="16114094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753BC23-DCCB-C3D7-C895-2D393A014C60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8799" y="6583679"/>
            <a:ext cx="16114094" cy="9067992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2435354-F5C5-05C1-E1C7-7E065BFD8E8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8633106" y="16510766"/>
            <a:ext cx="16114093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0" name="Image Text Placeholder 2">
            <a:extLst>
              <a:ext uri="{FF2B5EF4-FFF2-40B4-BE49-F238E27FC236}">
                <a16:creationId xmlns:a16="http://schemas.microsoft.com/office/drawing/2014/main" id="{0F8ACF7E-0030-50A0-D85A-4EE4E128618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8633106" y="15884910"/>
            <a:ext cx="16114093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0F7F8E4-D9D6-AE31-E63B-120BB0545306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8633106" y="6583679"/>
            <a:ext cx="16114094" cy="9067992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149391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8310A183-293A-11AA-3184-B8D45B728B6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088ADE0-25BE-3E24-0D45-E13A54AA610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64316FE9-EFB5-B502-D80B-58C700B9A37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741493" y="17866936"/>
            <a:ext cx="112014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15648AF9-5D21-C55C-50D0-96E31ACF3A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41493" y="17241080"/>
            <a:ext cx="112014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76125F03-AC1F-128A-BA68-7071018BEC79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6741493" y="5806441"/>
            <a:ext cx="11201400" cy="11201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69DD0CA-6122-E4E8-7442-680BF49033F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8633107" y="17866936"/>
            <a:ext cx="112014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2" name="Image Text Placeholder 2">
            <a:extLst>
              <a:ext uri="{FF2B5EF4-FFF2-40B4-BE49-F238E27FC236}">
                <a16:creationId xmlns:a16="http://schemas.microsoft.com/office/drawing/2014/main" id="{3A83E94B-F03A-A8F4-B0FE-74E5234C8B2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8633107" y="17241080"/>
            <a:ext cx="112014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B6BA6D6-DE4B-9D43-AB0B-4FC40D8CC866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8633107" y="5806441"/>
            <a:ext cx="11201400" cy="11201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765220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2D0C93E-4F1F-5DAD-D5EF-B0685542FDE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02D0AFCD-8D50-99AE-D7F0-FCC4A5EBD23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1B44D39-6100-C773-3F91-47C5994A926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680" y="14455080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5EC83629-467F-BCD7-68B9-3BAC22BB0C4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680" y="13829224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D19E092C-D874-79CA-ABAB-947657DFB00A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6" y="7681205"/>
            <a:ext cx="10515600" cy="591478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798EC41-5120-B538-7AC3-88E72857542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3030847" y="14455080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2C5A1394-8081-7AD2-5890-4DDDBE4D2A4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3030847" y="13829224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5F7F591-C716-E009-C823-90D5057809DE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3030200" y="7681205"/>
            <a:ext cx="10515600" cy="591478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51DB240-39A0-04BE-1CDD-E6EEE91AC77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4231601" y="14455080"/>
            <a:ext cx="105156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3">
            <a:extLst>
              <a:ext uri="{FF2B5EF4-FFF2-40B4-BE49-F238E27FC236}">
                <a16:creationId xmlns:a16="http://schemas.microsoft.com/office/drawing/2014/main" id="{0034F399-18E8-4520-3F5F-0B6DBB8B679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4231601" y="13829224"/>
            <a:ext cx="105156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8EC521D-B4C2-799A-C6A3-69D700BE76C1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4231600" y="7681205"/>
            <a:ext cx="10515600" cy="591478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625094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85FB1E77-1D8B-DB8A-F0B4-5CF69DFA1FB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6FE65824-D718-233E-6C82-1A23D19682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E989AB6-3F8A-A6ED-AEAA-3F4507FAE2A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679" y="17181135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729B0D1C-E74A-6F76-763E-92270DC8521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679" y="16555279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3654486B-3E43-161E-6F9D-7970C825ED51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5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3C0214F-858F-1E84-7ED0-A95E5B48C9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3030846" y="17181135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74E97535-A80D-5E31-72B1-DEDF80DC12A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3030846" y="16555279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3676709D-CEED-E005-62E2-4CCF531B5FF4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3030199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02BC77D-45BF-7FDA-7EE9-8D65EF1E8E2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4231600" y="17181135"/>
            <a:ext cx="105156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3">
            <a:extLst>
              <a:ext uri="{FF2B5EF4-FFF2-40B4-BE49-F238E27FC236}">
                <a16:creationId xmlns:a16="http://schemas.microsoft.com/office/drawing/2014/main" id="{6C79E746-D7C4-814F-EBF8-ABC47AE2B43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4231600" y="16555279"/>
            <a:ext cx="105156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C065D92D-38E1-039A-DFD5-9DC9C8B2918B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4231599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838601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CC0E6E6-0FA6-353D-0B63-3616975CAB4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D469060-A1A3-4959-883E-BB99F7B74C39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EA58440-CE73-CF57-A5D3-F04B9BC8C4F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021" y="13658409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D65692E4-AE1D-AF93-35F5-37E53D0E10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021" y="13032553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D482BED8-85E9-155E-CAB6-03B9511045E9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6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0B187E3-3ED9-A3C3-676A-A55F0061F8A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8359" y="13658409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2B3E8CC9-E7D8-3011-48CE-2439EF0A4EB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8359" y="13032553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431FA93-762C-283A-FBA5-617E6FBED603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6090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E88DE121-B036-8DB7-1405-0F594E0DE4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30426" y="13658409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3">
            <a:extLst>
              <a:ext uri="{FF2B5EF4-FFF2-40B4-BE49-F238E27FC236}">
                <a16:creationId xmlns:a16="http://schemas.microsoft.com/office/drawing/2014/main" id="{874E24E6-0D3F-F95F-BF6A-AF4A6AE3E8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30426" y="13032553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736223F6-ED4F-5EB7-24DB-8928CCD0CAB7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7794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31287F0-44BE-1A7C-7C97-7CB8156721D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184" y="13658409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4">
            <a:extLst>
              <a:ext uri="{FF2B5EF4-FFF2-40B4-BE49-F238E27FC236}">
                <a16:creationId xmlns:a16="http://schemas.microsoft.com/office/drawing/2014/main" id="{A3604A9E-3F18-C956-DBA1-BAF9223D669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184" y="13032553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D49BD1B3-F0BB-0985-BCDE-55C4D1B7A116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27029498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962152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E22162D2-27B1-6EF8-EC6D-3B5993A84E3B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588EFE2A-60CE-8999-2B97-A707CAAB6F7C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02EF665F-9D0A-0403-3D51-144BAE4168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021" y="15754671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C443B728-38A9-6A14-7F65-ADDB3F8A36A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021" y="15128815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9F2D3DCE-C6B1-3A69-F3C0-56DC23888CF5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6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5905AF9-2F65-7BF7-FC63-55E2A9CD41D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8359" y="15754671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4" name="Image Text Placeholder 2">
            <a:extLst>
              <a:ext uri="{FF2B5EF4-FFF2-40B4-BE49-F238E27FC236}">
                <a16:creationId xmlns:a16="http://schemas.microsoft.com/office/drawing/2014/main" id="{AE1C74E4-2132-AD47-ED08-2369DE447A5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8359" y="15128815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035698C-1109-8300-B0FB-A35C03D3D74E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6090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5DFBE2B-369F-F09A-65BC-FF0DBB72C15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30426" y="15754671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3">
            <a:extLst>
              <a:ext uri="{FF2B5EF4-FFF2-40B4-BE49-F238E27FC236}">
                <a16:creationId xmlns:a16="http://schemas.microsoft.com/office/drawing/2014/main" id="{357DC4B3-E29C-793D-AEB4-BBA50DFB2BC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30426" y="15128815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F10DEB43-363E-B53B-77E4-9F82FC85D2AC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7794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9041DC-1795-EED4-DDFE-D3AD657A98F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184" y="15754671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4">
            <a:extLst>
              <a:ext uri="{FF2B5EF4-FFF2-40B4-BE49-F238E27FC236}">
                <a16:creationId xmlns:a16="http://schemas.microsoft.com/office/drawing/2014/main" id="{5561A87B-4FBB-4FC4-8C9B-B8680657BFB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184" y="15128815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2C37A541-A293-8F4C-0BF2-0D815710DE2F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498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564818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Alt.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E5BC1D6A-70F5-168E-30D3-7A25C6F23B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F6783655-2C3A-8997-8FD4-699FDCE78F2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1E79C4-9B0C-46C7-60B4-6967DE29993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626963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3E06B777-E79F-FFC8-EF9B-CDE4545CCE2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626963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8C8B3A7F-5AE2-F8E5-87CC-20365DF66F42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626328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DBBE60-4AF1-670D-E84D-BABD51D4E26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7030301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2">
            <a:extLst>
              <a:ext uri="{FF2B5EF4-FFF2-40B4-BE49-F238E27FC236}">
                <a16:creationId xmlns:a16="http://schemas.microsoft.com/office/drawing/2014/main" id="{E39037D6-9F9D-5080-0BAE-F8A253C9F89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7030301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69F8812A-C8DB-AC9E-EBA1-083A2F95F6A8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27029506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C5315ECD-854E-8EF0-38DF-8D5CCC50960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6013" y="16468722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3">
            <a:extLst>
              <a:ext uri="{FF2B5EF4-FFF2-40B4-BE49-F238E27FC236}">
                <a16:creationId xmlns:a16="http://schemas.microsoft.com/office/drawing/2014/main" id="{5ECD1294-0328-1129-68E8-AAE34DBFC92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6013" y="15842866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353AA046-BEA5-C6DF-0D01-1143CD367C23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6328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DB95454-AD37-062B-F77D-DF4B010799D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2" y="16468722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4">
            <a:extLst>
              <a:ext uri="{FF2B5EF4-FFF2-40B4-BE49-F238E27FC236}">
                <a16:creationId xmlns:a16="http://schemas.microsoft.com/office/drawing/2014/main" id="{F3412B85-B6C4-A7D9-058F-3589C209799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2" y="15842866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65589F0-4249-3363-1606-46E3EB63CB68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6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305492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Alt. w/ text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A2A64D7E-BC82-4FB8-514C-DDFA40A50EF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15F1B169-6F46-A072-DF80-3E0E2F54BE5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6E5CC214-A7D0-91DF-4B31-5CB895D819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8800" y="9966960"/>
            <a:ext cx="13716000" cy="8778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66D807F3-F817-1D7D-5A63-52E37E677E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795528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CBFD7689-EE78-2757-7F54-D84D241EF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114800"/>
            <a:ext cx="13716000" cy="3840480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4C779D-1289-7F23-4E19-51847B7A15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626963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" name="Image Text Placeholder 1">
            <a:extLst>
              <a:ext uri="{FF2B5EF4-FFF2-40B4-BE49-F238E27FC236}">
                <a16:creationId xmlns:a16="http://schemas.microsoft.com/office/drawing/2014/main" id="{F76961B5-F844-4038-F188-A49A39698E0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626963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36C120A5-07CB-24F7-DEC3-1A083DB8BBC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626328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797122-CD5F-BC47-54A7-CDDE8ED1FE9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7030301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3" name="Image Text Placeholder 2">
            <a:extLst>
              <a:ext uri="{FF2B5EF4-FFF2-40B4-BE49-F238E27FC236}">
                <a16:creationId xmlns:a16="http://schemas.microsoft.com/office/drawing/2014/main" id="{DA1BC0F2-421E-35D2-6412-53FE2276AAE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7030301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A93A493-6E6A-9DF1-33B6-08C4085805AB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27029506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2FC3CCE9-700E-9738-BC0E-BA6F9152235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6013" y="16468722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6" name="Image Text Placeholder 3">
            <a:extLst>
              <a:ext uri="{FF2B5EF4-FFF2-40B4-BE49-F238E27FC236}">
                <a16:creationId xmlns:a16="http://schemas.microsoft.com/office/drawing/2014/main" id="{D8679204-EF4D-054E-A2BC-86DA76EA0E2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6013" y="15842866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29E129EE-2038-7A83-2F5C-CBEB36A7D937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6328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BB27D65-9EE9-7CEE-0656-743DCE5A356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2" y="16468722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9" name="Image Text Placeholder 4">
            <a:extLst>
              <a:ext uri="{FF2B5EF4-FFF2-40B4-BE49-F238E27FC236}">
                <a16:creationId xmlns:a16="http://schemas.microsoft.com/office/drawing/2014/main" id="{510D12E5-14C8-9A05-8C28-162A2A62092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2" y="15842866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AE316532-0119-5CFD-ED05-9D2A2CFCB85B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6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910055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019A8FC-131A-A19C-6416-BED69D99B546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7F58BA19-A429-4685-28B0-D483FC5B599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AAB18B-9133-491C-1E1C-6BD5DB04A14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26529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DF593F3D-53E7-743F-A7AB-FD173EC6B9D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26529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58ABA80F-3B27-63BC-0780-B8706E846457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602589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4612C4-2B22-1A13-9F38-A6071B7679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29867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890A0AB1-58E8-9767-0FFD-53160155C9A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429867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03A865E-9B3C-F764-75DD-CA2578A664F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4429072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D0EEA9-9F7A-BC6A-58B0-47F71162388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831934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3">
            <a:extLst>
              <a:ext uri="{FF2B5EF4-FFF2-40B4-BE49-F238E27FC236}">
                <a16:creationId xmlns:a16="http://schemas.microsoft.com/office/drawing/2014/main" id="{6358D607-A7E9-759C-60F6-E7FC907EC92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831934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35E8AE4-9A02-9810-1E15-BCA5A0C1536F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2832249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9D0247F-FA89-44E4-1CA1-1F5AEE78752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227169" y="17349893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4">
            <a:extLst>
              <a:ext uri="{FF2B5EF4-FFF2-40B4-BE49-F238E27FC236}">
                <a16:creationId xmlns:a16="http://schemas.microsoft.com/office/drawing/2014/main" id="{448E8154-F1A2-E4A4-85EE-DCD89AFA221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27169" y="16724037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8958483D-099B-4C62-19C9-2B85FC8AC7D2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10227483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EBD74182-8588-BED7-CB44-072C8348CA9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630661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5">
            <a:extLst>
              <a:ext uri="{FF2B5EF4-FFF2-40B4-BE49-F238E27FC236}">
                <a16:creationId xmlns:a16="http://schemas.microsoft.com/office/drawing/2014/main" id="{9944992B-DC18-0E0F-439B-CF5C3C53DFF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630661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660631FB-B5DA-07AA-ABD5-3A8EC0F4C822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18630661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589373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">
            <a:extLst>
              <a:ext uri="{FF2B5EF4-FFF2-40B4-BE49-F238E27FC236}">
                <a16:creationId xmlns:a16="http://schemas.microsoft.com/office/drawing/2014/main" id="{4FF9D0C9-ABFF-CDF9-8A1A-45D588F3425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8" name="Slide Number Placeholder">
            <a:extLst>
              <a:ext uri="{FF2B5EF4-FFF2-40B4-BE49-F238E27FC236}">
                <a16:creationId xmlns:a16="http://schemas.microsoft.com/office/drawing/2014/main" id="{33ACBAC0-D6B3-5128-F31B-B91DBBE4355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3D154E7-1249-288A-E918-3888EF51EA1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26529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A6414C37-B65D-7CFA-A936-13DD6985E4B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26529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A30AF97F-0DF5-2039-130A-AFA6905358C9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602589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D628B38-5048-7037-2221-587E87B736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29867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2">
            <a:extLst>
              <a:ext uri="{FF2B5EF4-FFF2-40B4-BE49-F238E27FC236}">
                <a16:creationId xmlns:a16="http://schemas.microsoft.com/office/drawing/2014/main" id="{1559EC85-71F8-78BA-14E5-E387758E373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429867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1B7CBA0B-C380-3AC2-AC3D-1A857EAD6A58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4429232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E3AE4FC-B0E7-62F1-6FD6-0A1971A66E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831934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3">
            <a:extLst>
              <a:ext uri="{FF2B5EF4-FFF2-40B4-BE49-F238E27FC236}">
                <a16:creationId xmlns:a16="http://schemas.microsoft.com/office/drawing/2014/main" id="{6D6580E3-F809-71DE-F83B-A584CBC85B9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831934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9A4FA4A2-4CAA-6FA7-31D5-D43DEBDB5A75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2832249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AD7B08-053C-9190-0D12-F1BAB2E286B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025581" y="17349893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4">
            <a:extLst>
              <a:ext uri="{FF2B5EF4-FFF2-40B4-BE49-F238E27FC236}">
                <a16:creationId xmlns:a16="http://schemas.microsoft.com/office/drawing/2014/main" id="{4FA4ED94-57E4-AE6B-B890-F274DC4FC0D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025581" y="16724037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9E19E24C-979D-3C9A-9C76-CB5B03D44096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6025894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6964C24-EB2D-973F-CAEE-52230749F92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4429072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5">
            <a:extLst>
              <a:ext uri="{FF2B5EF4-FFF2-40B4-BE49-F238E27FC236}">
                <a16:creationId xmlns:a16="http://schemas.microsoft.com/office/drawing/2014/main" id="{ED4E3AFB-8939-61FB-5FF0-F1534EC387E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4429072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A1B13653-F43D-0A5E-38A6-CB5001465815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14429232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5FC1EDC-3D2A-65A9-871F-F197CDBEA69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2832249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4" name="Image Text Placeholder 6">
            <a:extLst>
              <a:ext uri="{FF2B5EF4-FFF2-40B4-BE49-F238E27FC236}">
                <a16:creationId xmlns:a16="http://schemas.microsoft.com/office/drawing/2014/main" id="{44682B27-3A3D-0B94-5ECC-DDBB5EF455C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2832249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128F8CF0-9FA1-4567-B0F3-85953E786502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22832249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089732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EDBB066-9949-0A07-6A34-D87EAC495DA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065D794E-40CD-F20A-D069-AEE573942939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30764C-4CB7-CC58-55C7-3434EE0A9C5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4423268B-E454-8182-6279-77138725F4F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800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DAC03B5C-BB34-99BA-EFE5-0FE346472297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8800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71458BD-9DE8-FE1C-2920-68BCEC79588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9723" y="11006648"/>
            <a:ext cx="7717221" cy="867930"/>
          </a:xfrm>
        </p:spPr>
        <p:txBody>
          <a:bodyPr/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Tx/>
              <a:buFont typeface="NVIDIA Sans" panose="020B0503020203020204" pitchFamily="34" charset="0"/>
              <a:buChar char="​"/>
              <a:tabLst/>
              <a:defRPr/>
            </a:pPr>
            <a:r>
              <a:rPr lang="en-US" dirty="0"/>
              <a:t>Click to edit description</a:t>
            </a:r>
          </a:p>
        </p:txBody>
      </p:sp>
      <p:sp>
        <p:nvSpPr>
          <p:cNvPr id="10" name="Image Text Placeholder 2">
            <a:extLst>
              <a:ext uri="{FF2B5EF4-FFF2-40B4-BE49-F238E27FC236}">
                <a16:creationId xmlns:a16="http://schemas.microsoft.com/office/drawing/2014/main" id="{04109424-82FD-CF0B-FFDE-7FAC1BA6DAC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9723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E5B7F7B-783A-A0EA-4897-EDF8C1F02592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9088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6727525-F12D-CFFD-1ED0-4E2EC8BCCDC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8848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3">
            <a:extLst>
              <a:ext uri="{FF2B5EF4-FFF2-40B4-BE49-F238E27FC236}">
                <a16:creationId xmlns:a16="http://schemas.microsoft.com/office/drawing/2014/main" id="{076934D6-602D-6CCF-6B31-35575C07928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8848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E3916C6-FCD1-6F9A-445E-3D0915995F1A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9376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C58D469-AAB0-CB8B-CE5A-DF474F6D8C1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1" y="11006648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4">
            <a:extLst>
              <a:ext uri="{FF2B5EF4-FFF2-40B4-BE49-F238E27FC236}">
                <a16:creationId xmlns:a16="http://schemas.microsoft.com/office/drawing/2014/main" id="{157879AC-2842-1C0D-BE88-A53BB7AC05C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1" y="10381469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623824F2-BD7A-FF50-B0BD-D3C1B01D9489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BC68CEEF-5DD1-4DA6-978B-0EE9C83F2FD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028944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5">
            <a:extLst>
              <a:ext uri="{FF2B5EF4-FFF2-40B4-BE49-F238E27FC236}">
                <a16:creationId xmlns:a16="http://schemas.microsoft.com/office/drawing/2014/main" id="{7851B54C-7488-089C-D52C-4A52B32CC48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028944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21ED7823-61D2-2FFA-CA90-BF25752944E3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6028944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513BBBB-DE5A-527D-46E8-1743A8031B8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4429232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6">
            <a:extLst>
              <a:ext uri="{FF2B5EF4-FFF2-40B4-BE49-F238E27FC236}">
                <a16:creationId xmlns:a16="http://schemas.microsoft.com/office/drawing/2014/main" id="{7E60EE3D-5E59-F26C-8AD9-2188B7C9652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4429232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3EDD73EC-F926-8897-6059-C200AC5FE9EE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14429232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A6E0E99-4BE8-903E-B9C7-B082801EF3D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2829520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7">
            <a:extLst>
              <a:ext uri="{FF2B5EF4-FFF2-40B4-BE49-F238E27FC236}">
                <a16:creationId xmlns:a16="http://schemas.microsoft.com/office/drawing/2014/main" id="{ED6A66F4-9D18-8D19-BF9D-6CD753BA735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2829520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6876670D-7D23-4CF6-8548-FE090C8A76B3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22829520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749407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E20898E1-3C2D-56B3-EB64-8545413A1DC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D744ED2D-1CB0-DF46-4299-C65986BE384C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978D673-0BDB-8A27-A8D7-CE578AEA3CB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1532DC11-96E1-4F5D-35B2-D80108E71F6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800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9E6D5051-4FCC-CB02-0C06-B1F5332FD706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8800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2CDFFA7-9E02-725D-0EDB-D93305C6A6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9723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2">
            <a:extLst>
              <a:ext uri="{FF2B5EF4-FFF2-40B4-BE49-F238E27FC236}">
                <a16:creationId xmlns:a16="http://schemas.microsoft.com/office/drawing/2014/main" id="{B0CA0F5C-334B-B584-E06F-1E2F109F9AB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9723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536FB7D-F1F0-781E-34AB-3F1ABF5CE19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9088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1F4CC7B-C72C-4672-E74C-6D61EC92881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8848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3">
            <a:extLst>
              <a:ext uri="{FF2B5EF4-FFF2-40B4-BE49-F238E27FC236}">
                <a16:creationId xmlns:a16="http://schemas.microsoft.com/office/drawing/2014/main" id="{641EC321-A433-3051-F6F8-BF4CB5E9408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8848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DED3346E-BCE7-4488-337D-3A6A02329800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9376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AF78149-262D-6518-1A2F-47D582DC9B5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1" y="11006648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4" name="Image Text Placeholder 4">
            <a:extLst>
              <a:ext uri="{FF2B5EF4-FFF2-40B4-BE49-F238E27FC236}">
                <a16:creationId xmlns:a16="http://schemas.microsoft.com/office/drawing/2014/main" id="{1AD5F046-F946-28E3-7E59-15789CD8545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1" y="10381469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148034F7-3860-40F0-3BFE-91AD4D05A0F8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7E32F74-3796-25BA-BB04-53971CE7834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28165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3" name="Image Text Placeholder 5">
            <a:extLst>
              <a:ext uri="{FF2B5EF4-FFF2-40B4-BE49-F238E27FC236}">
                <a16:creationId xmlns:a16="http://schemas.microsoft.com/office/drawing/2014/main" id="{AC0EEF07-6B9F-F5FC-B330-CB47B5A55A5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28165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4" name="Picture Placeholder 5">
            <a:extLst>
              <a:ext uri="{FF2B5EF4-FFF2-40B4-BE49-F238E27FC236}">
                <a16:creationId xmlns:a16="http://schemas.microsoft.com/office/drawing/2014/main" id="{AEF5DC33-5308-239C-B13F-2AA57684D6B9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1828165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8B41D1B9-66C7-13BB-2E1F-CD69E9131E1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228665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6" name="Image Text Placeholder 6">
            <a:extLst>
              <a:ext uri="{FF2B5EF4-FFF2-40B4-BE49-F238E27FC236}">
                <a16:creationId xmlns:a16="http://schemas.microsoft.com/office/drawing/2014/main" id="{C5498CBA-E497-16C1-742F-C3C26EC95DB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228665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213EF361-63C9-84EA-0E58-4BC930EB7A36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10228665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3B075A3F-076B-6F14-D6D7-7BB067058D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8629164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9" name="Image Text Placeholder 7">
            <a:extLst>
              <a:ext uri="{FF2B5EF4-FFF2-40B4-BE49-F238E27FC236}">
                <a16:creationId xmlns:a16="http://schemas.microsoft.com/office/drawing/2014/main" id="{5AE371D2-9890-D27E-0C89-F23BED97E6B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8629164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0" name="Picture Placeholder 7">
            <a:extLst>
              <a:ext uri="{FF2B5EF4-FFF2-40B4-BE49-F238E27FC236}">
                <a16:creationId xmlns:a16="http://schemas.microsoft.com/office/drawing/2014/main" id="{F2777701-1439-D1A7-FE1A-91F9E6F53389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18629165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E3611A72-8635-0768-FE24-C8BE5A06804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7029664" y="17350073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2" name="Image Text Placeholder 8">
            <a:extLst>
              <a:ext uri="{FF2B5EF4-FFF2-40B4-BE49-F238E27FC236}">
                <a16:creationId xmlns:a16="http://schemas.microsoft.com/office/drawing/2014/main" id="{15F22903-F879-146C-D653-1C953D51F1D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7029664" y="16724037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3" name="Picture Placeholder 8">
            <a:extLst>
              <a:ext uri="{FF2B5EF4-FFF2-40B4-BE49-F238E27FC236}">
                <a16:creationId xmlns:a16="http://schemas.microsoft.com/office/drawing/2014/main" id="{C9A3B76A-47E4-4BBA-C00F-A605F3B99E75}"/>
              </a:ext>
            </a:extLst>
          </p:cNvPr>
          <p:cNvSpPr>
            <a:spLocks noGrp="1" noChangeAspect="1"/>
          </p:cNvSpPr>
          <p:nvPr>
            <p:ph type="pic" sz="quarter" idx="74" hasCustomPrompt="1"/>
          </p:nvPr>
        </p:nvSpPr>
        <p:spPr>
          <a:xfrm>
            <a:off x="27029664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595396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6F3B741-4BA7-CA11-FB9A-C2A65AC3C33F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9B6C075D-B159-7804-C8F7-7176810B5084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B0131B47-B5B7-F148-4002-DAA1E5650ED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C28ABF7D-29F2-B0CE-ED9F-DA065CC298B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80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F7AEB09-C474-CC1F-2F31-49DF258D068D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E648B61-48E8-01D9-A502-3E3367EC173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549005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0" name="Image Text Placeholder 2">
            <a:extLst>
              <a:ext uri="{FF2B5EF4-FFF2-40B4-BE49-F238E27FC236}">
                <a16:creationId xmlns:a16="http://schemas.microsoft.com/office/drawing/2014/main" id="{8F5F26B8-D130-D082-2689-D29B5286034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9005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E9B78BB-2018-F789-2158-46DB09119372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8549639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D95C055-507D-5FF5-F328-389CA07DE9F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527048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3">
            <a:extLst>
              <a:ext uri="{FF2B5EF4-FFF2-40B4-BE49-F238E27FC236}">
                <a16:creationId xmlns:a16="http://schemas.microsoft.com/office/drawing/2014/main" id="{41777126-549B-A339-2679-A2A046510D0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27048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76135777-EFA0-9BD8-210B-552D97D43DD2}"/>
              </a:ext>
            </a:extLst>
          </p:cNvPr>
          <p:cNvSpPr>
            <a:spLocks noGrp="1" noChangeAspect="1"/>
          </p:cNvSpPr>
          <p:nvPr>
            <p:ph type="pic" sz="quarter" idx="58" hasCustomPrompt="1"/>
          </p:nvPr>
        </p:nvSpPr>
        <p:spPr>
          <a:xfrm>
            <a:off x="15270478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5D2C89D-8974-CC88-56D5-D4BD0127033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1990686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4">
            <a:extLst>
              <a:ext uri="{FF2B5EF4-FFF2-40B4-BE49-F238E27FC236}">
                <a16:creationId xmlns:a16="http://schemas.microsoft.com/office/drawing/2014/main" id="{635F3C2A-EFEC-FA7C-C6D2-B28E72D1C6C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1990686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BBF0B83C-1493-7A37-3CF6-731E6F6E6A62}"/>
              </a:ext>
            </a:extLst>
          </p:cNvPr>
          <p:cNvSpPr>
            <a:spLocks noGrp="1" noChangeAspect="1"/>
          </p:cNvSpPr>
          <p:nvPr>
            <p:ph type="pic" sz="quarter" idx="61" hasCustomPrompt="1"/>
          </p:nvPr>
        </p:nvSpPr>
        <p:spPr>
          <a:xfrm>
            <a:off x="21991317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D0BCB15C-5A68-FE62-7189-812C1AFDDAE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871216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5">
            <a:extLst>
              <a:ext uri="{FF2B5EF4-FFF2-40B4-BE49-F238E27FC236}">
                <a16:creationId xmlns:a16="http://schemas.microsoft.com/office/drawing/2014/main" id="{BBAA1C0A-15A8-D7A5-8438-1586FF72B38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71216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54DF6266-8BCE-586C-72A7-55A96425A734}"/>
              </a:ext>
            </a:extLst>
          </p:cNvPr>
          <p:cNvSpPr>
            <a:spLocks noGrp="1" noChangeAspect="1"/>
          </p:cNvSpPr>
          <p:nvPr>
            <p:ph type="pic" sz="quarter" idx="64" hasCustomPrompt="1"/>
          </p:nvPr>
        </p:nvSpPr>
        <p:spPr>
          <a:xfrm>
            <a:off x="2871216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C66E5329-4388-E232-62F0-6321508ED4A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188902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6">
            <a:extLst>
              <a:ext uri="{FF2B5EF4-FFF2-40B4-BE49-F238E27FC236}">
                <a16:creationId xmlns:a16="http://schemas.microsoft.com/office/drawing/2014/main" id="{C8C7CD6C-8D24-F322-0F0C-F048846B1B0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188902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82987E90-FC5A-5018-2FE1-CA06551E8D25}"/>
              </a:ext>
            </a:extLst>
          </p:cNvPr>
          <p:cNvSpPr>
            <a:spLocks noGrp="1" noChangeAspect="1"/>
          </p:cNvSpPr>
          <p:nvPr>
            <p:ph type="pic" sz="quarter" idx="67" hasCustomPrompt="1"/>
          </p:nvPr>
        </p:nvSpPr>
        <p:spPr>
          <a:xfrm>
            <a:off x="518922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EA58AAC9-BDA0-4352-363F-2C4B20AC270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1909741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7">
            <a:extLst>
              <a:ext uri="{FF2B5EF4-FFF2-40B4-BE49-F238E27FC236}">
                <a16:creationId xmlns:a16="http://schemas.microsoft.com/office/drawing/2014/main" id="{416F6586-0240-36B8-9B04-583616DB2AFF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1909741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9C92ADFF-6064-8070-CF54-2062716EC50B}"/>
              </a:ext>
            </a:extLst>
          </p:cNvPr>
          <p:cNvSpPr>
            <a:spLocks noGrp="1" noChangeAspect="1"/>
          </p:cNvSpPr>
          <p:nvPr>
            <p:ph type="pic" sz="quarter" idx="70" hasCustomPrompt="1"/>
          </p:nvPr>
        </p:nvSpPr>
        <p:spPr>
          <a:xfrm>
            <a:off x="1191006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CDD1216-1AB2-3445-C1F2-C6212232509D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630580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8">
            <a:extLst>
              <a:ext uri="{FF2B5EF4-FFF2-40B4-BE49-F238E27FC236}">
                <a16:creationId xmlns:a16="http://schemas.microsoft.com/office/drawing/2014/main" id="{7DDF0955-0E96-8C32-2EA7-67141F5F86C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630580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345C2C78-DA02-9F5C-15A6-E68CD36D0C74}"/>
              </a:ext>
            </a:extLst>
          </p:cNvPr>
          <p:cNvSpPr>
            <a:spLocks noGrp="1" noChangeAspect="1"/>
          </p:cNvSpPr>
          <p:nvPr>
            <p:ph type="pic" sz="quarter" idx="73" hasCustomPrompt="1"/>
          </p:nvPr>
        </p:nvSpPr>
        <p:spPr>
          <a:xfrm>
            <a:off x="1863090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7A1BDC1E-1B14-3737-389C-3D1609D760B9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5351419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9">
            <a:extLst>
              <a:ext uri="{FF2B5EF4-FFF2-40B4-BE49-F238E27FC236}">
                <a16:creationId xmlns:a16="http://schemas.microsoft.com/office/drawing/2014/main" id="{57FFD21B-106E-D0F6-6084-C07EBEE9CB8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5351419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F4798C5A-7E62-4B47-5ACD-F9CF8E66C7EB}"/>
              </a:ext>
            </a:extLst>
          </p:cNvPr>
          <p:cNvSpPr>
            <a:spLocks noGrp="1" noChangeAspect="1"/>
          </p:cNvSpPr>
          <p:nvPr>
            <p:ph type="pic" sz="quarter" idx="76" hasCustomPrompt="1"/>
          </p:nvPr>
        </p:nvSpPr>
        <p:spPr>
          <a:xfrm>
            <a:off x="2535174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306374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C42F0877-E0D9-ACDF-6AC8-31F04A799FC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30" name="Slide Number Placeholder">
            <a:extLst>
              <a:ext uri="{FF2B5EF4-FFF2-40B4-BE49-F238E27FC236}">
                <a16:creationId xmlns:a16="http://schemas.microsoft.com/office/drawing/2014/main" id="{05F8B37A-9AE1-01F7-40F2-93080E37DBC2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541D50E-AD73-9B43-6942-5D3896418D1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0A8DB497-AE6A-0DF8-9C97-FC43C5D2770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82880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58D13341-F599-599A-5F0F-2EF6A1BED6F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6B8157A-B098-20EA-AFC9-9B4CC65D4D5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549005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2">
            <a:extLst>
              <a:ext uri="{FF2B5EF4-FFF2-40B4-BE49-F238E27FC236}">
                <a16:creationId xmlns:a16="http://schemas.microsoft.com/office/drawing/2014/main" id="{9F7772A2-141A-2C32-35BF-03721C006E4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9005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9D12C4FE-EA14-DC16-E035-07F6E2255DD5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8549005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0ECDEBEB-E52F-C256-D4BC-3CD8FBACF26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27048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4" name="Image Text Placeholder 3">
            <a:extLst>
              <a:ext uri="{FF2B5EF4-FFF2-40B4-BE49-F238E27FC236}">
                <a16:creationId xmlns:a16="http://schemas.microsoft.com/office/drawing/2014/main" id="{785D8308-6DC4-5070-FBE7-A99AC647842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527048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DEC4416E-D910-82FA-849C-D1F0138FE8BF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527048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EFC9957-6324-44FA-A937-12E8D28D27D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1990686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3" name="Image Text Placeholder 4">
            <a:extLst>
              <a:ext uri="{FF2B5EF4-FFF2-40B4-BE49-F238E27FC236}">
                <a16:creationId xmlns:a16="http://schemas.microsoft.com/office/drawing/2014/main" id="{54145343-115A-7C6C-5025-8D78035AC08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90686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2E9E9CA-B252-105A-7EE9-3C32BD1E338C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1990686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75A65FBD-41FC-DAE1-70F8-6970F6A0650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71216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6" name="Image Text Placeholder 5">
            <a:extLst>
              <a:ext uri="{FF2B5EF4-FFF2-40B4-BE49-F238E27FC236}">
                <a16:creationId xmlns:a16="http://schemas.microsoft.com/office/drawing/2014/main" id="{7E4F8B92-A608-0712-63DC-7D0B8D25C99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71216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7" name="Picture Placeholder 5">
            <a:extLst>
              <a:ext uri="{FF2B5EF4-FFF2-40B4-BE49-F238E27FC236}">
                <a16:creationId xmlns:a16="http://schemas.microsoft.com/office/drawing/2014/main" id="{3040C462-A8E3-CAE7-C8B2-CC88CC2BCB82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2871216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F3DBD58A-06EA-C55D-B36A-08E3CA5C6AF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828800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9" name="Image Text Placeholder 6">
            <a:extLst>
              <a:ext uri="{FF2B5EF4-FFF2-40B4-BE49-F238E27FC236}">
                <a16:creationId xmlns:a16="http://schemas.microsoft.com/office/drawing/2014/main" id="{DFF6D880-1D4D-A370-FD0B-8E202643296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828800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0" name="Picture Placeholder 6">
            <a:extLst>
              <a:ext uri="{FF2B5EF4-FFF2-40B4-BE49-F238E27FC236}">
                <a16:creationId xmlns:a16="http://schemas.microsoft.com/office/drawing/2014/main" id="{FE36365B-485F-9C95-7F33-A795DDA0A970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182880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327C785F-6851-A93B-5694-C244F8852E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549005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2" name="Image Text Placeholder 7">
            <a:extLst>
              <a:ext uri="{FF2B5EF4-FFF2-40B4-BE49-F238E27FC236}">
                <a16:creationId xmlns:a16="http://schemas.microsoft.com/office/drawing/2014/main" id="{BE2B5C28-9A8B-0D8E-F12E-37E98398B727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549005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3" name="Picture Placeholder 7">
            <a:extLst>
              <a:ext uri="{FF2B5EF4-FFF2-40B4-BE49-F238E27FC236}">
                <a16:creationId xmlns:a16="http://schemas.microsoft.com/office/drawing/2014/main" id="{DEDF76AC-53F8-1E95-4B55-FA0C90102307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8549005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4" name="Text Placeholder 8">
            <a:extLst>
              <a:ext uri="{FF2B5EF4-FFF2-40B4-BE49-F238E27FC236}">
                <a16:creationId xmlns:a16="http://schemas.microsoft.com/office/drawing/2014/main" id="{541B0966-B263-1076-F94D-E177A8FCCA7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5270480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5" name="Image Text Placeholder 8">
            <a:extLst>
              <a:ext uri="{FF2B5EF4-FFF2-40B4-BE49-F238E27FC236}">
                <a16:creationId xmlns:a16="http://schemas.microsoft.com/office/drawing/2014/main" id="{64B1456B-F08A-3269-C378-571FD4FE263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5270480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6" name="Picture Placeholder 8">
            <a:extLst>
              <a:ext uri="{FF2B5EF4-FFF2-40B4-BE49-F238E27FC236}">
                <a16:creationId xmlns:a16="http://schemas.microsoft.com/office/drawing/2014/main" id="{B29738B8-4871-A0AD-A2D9-79A88A3D4161}"/>
              </a:ext>
            </a:extLst>
          </p:cNvPr>
          <p:cNvSpPr>
            <a:spLocks noGrp="1" noChangeAspect="1"/>
          </p:cNvSpPr>
          <p:nvPr>
            <p:ph type="pic" sz="quarter" idx="74" hasCustomPrompt="1"/>
          </p:nvPr>
        </p:nvSpPr>
        <p:spPr>
          <a:xfrm>
            <a:off x="1527048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1A3A7327-F757-246B-FF7D-069AFC0F9CF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1990686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8" name="Image Text Placeholder 9">
            <a:extLst>
              <a:ext uri="{FF2B5EF4-FFF2-40B4-BE49-F238E27FC236}">
                <a16:creationId xmlns:a16="http://schemas.microsoft.com/office/drawing/2014/main" id="{935A0663-9E19-FC04-89A2-4495D29EB0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1990686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A06CCEF2-4324-2A20-E13B-C9A34D87D13F}"/>
              </a:ext>
            </a:extLst>
          </p:cNvPr>
          <p:cNvSpPr>
            <a:spLocks noGrp="1" noChangeAspect="1"/>
          </p:cNvSpPr>
          <p:nvPr>
            <p:ph type="pic" sz="quarter" idx="77" hasCustomPrompt="1"/>
          </p:nvPr>
        </p:nvSpPr>
        <p:spPr>
          <a:xfrm>
            <a:off x="21990686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2424D5C6-2CED-3EF1-7441-B207A8A8C9B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8710892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64" name="Image Text Placeholder 10">
            <a:extLst>
              <a:ext uri="{FF2B5EF4-FFF2-40B4-BE49-F238E27FC236}">
                <a16:creationId xmlns:a16="http://schemas.microsoft.com/office/drawing/2014/main" id="{FA33B5F6-D7B6-0FFB-553F-29C7E13AAB5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8710892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B995E01A-8631-5C16-CF95-C2D61216BF22}"/>
              </a:ext>
            </a:extLst>
          </p:cNvPr>
          <p:cNvSpPr>
            <a:spLocks noGrp="1" noChangeAspect="1"/>
          </p:cNvSpPr>
          <p:nvPr>
            <p:ph type="pic" sz="quarter" idx="80" hasCustomPrompt="1"/>
          </p:nvPr>
        </p:nvSpPr>
        <p:spPr>
          <a:xfrm>
            <a:off x="28710892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393957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10603E2E-FCBB-9670-399F-4E1AA8DE52A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7" name="Slide Number Placeholder">
            <a:extLst>
              <a:ext uri="{FF2B5EF4-FFF2-40B4-BE49-F238E27FC236}">
                <a16:creationId xmlns:a16="http://schemas.microsoft.com/office/drawing/2014/main" id="{2845A55B-51B5-DA67-0B9D-B48DB2A149A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BC038FD9-0AFF-00C8-0AA3-223BDB8DBBF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630900" y="12024360"/>
            <a:ext cx="17030700" cy="672083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FAAF3530-C3FF-2C2D-7DBE-DE264BE2B69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1494844" y="13258800"/>
            <a:ext cx="6451780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558BCBFD-EB59-D408-424E-9AC9033C56F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4400" y="13258800"/>
            <a:ext cx="9896168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0A174EF8-9FF4-51FA-A66C-17A876EABB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19900" y="7086600"/>
            <a:ext cx="11125200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D4D98DE-6896-9804-F8F6-36DBA25F64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4400" y="7086600"/>
            <a:ext cx="522122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E1A4A1E-E7C9-F04E-34E1-36E29C52739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403800" y="914400"/>
            <a:ext cx="5257800" cy="1042416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F5AEEAC-F2C1-5A18-FE0A-094F2B9E4F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6373168" y="914400"/>
            <a:ext cx="13382932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D0FC23F-D808-9291-07E6-D31D82FEAE1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888794" y="914400"/>
            <a:ext cx="579857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9D9B9429-F845-30E8-36A1-DB2BB86ADC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914400"/>
            <a:ext cx="828859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484569-FB15-3B4E-EF2D-43C609DE2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29375" y="7086600"/>
            <a:ext cx="11125199" cy="4251960"/>
          </a:xfrm>
        </p:spPr>
        <p:txBody>
          <a:bodyPr anchor="ctr"/>
          <a:lstStyle>
            <a:lvl1pPr algn="ctr">
              <a:defRPr sz="5400"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256676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4E6B04E9-AFDA-A682-186B-6C9E617F31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36576000" cy="20574000"/>
          </a:xfrm>
          <a:solidFill>
            <a:schemeClr val="bg2"/>
          </a:solidFill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41203275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">
            <a:extLst>
              <a:ext uri="{FF2B5EF4-FFF2-40B4-BE49-F238E27FC236}">
                <a16:creationId xmlns:a16="http://schemas.microsoft.com/office/drawing/2014/main" id="{6C2B65C0-8411-4E1E-BB2A-A35D3E68956B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36576000" cy="20574000"/>
          </a:xfrm>
          <a:solidFill>
            <a:schemeClr val="bg2"/>
          </a:solidFill>
        </p:spPr>
        <p:txBody>
          <a:bodyPr vert="horz" lIns="0" tIns="0" rIns="0" bIns="2103120" rtlCol="0" anchor="ctr">
            <a:no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Char char="​"/>
              <a:tabLst/>
              <a:defRPr/>
            </a:pPr>
            <a:r>
              <a:rPr lang="en-US" dirty="0"/>
              <a:t>Click icon to place video</a:t>
            </a:r>
          </a:p>
        </p:txBody>
      </p:sp>
    </p:spTree>
    <p:extLst>
      <p:ext uri="{BB962C8B-B14F-4D97-AF65-F5344CB8AC3E}">
        <p14:creationId xmlns:p14="http://schemas.microsoft.com/office/powerpoint/2010/main" val="22255020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Video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">
            <a:extLst>
              <a:ext uri="{FF2B5EF4-FFF2-40B4-BE49-F238E27FC236}">
                <a16:creationId xmlns:a16="http://schemas.microsoft.com/office/drawing/2014/main" id="{54E04377-1EF8-BEB3-073F-B3A8DF9467DF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5486400" y="3104193"/>
            <a:ext cx="25603200" cy="14401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icon to place video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04389443-080A-7AA4-3085-E70BDC8F8F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800" y="2454442"/>
            <a:ext cx="32918400" cy="625475"/>
          </a:xfrm>
        </p:spPr>
        <p:txBody>
          <a:bodyPr anchor="t"/>
          <a:lstStyle>
            <a:lvl1pPr algn="ctr">
              <a:spcBef>
                <a:spcPts val="0"/>
              </a:spcBef>
              <a:spcAft>
                <a:spcPts val="0"/>
              </a:spcAft>
              <a:defRPr sz="32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subtitle description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570F4D80-EF7D-3626-2F98-566AC0DAC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1776548"/>
            <a:ext cx="32918400" cy="625642"/>
          </a:xfrm>
        </p:spPr>
        <p:txBody>
          <a:bodyPr/>
          <a:lstStyle>
            <a:lvl1pPr algn="ctr">
              <a:spcAft>
                <a:spcPts val="0"/>
              </a:spcAft>
              <a:defRPr sz="4400">
                <a:latin typeface="+mj-lt"/>
              </a:defRPr>
            </a:lvl1pPr>
          </a:lstStyle>
          <a:p>
            <a:r>
              <a:rPr lang="en-US" dirty="0"/>
              <a:t>Demo Title Goes Here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60EBBCC-FBDE-8093-F4FD-0B4F364BCAB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7543800" y="19431000"/>
            <a:ext cx="2148840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EB50A31F-A2CF-8090-6E63-67B213D66BB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14400" y="19431000"/>
            <a:ext cx="64008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234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64B3AED4-78D5-2F14-5B4B-21B821017D1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71B3CD7F-5DB5-8DB6-34DE-A76A3CB0406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3195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3195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63090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63090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2985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2985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1037308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A6CB6789-A0C4-095B-4F78-A1935A3E79A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E22358C3-92D5-2D07-2859-E0B77BBAAB9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Subtext 5">
            <a:extLst>
              <a:ext uri="{FF2B5EF4-FFF2-40B4-BE49-F238E27FC236}">
                <a16:creationId xmlns:a16="http://schemas.microsoft.com/office/drawing/2014/main" id="{79595540-7D50-9C33-11AB-4737EDCA05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1216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0" name="Header 5">
            <a:extLst>
              <a:ext uri="{FF2B5EF4-FFF2-40B4-BE49-F238E27FC236}">
                <a16:creationId xmlns:a16="http://schemas.microsoft.com/office/drawing/2014/main" id="{8469ED06-1608-84FC-0D7B-6FBF34206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1216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8" name="Date 5">
            <a:extLst>
              <a:ext uri="{FF2B5EF4-FFF2-40B4-BE49-F238E27FC236}">
                <a16:creationId xmlns:a16="http://schemas.microsoft.com/office/drawing/2014/main" id="{197DC0FF-E771-C7E5-1839-62718E5C28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8712161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991321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991321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7" name="Date 4">
            <a:extLst>
              <a:ext uri="{FF2B5EF4-FFF2-40B4-BE49-F238E27FC236}">
                <a16:creationId xmlns:a16="http://schemas.microsoft.com/office/drawing/2014/main" id="{8A35295F-18C1-E7C2-4B76-FA98F00E0C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991321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7048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7048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6" name="Date 3">
            <a:extLst>
              <a:ext uri="{FF2B5EF4-FFF2-40B4-BE49-F238E27FC236}">
                <a16:creationId xmlns:a16="http://schemas.microsoft.com/office/drawing/2014/main" id="{AA8E5F1F-D8CB-AF2C-6402-A88184D721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7048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964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5" name="Date 2">
            <a:extLst>
              <a:ext uri="{FF2B5EF4-FFF2-40B4-BE49-F238E27FC236}">
                <a16:creationId xmlns:a16="http://schemas.microsoft.com/office/drawing/2014/main" id="{2BA200AD-64DF-9EA9-931D-7CC351D191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964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4" name="Date 1">
            <a:extLst>
              <a:ext uri="{FF2B5EF4-FFF2-40B4-BE49-F238E27FC236}">
                <a16:creationId xmlns:a16="http://schemas.microsoft.com/office/drawing/2014/main" id="{AA7B335B-116C-4EAD-5E50-3BE7BD181D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74683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4755AA01-CD1A-BA1A-6267-72402A650C10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AEBDFF6D-5282-AD34-8B0E-F3B5DB237CA7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Subtext 5">
            <a:extLst>
              <a:ext uri="{FF2B5EF4-FFF2-40B4-BE49-F238E27FC236}">
                <a16:creationId xmlns:a16="http://schemas.microsoft.com/office/drawing/2014/main" id="{79595540-7D50-9C33-11AB-4737EDCA05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1216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B7F07BEA-9328-83D7-7A86-EF49E5AB367B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2903220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20" name="Header 5">
            <a:extLst>
              <a:ext uri="{FF2B5EF4-FFF2-40B4-BE49-F238E27FC236}">
                <a16:creationId xmlns:a16="http://schemas.microsoft.com/office/drawing/2014/main" id="{8469ED06-1608-84FC-0D7B-6FBF34206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1216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8" name="Date 5">
            <a:extLst>
              <a:ext uri="{FF2B5EF4-FFF2-40B4-BE49-F238E27FC236}">
                <a16:creationId xmlns:a16="http://schemas.microsoft.com/office/drawing/2014/main" id="{197DC0FF-E771-C7E5-1839-62718E5C28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8712161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991321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272FF6CA-4EAC-CC1F-F26F-2BCDDEECA983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22311361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991321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7" name="Date 4">
            <a:extLst>
              <a:ext uri="{FF2B5EF4-FFF2-40B4-BE49-F238E27FC236}">
                <a16:creationId xmlns:a16="http://schemas.microsoft.com/office/drawing/2014/main" id="{8A35295F-18C1-E7C2-4B76-FA98F00E0C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991321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7048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F05EA37B-1E0F-5633-E2D2-0B1F3E9CBD61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559052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7048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6" name="Date 3">
            <a:extLst>
              <a:ext uri="{FF2B5EF4-FFF2-40B4-BE49-F238E27FC236}">
                <a16:creationId xmlns:a16="http://schemas.microsoft.com/office/drawing/2014/main" id="{AA8E5F1F-D8CB-AF2C-6402-A88184D721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7048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BD4D4623-91D4-3807-8FEA-A1445E516A8F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86968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964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5" name="Date 2">
            <a:extLst>
              <a:ext uri="{FF2B5EF4-FFF2-40B4-BE49-F238E27FC236}">
                <a16:creationId xmlns:a16="http://schemas.microsoft.com/office/drawing/2014/main" id="{2BA200AD-64DF-9EA9-931D-7CC351D191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964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56269049-A39A-59CE-F6F5-56614D1F130A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2148840" y="10736828"/>
            <a:ext cx="5714999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4" name="Date 1">
            <a:extLst>
              <a:ext uri="{FF2B5EF4-FFF2-40B4-BE49-F238E27FC236}">
                <a16:creationId xmlns:a16="http://schemas.microsoft.com/office/drawing/2014/main" id="{AA7B335B-116C-4EAD-5E50-3BE7BD181D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58575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(Cente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48C0C1F-BDEF-41A8-0F04-DDA5A236CB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672345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68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Text">
            <a:extLst>
              <a:ext uri="{FF2B5EF4-FFF2-40B4-BE49-F238E27FC236}">
                <a16:creationId xmlns:a16="http://schemas.microsoft.com/office/drawing/2014/main" id="{1BF75DB8-C4B4-5045-D3CD-0BB9D247A7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4543020" y="19448330"/>
            <a:ext cx="1119785" cy="209889"/>
          </a:xfrm>
          <a:custGeom>
            <a:avLst/>
            <a:gdLst>
              <a:gd name="csX0" fmla="*/ 465673 w 1119785"/>
              <a:gd name="csY0" fmla="*/ 284 h 209889"/>
              <a:gd name="csX1" fmla="*/ 465694 w 1119785"/>
              <a:gd name="csY1" fmla="*/ 209890 h 209889"/>
              <a:gd name="csX2" fmla="*/ 524892 w 1119785"/>
              <a:gd name="csY2" fmla="*/ 209890 h 209889"/>
              <a:gd name="csX3" fmla="*/ 524892 w 1119785"/>
              <a:gd name="csY3" fmla="*/ 288 h 209889"/>
              <a:gd name="csX4" fmla="*/ 465673 w 1119785"/>
              <a:gd name="csY4" fmla="*/ 284 h 209889"/>
              <a:gd name="csX5" fmla="*/ 0 w 1119785"/>
              <a:gd name="csY5" fmla="*/ 0 h 209889"/>
              <a:gd name="csX6" fmla="*/ 0 w 1119785"/>
              <a:gd name="csY6" fmla="*/ 209890 h 209889"/>
              <a:gd name="csX7" fmla="*/ 59719 w 1119785"/>
              <a:gd name="csY7" fmla="*/ 209890 h 209889"/>
              <a:gd name="csX8" fmla="*/ 59719 w 1119785"/>
              <a:gd name="csY8" fmla="*/ 50517 h 209889"/>
              <a:gd name="csX9" fmla="*/ 105986 w 1119785"/>
              <a:gd name="csY9" fmla="*/ 50533 h 209889"/>
              <a:gd name="csX10" fmla="*/ 139614 w 1119785"/>
              <a:gd name="csY10" fmla="*/ 62228 h 209889"/>
              <a:gd name="csX11" fmla="*/ 152802 w 1119785"/>
              <a:gd name="csY11" fmla="*/ 117726 h 209889"/>
              <a:gd name="csX12" fmla="*/ 152802 w 1119785"/>
              <a:gd name="csY12" fmla="*/ 209890 h 209889"/>
              <a:gd name="csX13" fmla="*/ 210658 w 1119785"/>
              <a:gd name="csY13" fmla="*/ 209880 h 209889"/>
              <a:gd name="csX14" fmla="*/ 210665 w 1119785"/>
              <a:gd name="csY14" fmla="*/ 93927 h 209889"/>
              <a:gd name="csX15" fmla="*/ 106298 w 1119785"/>
              <a:gd name="csY15" fmla="*/ 0 h 209889"/>
              <a:gd name="csX16" fmla="*/ 0 w 1119785"/>
              <a:gd name="csY16" fmla="*/ 0 h 209889"/>
              <a:gd name="csX17" fmla="*/ 560987 w 1119785"/>
              <a:gd name="csY17" fmla="*/ 292 h 209889"/>
              <a:gd name="csX18" fmla="*/ 560987 w 1119785"/>
              <a:gd name="csY18" fmla="*/ 209890 h 209889"/>
              <a:gd name="csX19" fmla="*/ 657002 w 1119785"/>
              <a:gd name="csY19" fmla="*/ 209890 h 209889"/>
              <a:gd name="csX20" fmla="*/ 742915 w 1119785"/>
              <a:gd name="csY20" fmla="*/ 182307 h 209889"/>
              <a:gd name="csX21" fmla="*/ 763926 w 1119785"/>
              <a:gd name="csY21" fmla="*/ 107395 h 209889"/>
              <a:gd name="csX22" fmla="*/ 744763 w 1119785"/>
              <a:gd name="csY22" fmla="*/ 35282 h 209889"/>
              <a:gd name="csX23" fmla="*/ 644072 w 1119785"/>
              <a:gd name="csY23" fmla="*/ 292 h 209889"/>
              <a:gd name="csX24" fmla="*/ 560987 w 1119785"/>
              <a:gd name="csY24" fmla="*/ 292 h 209889"/>
              <a:gd name="csX25" fmla="*/ 619712 w 1119785"/>
              <a:gd name="csY25" fmla="*/ 45930 h 209889"/>
              <a:gd name="csX26" fmla="*/ 645163 w 1119785"/>
              <a:gd name="csY26" fmla="*/ 45930 h 209889"/>
              <a:gd name="csX27" fmla="*/ 705965 w 1119785"/>
              <a:gd name="csY27" fmla="*/ 105536 h 209889"/>
              <a:gd name="csX28" fmla="*/ 645163 w 1119785"/>
              <a:gd name="csY28" fmla="*/ 165153 h 209889"/>
              <a:gd name="csX29" fmla="*/ 619712 w 1119785"/>
              <a:gd name="csY29" fmla="*/ 165153 h 209889"/>
              <a:gd name="csX30" fmla="*/ 619712 w 1119785"/>
              <a:gd name="csY30" fmla="*/ 45930 h 209889"/>
              <a:gd name="csX31" fmla="*/ 380323 w 1119785"/>
              <a:gd name="csY31" fmla="*/ 292 h 209889"/>
              <a:gd name="csX32" fmla="*/ 330923 w 1119785"/>
              <a:gd name="csY32" fmla="*/ 166410 h 209889"/>
              <a:gd name="csX33" fmla="*/ 283578 w 1119785"/>
              <a:gd name="csY33" fmla="*/ 302 h 209889"/>
              <a:gd name="csX34" fmla="*/ 219677 w 1119785"/>
              <a:gd name="csY34" fmla="*/ 292 h 209889"/>
              <a:gd name="csX35" fmla="*/ 287289 w 1119785"/>
              <a:gd name="csY35" fmla="*/ 209890 h 209889"/>
              <a:gd name="csX36" fmla="*/ 372604 w 1119785"/>
              <a:gd name="csY36" fmla="*/ 209890 h 209889"/>
              <a:gd name="csX37" fmla="*/ 440744 w 1119785"/>
              <a:gd name="csY37" fmla="*/ 292 h 209889"/>
              <a:gd name="csX38" fmla="*/ 380323 w 1119785"/>
              <a:gd name="csY38" fmla="*/ 292 h 209889"/>
              <a:gd name="csX39" fmla="*/ 791468 w 1119785"/>
              <a:gd name="csY39" fmla="*/ 209890 h 209889"/>
              <a:gd name="csX40" fmla="*/ 850673 w 1119785"/>
              <a:gd name="csY40" fmla="*/ 209890 h 209889"/>
              <a:gd name="csX41" fmla="*/ 850673 w 1119785"/>
              <a:gd name="csY41" fmla="*/ 302 h 209889"/>
              <a:gd name="csX42" fmla="*/ 791454 w 1119785"/>
              <a:gd name="csY42" fmla="*/ 292 h 209889"/>
              <a:gd name="csX43" fmla="*/ 791468 w 1119785"/>
              <a:gd name="csY43" fmla="*/ 209890 h 209889"/>
              <a:gd name="csX44" fmla="*/ 957416 w 1119785"/>
              <a:gd name="csY44" fmla="*/ 367 h 209889"/>
              <a:gd name="csX45" fmla="*/ 874755 w 1119785"/>
              <a:gd name="csY45" fmla="*/ 209818 h 209889"/>
              <a:gd name="csX46" fmla="*/ 933125 w 1119785"/>
              <a:gd name="csY46" fmla="*/ 209818 h 209889"/>
              <a:gd name="csX47" fmla="*/ 946202 w 1119785"/>
              <a:gd name="csY47" fmla="*/ 172798 h 209889"/>
              <a:gd name="csX48" fmla="*/ 1044030 w 1119785"/>
              <a:gd name="csY48" fmla="*/ 172798 h 209889"/>
              <a:gd name="csX49" fmla="*/ 1056412 w 1119785"/>
              <a:gd name="csY49" fmla="*/ 209818 h 209889"/>
              <a:gd name="csX50" fmla="*/ 1119785 w 1119785"/>
              <a:gd name="csY50" fmla="*/ 209818 h 209889"/>
              <a:gd name="csX51" fmla="*/ 1036492 w 1119785"/>
              <a:gd name="csY51" fmla="*/ 349 h 209889"/>
              <a:gd name="csX52" fmla="*/ 957416 w 1119785"/>
              <a:gd name="csY52" fmla="*/ 367 h 209889"/>
              <a:gd name="csX53" fmla="*/ 995846 w 1119785"/>
              <a:gd name="csY53" fmla="*/ 38579 h 209889"/>
              <a:gd name="csX54" fmla="*/ 1031705 w 1119785"/>
              <a:gd name="csY54" fmla="*/ 136703 h 209889"/>
              <a:gd name="csX55" fmla="*/ 958854 w 1119785"/>
              <a:gd name="csY55" fmla="*/ 136703 h 209889"/>
              <a:gd name="csX56" fmla="*/ 995846 w 1119785"/>
              <a:gd name="csY56" fmla="*/ 38579 h 2098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119785" h="209889">
                <a:moveTo>
                  <a:pt x="465673" y="284"/>
                </a:moveTo>
                <a:lnTo>
                  <a:pt x="465694" y="209890"/>
                </a:lnTo>
                <a:lnTo>
                  <a:pt x="524892" y="209890"/>
                </a:lnTo>
                <a:lnTo>
                  <a:pt x="524892" y="288"/>
                </a:lnTo>
                <a:lnTo>
                  <a:pt x="465673" y="284"/>
                </a:lnTo>
                <a:close/>
                <a:moveTo>
                  <a:pt x="0" y="0"/>
                </a:moveTo>
                <a:lnTo>
                  <a:pt x="0" y="209890"/>
                </a:lnTo>
                <a:lnTo>
                  <a:pt x="59719" y="209890"/>
                </a:lnTo>
                <a:lnTo>
                  <a:pt x="59719" y="50517"/>
                </a:lnTo>
                <a:lnTo>
                  <a:pt x="105986" y="50533"/>
                </a:lnTo>
                <a:cubicBezTo>
                  <a:pt x="121313" y="50533"/>
                  <a:pt x="132229" y="54347"/>
                  <a:pt x="139614" y="62228"/>
                </a:cubicBezTo>
                <a:cubicBezTo>
                  <a:pt x="148980" y="72206"/>
                  <a:pt x="152802" y="88290"/>
                  <a:pt x="152802" y="117726"/>
                </a:cubicBezTo>
                <a:lnTo>
                  <a:pt x="152802" y="209890"/>
                </a:lnTo>
                <a:lnTo>
                  <a:pt x="210658" y="209880"/>
                </a:lnTo>
                <a:lnTo>
                  <a:pt x="210665" y="93927"/>
                </a:lnTo>
                <a:cubicBezTo>
                  <a:pt x="210665" y="11161"/>
                  <a:pt x="157909" y="0"/>
                  <a:pt x="106298" y="0"/>
                </a:cubicBezTo>
                <a:lnTo>
                  <a:pt x="0" y="0"/>
                </a:lnTo>
                <a:moveTo>
                  <a:pt x="560987" y="292"/>
                </a:moveTo>
                <a:lnTo>
                  <a:pt x="560987" y="209890"/>
                </a:lnTo>
                <a:lnTo>
                  <a:pt x="657002" y="209890"/>
                </a:lnTo>
                <a:cubicBezTo>
                  <a:pt x="708161" y="209890"/>
                  <a:pt x="724857" y="201382"/>
                  <a:pt x="742915" y="182307"/>
                </a:cubicBezTo>
                <a:cubicBezTo>
                  <a:pt x="755679" y="168916"/>
                  <a:pt x="763926" y="139520"/>
                  <a:pt x="763926" y="107395"/>
                </a:cubicBezTo>
                <a:cubicBezTo>
                  <a:pt x="763926" y="77934"/>
                  <a:pt x="756943" y="51650"/>
                  <a:pt x="744763" y="35282"/>
                </a:cubicBezTo>
                <a:cubicBezTo>
                  <a:pt x="722835" y="6013"/>
                  <a:pt x="691235" y="292"/>
                  <a:pt x="644072" y="292"/>
                </a:cubicBezTo>
                <a:lnTo>
                  <a:pt x="560987" y="292"/>
                </a:lnTo>
                <a:close/>
                <a:moveTo>
                  <a:pt x="619712" y="45930"/>
                </a:moveTo>
                <a:lnTo>
                  <a:pt x="645163" y="45930"/>
                </a:lnTo>
                <a:cubicBezTo>
                  <a:pt x="682085" y="45930"/>
                  <a:pt x="705965" y="62512"/>
                  <a:pt x="705965" y="105536"/>
                </a:cubicBezTo>
                <a:cubicBezTo>
                  <a:pt x="705965" y="148571"/>
                  <a:pt x="682085" y="165153"/>
                  <a:pt x="645163" y="165153"/>
                </a:cubicBezTo>
                <a:lnTo>
                  <a:pt x="619712" y="165153"/>
                </a:lnTo>
                <a:lnTo>
                  <a:pt x="619712" y="45930"/>
                </a:lnTo>
                <a:close/>
                <a:moveTo>
                  <a:pt x="380323" y="292"/>
                </a:moveTo>
                <a:lnTo>
                  <a:pt x="330923" y="166410"/>
                </a:lnTo>
                <a:lnTo>
                  <a:pt x="283578" y="302"/>
                </a:lnTo>
                <a:lnTo>
                  <a:pt x="219677" y="292"/>
                </a:lnTo>
                <a:lnTo>
                  <a:pt x="287289" y="209890"/>
                </a:lnTo>
                <a:lnTo>
                  <a:pt x="372604" y="209890"/>
                </a:lnTo>
                <a:lnTo>
                  <a:pt x="440744" y="292"/>
                </a:lnTo>
                <a:lnTo>
                  <a:pt x="380323" y="292"/>
                </a:lnTo>
                <a:close/>
                <a:moveTo>
                  <a:pt x="791468" y="209890"/>
                </a:moveTo>
                <a:lnTo>
                  <a:pt x="850673" y="209890"/>
                </a:lnTo>
                <a:lnTo>
                  <a:pt x="850673" y="302"/>
                </a:lnTo>
                <a:lnTo>
                  <a:pt x="791454" y="292"/>
                </a:lnTo>
                <a:lnTo>
                  <a:pt x="791468" y="209890"/>
                </a:lnTo>
                <a:close/>
                <a:moveTo>
                  <a:pt x="957416" y="367"/>
                </a:moveTo>
                <a:lnTo>
                  <a:pt x="874755" y="209818"/>
                </a:lnTo>
                <a:lnTo>
                  <a:pt x="933125" y="209818"/>
                </a:lnTo>
                <a:lnTo>
                  <a:pt x="946202" y="172798"/>
                </a:lnTo>
                <a:lnTo>
                  <a:pt x="1044030" y="172798"/>
                </a:lnTo>
                <a:lnTo>
                  <a:pt x="1056412" y="209818"/>
                </a:lnTo>
                <a:lnTo>
                  <a:pt x="1119785" y="209818"/>
                </a:lnTo>
                <a:lnTo>
                  <a:pt x="1036492" y="349"/>
                </a:lnTo>
                <a:lnTo>
                  <a:pt x="957416" y="367"/>
                </a:lnTo>
                <a:close/>
                <a:moveTo>
                  <a:pt x="995846" y="38579"/>
                </a:moveTo>
                <a:lnTo>
                  <a:pt x="1031705" y="136703"/>
                </a:lnTo>
                <a:lnTo>
                  <a:pt x="958854" y="136703"/>
                </a:lnTo>
                <a:lnTo>
                  <a:pt x="995846" y="38579"/>
                </a:lnTo>
                <a:close/>
              </a:path>
            </a:pathLst>
          </a:custGeom>
          <a:solidFill>
            <a:schemeClr val="tx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Logo Eye">
            <a:extLst>
              <a:ext uri="{FF2B5EF4-FFF2-40B4-BE49-F238E27FC236}">
                <a16:creationId xmlns:a16="http://schemas.microsoft.com/office/drawing/2014/main" id="{5530284D-5EA9-3120-4325-FD1BC8D498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3981198" y="19388273"/>
            <a:ext cx="482575" cy="319331"/>
          </a:xfrm>
          <a:custGeom>
            <a:avLst/>
            <a:gdLst>
              <a:gd name="csX0" fmla="*/ 180055 w 482575"/>
              <a:gd name="csY0" fmla="*/ 95285 h 319331"/>
              <a:gd name="csX1" fmla="*/ 180055 w 482575"/>
              <a:gd name="csY1" fmla="*/ 66441 h 319331"/>
              <a:gd name="csX2" fmla="*/ 188566 w 482575"/>
              <a:gd name="csY2" fmla="*/ 66002 h 319331"/>
              <a:gd name="csX3" fmla="*/ 319215 w 482575"/>
              <a:gd name="csY3" fmla="*/ 133789 h 319331"/>
              <a:gd name="csX4" fmla="*/ 203378 w 482575"/>
              <a:gd name="csY4" fmla="*/ 211432 h 319331"/>
              <a:gd name="csX5" fmla="*/ 180055 w 482575"/>
              <a:gd name="csY5" fmla="*/ 207703 h 319331"/>
              <a:gd name="csX6" fmla="*/ 180055 w 482575"/>
              <a:gd name="csY6" fmla="*/ 120235 h 319331"/>
              <a:gd name="csX7" fmla="*/ 235412 w 482575"/>
              <a:gd name="csY7" fmla="*/ 168288 h 319331"/>
              <a:gd name="csX8" fmla="*/ 276478 w 482575"/>
              <a:gd name="csY8" fmla="*/ 133663 h 319331"/>
              <a:gd name="csX9" fmla="*/ 195969 w 482575"/>
              <a:gd name="csY9" fmla="*/ 94346 h 319331"/>
              <a:gd name="csX10" fmla="*/ 180055 w 482575"/>
              <a:gd name="csY10" fmla="*/ 95285 h 319331"/>
              <a:gd name="csX11" fmla="*/ 180055 w 482575"/>
              <a:gd name="csY11" fmla="*/ 0 h 319331"/>
              <a:gd name="csX12" fmla="*/ 180055 w 482575"/>
              <a:gd name="csY12" fmla="*/ 43086 h 319331"/>
              <a:gd name="csX13" fmla="*/ 188566 w 482575"/>
              <a:gd name="csY13" fmla="*/ 42579 h 319331"/>
              <a:gd name="csX14" fmla="*/ 369752 w 482575"/>
              <a:gd name="csY14" fmla="*/ 132555 h 319331"/>
              <a:gd name="csX15" fmla="*/ 202126 w 482575"/>
              <a:gd name="csY15" fmla="*/ 232386 h 319331"/>
              <a:gd name="csX16" fmla="*/ 180055 w 482575"/>
              <a:gd name="csY16" fmla="*/ 230442 h 319331"/>
              <a:gd name="csX17" fmla="*/ 180055 w 482575"/>
              <a:gd name="csY17" fmla="*/ 257075 h 319331"/>
              <a:gd name="csX18" fmla="*/ 198434 w 482575"/>
              <a:gd name="csY18" fmla="*/ 258265 h 319331"/>
              <a:gd name="csX19" fmla="*/ 391326 w 482575"/>
              <a:gd name="csY19" fmla="*/ 169512 h 319331"/>
              <a:gd name="csX20" fmla="*/ 446177 w 482575"/>
              <a:gd name="csY20" fmla="*/ 202800 h 319331"/>
              <a:gd name="csX21" fmla="*/ 199658 w 482575"/>
              <a:gd name="csY21" fmla="*/ 282921 h 319331"/>
              <a:gd name="csX22" fmla="*/ 180055 w 482575"/>
              <a:gd name="csY22" fmla="*/ 281903 h 319331"/>
              <a:gd name="csX23" fmla="*/ 180055 w 482575"/>
              <a:gd name="csY23" fmla="*/ 319332 h 319331"/>
              <a:gd name="csX24" fmla="*/ 482575 w 482575"/>
              <a:gd name="csY24" fmla="*/ 319332 h 319331"/>
              <a:gd name="csX25" fmla="*/ 482575 w 482575"/>
              <a:gd name="csY25" fmla="*/ 0 h 319331"/>
              <a:gd name="csX26" fmla="*/ 180055 w 482575"/>
              <a:gd name="csY26" fmla="*/ 0 h 319331"/>
              <a:gd name="csX27" fmla="*/ 180055 w 482575"/>
              <a:gd name="csY27" fmla="*/ 207703 h 319331"/>
              <a:gd name="csX28" fmla="*/ 180055 w 482575"/>
              <a:gd name="csY28" fmla="*/ 230442 h 319331"/>
              <a:gd name="csX29" fmla="*/ 86007 w 482575"/>
              <a:gd name="csY29" fmla="*/ 140794 h 319331"/>
              <a:gd name="csX30" fmla="*/ 180055 w 482575"/>
              <a:gd name="csY30" fmla="*/ 95285 h 319331"/>
              <a:gd name="csX31" fmla="*/ 180055 w 482575"/>
              <a:gd name="csY31" fmla="*/ 120235 h 319331"/>
              <a:gd name="csX32" fmla="*/ 179940 w 482575"/>
              <a:gd name="csY32" fmla="*/ 120222 h 319331"/>
              <a:gd name="csX33" fmla="*/ 125067 w 482575"/>
              <a:gd name="csY33" fmla="*/ 145306 h 319331"/>
              <a:gd name="csX34" fmla="*/ 180055 w 482575"/>
              <a:gd name="csY34" fmla="*/ 207703 h 319331"/>
              <a:gd name="csX35" fmla="*/ 49305 w 482575"/>
              <a:gd name="csY35" fmla="*/ 137478 h 319331"/>
              <a:gd name="csX36" fmla="*/ 180055 w 482575"/>
              <a:gd name="csY36" fmla="*/ 66441 h 319331"/>
              <a:gd name="csX37" fmla="*/ 180055 w 482575"/>
              <a:gd name="csY37" fmla="*/ 43086 h 319331"/>
              <a:gd name="csX38" fmla="*/ 0 w 482575"/>
              <a:gd name="csY38" fmla="*/ 132555 h 319331"/>
              <a:gd name="csX39" fmla="*/ 180055 w 482575"/>
              <a:gd name="csY39" fmla="*/ 281903 h 319331"/>
              <a:gd name="csX40" fmla="*/ 180055 w 482575"/>
              <a:gd name="csY40" fmla="*/ 257075 h 319331"/>
              <a:gd name="csX41" fmla="*/ 49305 w 482575"/>
              <a:gd name="csY41" fmla="*/ 137478 h 319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482575" h="319331">
                <a:moveTo>
                  <a:pt x="180055" y="95285"/>
                </a:moveTo>
                <a:lnTo>
                  <a:pt x="180055" y="66441"/>
                </a:lnTo>
                <a:cubicBezTo>
                  <a:pt x="182855" y="66241"/>
                  <a:pt x="185684" y="66092"/>
                  <a:pt x="188566" y="66002"/>
                </a:cubicBezTo>
                <a:cubicBezTo>
                  <a:pt x="267458" y="63522"/>
                  <a:pt x="319215" y="133789"/>
                  <a:pt x="319215" y="133789"/>
                </a:cubicBezTo>
                <a:cubicBezTo>
                  <a:pt x="319215" y="133789"/>
                  <a:pt x="263315" y="211432"/>
                  <a:pt x="203378" y="211432"/>
                </a:cubicBezTo>
                <a:cubicBezTo>
                  <a:pt x="194745" y="211432"/>
                  <a:pt x="187020" y="210040"/>
                  <a:pt x="180055" y="207703"/>
                </a:cubicBezTo>
                <a:lnTo>
                  <a:pt x="180055" y="120235"/>
                </a:lnTo>
                <a:cubicBezTo>
                  <a:pt x="210768" y="123945"/>
                  <a:pt x="216942" y="137511"/>
                  <a:pt x="235412" y="168288"/>
                </a:cubicBezTo>
                <a:lnTo>
                  <a:pt x="276478" y="133663"/>
                </a:lnTo>
                <a:cubicBezTo>
                  <a:pt x="276478" y="133663"/>
                  <a:pt x="246502" y="94346"/>
                  <a:pt x="195969" y="94346"/>
                </a:cubicBezTo>
                <a:cubicBezTo>
                  <a:pt x="190469" y="94346"/>
                  <a:pt x="185215" y="94736"/>
                  <a:pt x="180055" y="95285"/>
                </a:cubicBezTo>
                <a:moveTo>
                  <a:pt x="180055" y="0"/>
                </a:moveTo>
                <a:lnTo>
                  <a:pt x="180055" y="43086"/>
                </a:lnTo>
                <a:cubicBezTo>
                  <a:pt x="182886" y="42862"/>
                  <a:pt x="185722" y="42682"/>
                  <a:pt x="188566" y="42579"/>
                </a:cubicBezTo>
                <a:cubicBezTo>
                  <a:pt x="298278" y="38883"/>
                  <a:pt x="369752" y="132555"/>
                  <a:pt x="369752" y="132555"/>
                </a:cubicBezTo>
                <a:cubicBezTo>
                  <a:pt x="369752" y="132555"/>
                  <a:pt x="287653" y="232386"/>
                  <a:pt x="202126" y="232386"/>
                </a:cubicBezTo>
                <a:cubicBezTo>
                  <a:pt x="194289" y="232386"/>
                  <a:pt x="186950" y="231662"/>
                  <a:pt x="180055" y="230442"/>
                </a:cubicBezTo>
                <a:lnTo>
                  <a:pt x="180055" y="257075"/>
                </a:lnTo>
                <a:cubicBezTo>
                  <a:pt x="185953" y="257825"/>
                  <a:pt x="192059" y="258265"/>
                  <a:pt x="198434" y="258265"/>
                </a:cubicBezTo>
                <a:cubicBezTo>
                  <a:pt x="278030" y="258265"/>
                  <a:pt x="335587" y="217621"/>
                  <a:pt x="391326" y="169512"/>
                </a:cubicBezTo>
                <a:cubicBezTo>
                  <a:pt x="400561" y="176911"/>
                  <a:pt x="438397" y="194911"/>
                  <a:pt x="446177" y="202800"/>
                </a:cubicBezTo>
                <a:cubicBezTo>
                  <a:pt x="393178" y="247164"/>
                  <a:pt x="269675" y="282921"/>
                  <a:pt x="199658" y="282921"/>
                </a:cubicBezTo>
                <a:cubicBezTo>
                  <a:pt x="192911" y="282921"/>
                  <a:pt x="186422" y="282513"/>
                  <a:pt x="180055" y="281903"/>
                </a:cubicBezTo>
                <a:lnTo>
                  <a:pt x="180055" y="319332"/>
                </a:lnTo>
                <a:lnTo>
                  <a:pt x="482575" y="319332"/>
                </a:lnTo>
                <a:lnTo>
                  <a:pt x="482575" y="0"/>
                </a:lnTo>
                <a:lnTo>
                  <a:pt x="180055" y="0"/>
                </a:lnTo>
                <a:close/>
                <a:moveTo>
                  <a:pt x="180055" y="207703"/>
                </a:moveTo>
                <a:lnTo>
                  <a:pt x="180055" y="230442"/>
                </a:lnTo>
                <a:cubicBezTo>
                  <a:pt x="106440" y="217317"/>
                  <a:pt x="86007" y="140794"/>
                  <a:pt x="86007" y="140794"/>
                </a:cubicBezTo>
                <a:cubicBezTo>
                  <a:pt x="86007" y="140794"/>
                  <a:pt x="121351" y="101631"/>
                  <a:pt x="180055" y="95285"/>
                </a:cubicBezTo>
                <a:lnTo>
                  <a:pt x="180055" y="120235"/>
                </a:lnTo>
                <a:cubicBezTo>
                  <a:pt x="180010" y="120235"/>
                  <a:pt x="179980" y="120222"/>
                  <a:pt x="179940" y="120222"/>
                </a:cubicBezTo>
                <a:cubicBezTo>
                  <a:pt x="149136" y="116523"/>
                  <a:pt x="125067" y="145306"/>
                  <a:pt x="125067" y="145306"/>
                </a:cubicBezTo>
                <a:cubicBezTo>
                  <a:pt x="125067" y="145306"/>
                  <a:pt x="138551" y="193758"/>
                  <a:pt x="180055" y="207703"/>
                </a:cubicBezTo>
                <a:moveTo>
                  <a:pt x="49305" y="137478"/>
                </a:moveTo>
                <a:cubicBezTo>
                  <a:pt x="49305" y="137478"/>
                  <a:pt x="92936" y="73097"/>
                  <a:pt x="180055" y="66441"/>
                </a:cubicBezTo>
                <a:lnTo>
                  <a:pt x="180055" y="43086"/>
                </a:lnTo>
                <a:cubicBezTo>
                  <a:pt x="83562" y="50831"/>
                  <a:pt x="0" y="132555"/>
                  <a:pt x="0" y="132555"/>
                </a:cubicBezTo>
                <a:cubicBezTo>
                  <a:pt x="0" y="132555"/>
                  <a:pt x="47325" y="269377"/>
                  <a:pt x="180055" y="281903"/>
                </a:cubicBezTo>
                <a:lnTo>
                  <a:pt x="180055" y="257075"/>
                </a:lnTo>
                <a:cubicBezTo>
                  <a:pt x="82654" y="244821"/>
                  <a:pt x="49305" y="137478"/>
                  <a:pt x="49305" y="137478"/>
                </a:cubicBezTo>
                <a:close/>
              </a:path>
            </a:pathLst>
          </a:custGeom>
          <a:solidFill>
            <a:schemeClr val="accent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(Source) Placeholder">
            <a:extLst>
              <a:ext uri="{FF2B5EF4-FFF2-40B4-BE49-F238E27FC236}">
                <a16:creationId xmlns:a16="http://schemas.microsoft.com/office/drawing/2014/main" id="{4FAE9B2E-10E6-DEBE-165A-2C6E8B9C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3800" y="19431000"/>
            <a:ext cx="21488400" cy="36933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ctr">
              <a:lnSpc>
                <a:spcPct val="90000"/>
              </a:lnSpc>
              <a:defRPr sz="2000" kern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FCDFCB45-17BD-2C7E-0517-95E82587D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19431000"/>
            <a:ext cx="640080" cy="36933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>
              <a:lnSpc>
                <a:spcPct val="90000"/>
              </a:lnSpc>
              <a:defRPr sz="2000" kern="10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C331F8D2-7838-5A11-2D90-06BE8391C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5943600"/>
            <a:ext cx="32918400" cy="128016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1F6E4B95-41AA-56A9-319C-9DB7C4A76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914400"/>
            <a:ext cx="32918400" cy="246888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pPr indent="0">
              <a:lnSpc>
                <a:spcPct val="90000"/>
              </a:lnSpc>
            </a:pPr>
            <a:r>
              <a:rPr lang="en-US" sz="8800" dirty="0"/>
              <a:t>Click to Edit Title Here</a:t>
            </a:r>
            <a:br>
              <a:rPr lang="en-US" sz="8800" dirty="0"/>
            </a:br>
            <a:r>
              <a:rPr lang="en-US" sz="8800" dirty="0"/>
              <a:t>2-lines Maximum Length</a:t>
            </a:r>
          </a:p>
        </p:txBody>
      </p:sp>
      <p:sp>
        <p:nvSpPr>
          <p:cNvPr id="5" name="Date (Confidential) Placeholder">
            <a:extLst>
              <a:ext uri="{FF2B5EF4-FFF2-40B4-BE49-F238E27FC236}">
                <a16:creationId xmlns:a16="http://schemas.microsoft.com/office/drawing/2014/main" id="{EE584683-E47B-15C6-C9DA-D716A0132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28800" y="19431000"/>
            <a:ext cx="5669280" cy="36933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>
              <a:lnSpc>
                <a:spcPct val="90000"/>
              </a:lnSpc>
              <a:defRPr sz="2000" kern="1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>
                <a:cs typeface="NVIDIA Sans" panose="020B05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411670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23" r:id="rId7"/>
    <p:sldLayoutId id="2147483707" r:id="rId8"/>
    <p:sldLayoutId id="2147483662" r:id="rId9"/>
    <p:sldLayoutId id="2147483667" r:id="rId10"/>
    <p:sldLayoutId id="2147483674" r:id="rId11"/>
    <p:sldLayoutId id="2147483668" r:id="rId12"/>
    <p:sldLayoutId id="2147483673" r:id="rId13"/>
    <p:sldLayoutId id="2147483672" r:id="rId14"/>
    <p:sldLayoutId id="2147483694" r:id="rId15"/>
    <p:sldLayoutId id="2147483759" r:id="rId16"/>
    <p:sldLayoutId id="2147483682" r:id="rId17"/>
    <p:sldLayoutId id="2147483683" r:id="rId18"/>
    <p:sldLayoutId id="2147483684" r:id="rId19"/>
    <p:sldLayoutId id="2147483708" r:id="rId20"/>
    <p:sldLayoutId id="2147483709" r:id="rId21"/>
    <p:sldLayoutId id="2147483685" r:id="rId22"/>
    <p:sldLayoutId id="2147483688" r:id="rId23"/>
    <p:sldLayoutId id="2147483690" r:id="rId24"/>
    <p:sldLayoutId id="2147483689" r:id="rId25"/>
    <p:sldLayoutId id="2147483691" r:id="rId26"/>
    <p:sldLayoutId id="2147483692" r:id="rId27"/>
    <p:sldLayoutId id="2147483693" r:id="rId28"/>
    <p:sldLayoutId id="2147483703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1" r:id="rId36"/>
    <p:sldLayoutId id="2147483705" r:id="rId37"/>
    <p:sldLayoutId id="2147483716" r:id="rId38"/>
    <p:sldLayoutId id="2147483704" r:id="rId39"/>
    <p:sldLayoutId id="2147483675" r:id="rId40"/>
    <p:sldLayoutId id="2147483676" r:id="rId41"/>
    <p:sldLayoutId id="2147483677" r:id="rId42"/>
    <p:sldLayoutId id="2147483681" r:id="rId43"/>
    <p:sldLayoutId id="2147483669" r:id="rId44"/>
  </p:sldLayoutIdLst>
  <p:hf hdr="0" dt="0"/>
  <p:txStyles>
    <p:titleStyle>
      <a:lvl1pPr indent="0" algn="l" defTabSz="2743200" rtl="0" eaLnBrk="1" latinLnBrk="0" hangingPunct="1">
        <a:lnSpc>
          <a:spcPct val="90000"/>
        </a:lnSpc>
        <a:spcBef>
          <a:spcPct val="0"/>
        </a:spcBef>
        <a:buNone/>
        <a:defRPr sz="8800" kern="100" baseline="0">
          <a:solidFill>
            <a:schemeClr val="tx1"/>
          </a:solidFill>
          <a:latin typeface="+mj-lt"/>
          <a:ea typeface="+mj-ea"/>
          <a:cs typeface="NVIDIA Sans Medium" panose="020B0603020203020204" pitchFamily="34" charset="0"/>
        </a:defRPr>
      </a:lvl1pPr>
    </p:titleStyle>
    <p:bodyStyle>
      <a:lvl1pPr marL="0" indent="0" algn="l" defTabSz="2743200" rtl="0" eaLnBrk="1" latinLnBrk="0" hangingPunct="1">
        <a:lnSpc>
          <a:spcPct val="90000"/>
        </a:lnSpc>
        <a:spcBef>
          <a:spcPts val="1600"/>
        </a:spcBef>
        <a:spcAft>
          <a:spcPts val="1600"/>
        </a:spcAft>
        <a:buClr>
          <a:schemeClr val="accent1"/>
        </a:buClr>
        <a:buFont typeface="NVIDIA Sans" panose="020B0503020203020204" pitchFamily="34" charset="0"/>
        <a:buChar char="​"/>
        <a:defRPr sz="44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1pPr>
      <a:lvl2pPr marL="457200" indent="-457200" algn="l" defTabSz="2743200" rtl="0" eaLnBrk="1" latinLnBrk="0" hangingPunct="1">
        <a:lnSpc>
          <a:spcPct val="90000"/>
        </a:lnSpc>
        <a:spcBef>
          <a:spcPts val="1600"/>
        </a:spcBef>
        <a:spcAft>
          <a:spcPts val="1600"/>
        </a:spcAft>
        <a:buClr>
          <a:schemeClr val="accent1"/>
        </a:buClr>
        <a:buFont typeface="NVIDIA Sans" panose="020B0503020203020204" pitchFamily="34" charset="0"/>
        <a:buChar char="•"/>
        <a:defRPr sz="40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2pPr>
      <a:lvl3pPr marL="9144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36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3pPr>
      <a:lvl4pPr marL="13716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32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4pPr>
      <a:lvl5pPr marL="18288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28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65151"/>
          </p15:clr>
        </p15:guide>
        <p15:guide id="2" pos="23040" userDrawn="1">
          <p15:clr>
            <a:srgbClr val="F65151"/>
          </p15:clr>
        </p15:guide>
        <p15:guide id="3" pos="1152" userDrawn="1">
          <p15:clr>
            <a:srgbClr val="F65151"/>
          </p15:clr>
        </p15:guide>
        <p15:guide id="4" pos="21888" userDrawn="1">
          <p15:clr>
            <a:srgbClr val="F65151"/>
          </p15:clr>
        </p15:guide>
        <p15:guide id="5" orient="horz" userDrawn="1">
          <p15:clr>
            <a:srgbClr val="F65151"/>
          </p15:clr>
        </p15:guide>
        <p15:guide id="6" orient="horz" pos="12960" userDrawn="1">
          <p15:clr>
            <a:srgbClr val="F65151"/>
          </p15:clr>
        </p15:guide>
        <p15:guide id="7" orient="horz" pos="1152" userDrawn="1">
          <p15:clr>
            <a:srgbClr val="F65151"/>
          </p15:clr>
        </p15:guide>
        <p15:guide id="8" orient="horz" pos="11808" userDrawn="1">
          <p15:clr>
            <a:srgbClr val="F65151"/>
          </p15:clr>
        </p15:guide>
      </p15:sldGuideLst>
    </p:ext>
  </p:ext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slide1.xml><?xml version="1.0" encoding="utf-8"?>
<p:sld xmlns:a="http://schemas.openxmlformats.org/drawingml/2006/main" xmlns:p="http://schemas.openxmlformats.org/presentationml/2006/main">
  <p:cSld name="CCCL Coope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CCL&#10;Cooperative"/>
          <p:cNvSpPr/>
          <p:nvPr/>
        </p:nvSpPr>
        <p:spPr>
          <a:xfrm>
            <a:off x="1828800" y="8618220"/>
            <a:ext cx="16002000" cy="5486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12060" b="1">
                <a:solidFill>
                  <a:schemeClr val="dk1"/>
                </a:solidFill>
                <a:latin typeface="NVIDIA Sans Medium"/>
              </a:rPr>
              <a:t xml:space="preserve">CCCL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2060" b="1">
                <a:solidFill>
                  <a:schemeClr val="dk1"/>
                </a:solidFill>
                <a:latin typeface="NVIDIA Sans Medium"/>
              </a:rPr>
              <a:t xml:space="preserve">Cooperative</a:t>
            </a:r>
          </a:p>
        </p:txBody>
      </p:sp>
      <p:sp>
        <p:nvSpPr>
          <p:cNvPr id="3" name="Cooperative Groups &amp; Algorithms"/>
          <p:cNvSpPr/>
          <p:nvPr/>
        </p:nvSpPr>
        <p:spPr>
          <a:xfrm>
            <a:off x="1874520" y="15979140"/>
            <a:ext cx="14859000" cy="10972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0">
                <a:solidFill>
                  <a:schemeClr val="dk1"/>
                </a:solidFill>
                <a:latin typeface="NVIDIA Sans"/>
              </a:rPr>
              <a:t xml:space="preserve">Cooperative Groups &amp;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Why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y?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Why?</a:t>
            </a:r>
          </a:p>
        </p:txBody>
      </p:sp>
      <p:sp>
        <p:nvSpPr>
          <p:cNvPr id="3" name="Two complementary pieces for cooperative problem solving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Two complementary pieces for cooperative problem solving</a:t>
            </a:r>
          </a:p>
        </p:txBody>
      </p:sp>
      <p:sp>
        <p:nvSpPr>
          <p:cNvPr id="4" name="02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02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5600700"/>
            <a:ext cx="15887700" cy="1136142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6" name="Shape"/>
          <p:cNvSpPr/>
          <p:nvPr/>
        </p:nvSpPr>
        <p:spPr>
          <a:xfrm>
            <a:off x="1828800" y="5600700"/>
            <a:ext cx="15887700" cy="11430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7" name="01"/>
          <p:cNvSpPr/>
          <p:nvPr/>
        </p:nvSpPr>
        <p:spPr>
          <a:xfrm>
            <a:off x="2560320" y="6355080"/>
            <a:ext cx="1828800" cy="11430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1">
                <a:solidFill>
                  <a:schemeClr val="accent1"/>
                </a:solidFill>
                <a:latin typeface="NVIDIA Sans Medium"/>
              </a:rPr>
              <a:t xml:space="preserve">01</a:t>
            </a:r>
          </a:p>
        </p:txBody>
      </p:sp>
      <p:sp>
        <p:nvSpPr>
          <p:cNvPr id="8" name="CCCL Cooperative&#10;Groups"/>
          <p:cNvSpPr/>
          <p:nvPr/>
        </p:nvSpPr>
        <p:spPr>
          <a:xfrm>
            <a:off x="2560320" y="7955280"/>
            <a:ext cx="14401800" cy="2857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6660" b="1">
                <a:solidFill>
                  <a:schemeClr val="dk1"/>
                </a:solidFill>
                <a:latin typeface="NVIDIA Sans Medium"/>
              </a:rPr>
              <a:t xml:space="preserve">CCCL Cooperative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6660" b="1">
                <a:solidFill>
                  <a:schemeClr val="dk1"/>
                </a:solidFill>
                <a:latin typeface="NVIDIA Sans Medium"/>
              </a:rPr>
              <a:t xml:space="preserve">Groups</a:t>
            </a:r>
          </a:p>
        </p:txBody>
      </p:sp>
      <p:sp>
        <p:nvSpPr>
          <p:cNvPr id="9" name="A clear abstraction to organize threads&#10;into groups that can coop"/>
          <p:cNvSpPr/>
          <p:nvPr/>
        </p:nvSpPr>
        <p:spPr>
          <a:xfrm>
            <a:off x="2560320" y="12070080"/>
            <a:ext cx="14401800" cy="34290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A clear abstraction to organize threads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into groups that can cooperate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on solving problems.</a:t>
            </a:r>
          </a:p>
        </p:txBody>
      </p:sp>
      <p:sp>
        <p:nvSpPr>
          <p:cNvPr id="10" name="Shape"/>
          <p:cNvSpPr/>
          <p:nvPr/>
        </p:nvSpPr>
        <p:spPr>
          <a:xfrm>
            <a:off x="18859500" y="5600700"/>
            <a:ext cx="15887700" cy="1136142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11" name="Shape"/>
          <p:cNvSpPr/>
          <p:nvPr/>
        </p:nvSpPr>
        <p:spPr>
          <a:xfrm>
            <a:off x="18859500" y="5600700"/>
            <a:ext cx="15887700" cy="11430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2" name="02"/>
          <p:cNvSpPr/>
          <p:nvPr/>
        </p:nvSpPr>
        <p:spPr>
          <a:xfrm>
            <a:off x="19591020" y="6355080"/>
            <a:ext cx="1828800" cy="11430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1">
                <a:solidFill>
                  <a:schemeClr val="accent1"/>
                </a:solidFill>
                <a:latin typeface="NVIDIA Sans Medium"/>
              </a:rPr>
              <a:t xml:space="preserve">02</a:t>
            </a:r>
          </a:p>
        </p:txBody>
      </p:sp>
      <p:sp>
        <p:nvSpPr>
          <p:cNvPr id="13" name="CCCL Cooperative&#10;Algorithms"/>
          <p:cNvSpPr/>
          <p:nvPr/>
        </p:nvSpPr>
        <p:spPr>
          <a:xfrm>
            <a:off x="19591020" y="7955280"/>
            <a:ext cx="14401800" cy="2857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6660" b="1">
                <a:solidFill>
                  <a:schemeClr val="dk1"/>
                </a:solidFill>
                <a:latin typeface="NVIDIA Sans Medium"/>
              </a:rPr>
              <a:t xml:space="preserve">CCCL Cooperative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6660" b="1">
                <a:solidFill>
                  <a:schemeClr val="dk1"/>
                </a:solidFill>
                <a:latin typeface="NVIDIA Sans Medium"/>
              </a:rPr>
              <a:t xml:space="preserve">Algorithms</a:t>
            </a:r>
          </a:p>
        </p:txBody>
      </p:sp>
      <p:sp>
        <p:nvSpPr>
          <p:cNvPr id="14" name="APIs that implement algorithms&#10;for the common problems&#10;those grou"/>
          <p:cNvSpPr/>
          <p:nvPr/>
        </p:nvSpPr>
        <p:spPr>
          <a:xfrm>
            <a:off x="19591020" y="12070080"/>
            <a:ext cx="14401800" cy="34290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APIs that implement algorithms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for the common problems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those groups need to solve.</a:t>
            </a:r>
          </a:p>
        </p:txBody>
      </p:sp>
      <p:sp>
        <p:nvSpPr>
          <p:cNvPr id="15" name="Thread"/>
          <p:cNvSpPr/>
          <p:nvPr/>
        </p:nvSpPr>
        <p:spPr>
          <a:xfrm>
            <a:off x="2606040" y="15773400"/>
            <a:ext cx="274320" cy="27432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6" name="Thread"/>
          <p:cNvSpPr/>
          <p:nvPr/>
        </p:nvSpPr>
        <p:spPr>
          <a:xfrm>
            <a:off x="3314700" y="15773400"/>
            <a:ext cx="274320" cy="27432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7" name="Thread"/>
          <p:cNvSpPr/>
          <p:nvPr/>
        </p:nvSpPr>
        <p:spPr>
          <a:xfrm>
            <a:off x="4023360" y="15773400"/>
            <a:ext cx="274320" cy="27432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8" name="Thread"/>
          <p:cNvSpPr/>
          <p:nvPr/>
        </p:nvSpPr>
        <p:spPr>
          <a:xfrm>
            <a:off x="4732020" y="15773400"/>
            <a:ext cx="274320" cy="27432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9" name="Thread"/>
          <p:cNvSpPr/>
          <p:nvPr/>
        </p:nvSpPr>
        <p:spPr>
          <a:xfrm>
            <a:off x="5440680" y="15773400"/>
            <a:ext cx="274320" cy="27432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20" name="Thread"/>
          <p:cNvSpPr/>
          <p:nvPr/>
        </p:nvSpPr>
        <p:spPr>
          <a:xfrm>
            <a:off x="6149340" y="15773400"/>
            <a:ext cx="274320" cy="27432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21" name="Algorithm block"/>
          <p:cNvSpPr/>
          <p:nvPr/>
        </p:nvSpPr>
        <p:spPr>
          <a:xfrm>
            <a:off x="19636740" y="15704820"/>
            <a:ext cx="640080" cy="38862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22" name="Algorithm block"/>
          <p:cNvSpPr/>
          <p:nvPr/>
        </p:nvSpPr>
        <p:spPr>
          <a:xfrm>
            <a:off x="20619720" y="15704820"/>
            <a:ext cx="640080" cy="38862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23" name="Algorithm block"/>
          <p:cNvSpPr/>
          <p:nvPr/>
        </p:nvSpPr>
        <p:spPr>
          <a:xfrm>
            <a:off x="21602700" y="15704820"/>
            <a:ext cx="640080" cy="38862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When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en?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When?</a:t>
            </a:r>
          </a:p>
        </p:txBody>
      </p:sp>
      <p:sp>
        <p:nvSpPr>
          <p:cNvPr id="3" name="Ambitious goal: GTC · March 2027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Ambitious goal: GTC · March 2027</a:t>
            </a:r>
          </a:p>
        </p:txBody>
      </p:sp>
      <p:sp>
        <p:nvSpPr>
          <p:cNvPr id="4" name="03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03</a:t>
            </a:r>
          </a:p>
        </p:txBody>
      </p:sp>
      <p:sp>
        <p:nvSpPr>
          <p:cNvPr id="5" name="Shape"/>
          <p:cNvSpPr/>
          <p:nvPr/>
        </p:nvSpPr>
        <p:spPr>
          <a:xfrm>
            <a:off x="26654760" y="3451860"/>
            <a:ext cx="274320" cy="27432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6" name="Milestone"/>
          <p:cNvSpPr/>
          <p:nvPr/>
        </p:nvSpPr>
        <p:spPr>
          <a:xfrm>
            <a:off x="27180540" y="3314700"/>
            <a:ext cx="274320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0">
                <a:solidFill>
                  <a:schemeClr val="accent6"/>
                </a:solidFill>
                <a:latin typeface="NVIDIA Sans"/>
              </a:rPr>
              <a:t xml:space="preserve">Milestone</a:t>
            </a:r>
          </a:p>
        </p:txBody>
      </p:sp>
      <p:sp>
        <p:nvSpPr>
          <p:cNvPr id="7" name="Shape"/>
          <p:cNvSpPr/>
          <p:nvPr/>
        </p:nvSpPr>
        <p:spPr>
          <a:xfrm>
            <a:off x="30632400" y="3451860"/>
            <a:ext cx="274320" cy="274320"/>
          </a:xfrm>
          <a:prstGeom prst="ellipse">
            <a:avLst/>
          </a:prstGeom>
          <a:solidFill>
            <a:schemeClr val="lt1"/>
          </a:solidFill>
          <a:ln w="29718">
            <a:solidFill>
              <a:schemeClr val="accent6"/>
            </a:solidFill>
            <a:prstDash val="dash"/>
          </a:ln>
        </p:spPr>
      </p:sp>
      <p:sp>
        <p:nvSpPr>
          <p:cNvPr id="8" name="Planned"/>
          <p:cNvSpPr/>
          <p:nvPr/>
        </p:nvSpPr>
        <p:spPr>
          <a:xfrm>
            <a:off x="31181040" y="3314700"/>
            <a:ext cx="342900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0">
                <a:solidFill>
                  <a:schemeClr val="accent6"/>
                </a:solidFill>
                <a:latin typeface="NVIDIA Sans"/>
              </a:rPr>
              <a:t xml:space="preserve">Planned</a:t>
            </a:r>
          </a:p>
        </p:txBody>
      </p:sp>
      <p:sp>
        <p:nvSpPr>
          <p:cNvPr id="9" name="Shape"/>
          <p:cNvSpPr/>
          <p:nvPr/>
        </p:nvSpPr>
        <p:spPr>
          <a:xfrm>
            <a:off x="18288000" y="5349240"/>
            <a:ext cx="22860" cy="1202436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10" name="Cooperative Groups"/>
          <p:cNvSpPr/>
          <p:nvPr/>
        </p:nvSpPr>
        <p:spPr>
          <a:xfrm>
            <a:off x="1828800" y="5006340"/>
            <a:ext cx="15316200" cy="11887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580" b="1">
                <a:solidFill>
                  <a:schemeClr val="dk1"/>
                </a:solidFill>
                <a:latin typeface="NVIDIA Sans Medium"/>
              </a:rPr>
              <a:t xml:space="preserve">Cooperative Groups</a:t>
            </a:r>
          </a:p>
        </p:txBody>
      </p:sp>
      <p:sp>
        <p:nvSpPr>
          <p:cNvPr id="11" name="Shape"/>
          <p:cNvSpPr/>
          <p:nvPr/>
        </p:nvSpPr>
        <p:spPr>
          <a:xfrm>
            <a:off x="1828800" y="6446520"/>
            <a:ext cx="15544800" cy="6858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2" name="Shape"/>
          <p:cNvSpPr/>
          <p:nvPr/>
        </p:nvSpPr>
        <p:spPr>
          <a:xfrm>
            <a:off x="4343400" y="7246620"/>
            <a:ext cx="45720" cy="937260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13" name="01/26"/>
          <p:cNvSpPr/>
          <p:nvPr/>
        </p:nvSpPr>
        <p:spPr>
          <a:xfrm>
            <a:off x="1828800" y="697230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dk1"/>
                </a:solidFill>
                <a:latin typeface="NVIDIA Sans Medium"/>
              </a:rPr>
              <a:t xml:space="preserve">01/26</a:t>
            </a:r>
          </a:p>
        </p:txBody>
      </p:sp>
      <p:sp>
        <p:nvSpPr>
          <p:cNvPr id="14" name="Shape"/>
          <p:cNvSpPr/>
          <p:nvPr/>
        </p:nvSpPr>
        <p:spPr>
          <a:xfrm>
            <a:off x="4206240" y="7178040"/>
            <a:ext cx="320040" cy="320040"/>
          </a:xfrm>
          <a:prstGeom prst="ellipse">
            <a:avLst/>
          </a:prstGeom>
          <a:solidFill>
            <a:schemeClr val="accent1"/>
          </a:solidFill>
          <a:ln w="29718">
            <a:solidFill>
              <a:schemeClr val="accent1"/>
            </a:solidFill>
          </a:ln>
        </p:spPr>
      </p:sp>
      <p:sp>
        <p:nvSpPr>
          <p:cNvPr id="15" name="First ideas on groups"/>
          <p:cNvSpPr/>
          <p:nvPr/>
        </p:nvSpPr>
        <p:spPr>
          <a:xfrm>
            <a:off x="5394960" y="697230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First ideas on groups</a:t>
            </a:r>
          </a:p>
        </p:txBody>
      </p:sp>
      <p:sp>
        <p:nvSpPr>
          <p:cNvPr id="16" name="03/26"/>
          <p:cNvSpPr/>
          <p:nvPr/>
        </p:nvSpPr>
        <p:spPr>
          <a:xfrm>
            <a:off x="1828800" y="848106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dk1"/>
                </a:solidFill>
                <a:latin typeface="NVIDIA Sans Medium"/>
              </a:rPr>
              <a:t xml:space="preserve">03/26</a:t>
            </a:r>
          </a:p>
        </p:txBody>
      </p:sp>
      <p:sp>
        <p:nvSpPr>
          <p:cNvPr id="17" name="Shape"/>
          <p:cNvSpPr/>
          <p:nvPr/>
        </p:nvSpPr>
        <p:spPr>
          <a:xfrm>
            <a:off x="4206240" y="8686800"/>
            <a:ext cx="320040" cy="320040"/>
          </a:xfrm>
          <a:prstGeom prst="ellipse">
            <a:avLst/>
          </a:prstGeom>
          <a:solidFill>
            <a:schemeClr val="accent1"/>
          </a:solidFill>
          <a:ln w="29718">
            <a:solidFill>
              <a:schemeClr val="accent1"/>
            </a:solidFill>
          </a:ln>
        </p:spPr>
      </p:sp>
      <p:sp>
        <p:nvSpPr>
          <p:cNvPr id="18" name="Initial implementation"/>
          <p:cNvSpPr/>
          <p:nvPr/>
        </p:nvSpPr>
        <p:spPr>
          <a:xfrm>
            <a:off x="5394960" y="848106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Initial implementation</a:t>
            </a:r>
          </a:p>
        </p:txBody>
      </p:sp>
      <p:sp>
        <p:nvSpPr>
          <p:cNvPr id="19" name="05/26"/>
          <p:cNvSpPr/>
          <p:nvPr/>
        </p:nvSpPr>
        <p:spPr>
          <a:xfrm>
            <a:off x="1828800" y="998982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dk1"/>
                </a:solidFill>
                <a:latin typeface="NVIDIA Sans Medium"/>
              </a:rPr>
              <a:t xml:space="preserve">05/26</a:t>
            </a:r>
          </a:p>
        </p:txBody>
      </p:sp>
      <p:sp>
        <p:nvSpPr>
          <p:cNvPr id="20" name="Shape"/>
          <p:cNvSpPr/>
          <p:nvPr/>
        </p:nvSpPr>
        <p:spPr>
          <a:xfrm>
            <a:off x="4206240" y="10195560"/>
            <a:ext cx="320040" cy="320040"/>
          </a:xfrm>
          <a:prstGeom prst="ellipse">
            <a:avLst/>
          </a:prstGeom>
          <a:solidFill>
            <a:schemeClr val="accent1"/>
          </a:solidFill>
          <a:ln w="29718">
            <a:solidFill>
              <a:schemeClr val="accent1"/>
            </a:solidFill>
          </a:ln>
        </p:spPr>
      </p:sp>
      <p:sp>
        <p:nvSpPr>
          <p:cNvPr id="21" name="Improved implementation"/>
          <p:cNvSpPr/>
          <p:nvPr/>
        </p:nvSpPr>
        <p:spPr>
          <a:xfrm>
            <a:off x="5394960" y="998982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Improved implementation</a:t>
            </a:r>
          </a:p>
        </p:txBody>
      </p:sp>
      <p:sp>
        <p:nvSpPr>
          <p:cNvPr id="22" name="08/26"/>
          <p:cNvSpPr/>
          <p:nvPr/>
        </p:nvSpPr>
        <p:spPr>
          <a:xfrm>
            <a:off x="1828800" y="1149858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dk1"/>
                </a:solidFill>
                <a:latin typeface="NVIDIA Sans Medium"/>
              </a:rPr>
              <a:t xml:space="preserve">08/26</a:t>
            </a:r>
          </a:p>
        </p:txBody>
      </p:sp>
      <p:sp>
        <p:nvSpPr>
          <p:cNvPr id="23" name="Shape"/>
          <p:cNvSpPr/>
          <p:nvPr/>
        </p:nvSpPr>
        <p:spPr>
          <a:xfrm>
            <a:off x="4206240" y="11704320"/>
            <a:ext cx="320040" cy="320040"/>
          </a:xfrm>
          <a:prstGeom prst="ellipse">
            <a:avLst/>
          </a:prstGeom>
          <a:solidFill>
            <a:schemeClr val="accent1"/>
          </a:solidFill>
          <a:ln w="29718">
            <a:solidFill>
              <a:schemeClr val="accent1"/>
            </a:solidFill>
          </a:ln>
        </p:spPr>
      </p:sp>
      <p:sp>
        <p:nvSpPr>
          <p:cNvPr id="24" name="Documentation"/>
          <p:cNvSpPr/>
          <p:nvPr/>
        </p:nvSpPr>
        <p:spPr>
          <a:xfrm>
            <a:off x="5394960" y="1149858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Documentation</a:t>
            </a:r>
          </a:p>
        </p:txBody>
      </p:sp>
      <p:sp>
        <p:nvSpPr>
          <p:cNvPr id="25" name="11/26"/>
          <p:cNvSpPr/>
          <p:nvPr/>
        </p:nvSpPr>
        <p:spPr>
          <a:xfrm>
            <a:off x="1828800" y="1300734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dk1"/>
                </a:solidFill>
                <a:latin typeface="NVIDIA Sans Medium"/>
              </a:rPr>
              <a:t xml:space="preserve">11/26</a:t>
            </a:r>
          </a:p>
        </p:txBody>
      </p:sp>
      <p:sp>
        <p:nvSpPr>
          <p:cNvPr id="26" name="Shape"/>
          <p:cNvSpPr/>
          <p:nvPr/>
        </p:nvSpPr>
        <p:spPr>
          <a:xfrm>
            <a:off x="4206240" y="13213080"/>
            <a:ext cx="320040" cy="320040"/>
          </a:xfrm>
          <a:prstGeom prst="ellipse">
            <a:avLst/>
          </a:prstGeom>
          <a:solidFill>
            <a:schemeClr val="accent1"/>
          </a:solidFill>
          <a:ln w="29718">
            <a:solidFill>
              <a:schemeClr val="accent1"/>
            </a:solidFill>
          </a:ln>
        </p:spPr>
      </p:sp>
      <p:sp>
        <p:nvSpPr>
          <p:cNvPr id="27" name="Alpha release to gather feedback"/>
          <p:cNvSpPr/>
          <p:nvPr/>
        </p:nvSpPr>
        <p:spPr>
          <a:xfrm>
            <a:off x="5394960" y="1300734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Alpha release to gather feedback</a:t>
            </a:r>
          </a:p>
        </p:txBody>
      </p:sp>
      <p:sp>
        <p:nvSpPr>
          <p:cNvPr id="28" name="Planned milestone"/>
          <p:cNvSpPr/>
          <p:nvPr/>
        </p:nvSpPr>
        <p:spPr>
          <a:xfrm>
            <a:off x="5097780" y="14424660"/>
            <a:ext cx="12252960" cy="1234440"/>
          </a:xfrm>
          <a:prstGeom prst="rect">
            <a:avLst/>
          </a:prstGeom>
          <a:solidFill>
            <a:schemeClr val="lt2"/>
          </a:solidFill>
          <a:ln w="29718">
            <a:solidFill>
              <a:schemeClr val="dk1">
                <a:tint val="15000"/>
              </a:schemeClr>
            </a:solidFill>
            <a:prstDash val="dash"/>
          </a:ln>
        </p:spPr>
      </p:sp>
      <p:sp>
        <p:nvSpPr>
          <p:cNvPr id="29" name="01/27"/>
          <p:cNvSpPr/>
          <p:nvPr/>
        </p:nvSpPr>
        <p:spPr>
          <a:xfrm>
            <a:off x="1828800" y="1451610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accent6"/>
                </a:solidFill>
                <a:latin typeface="NVIDIA Sans Medium"/>
              </a:rPr>
              <a:t xml:space="preserve">01/27</a:t>
            </a:r>
          </a:p>
        </p:txBody>
      </p:sp>
      <p:sp>
        <p:nvSpPr>
          <p:cNvPr id="30" name="Shape"/>
          <p:cNvSpPr/>
          <p:nvPr/>
        </p:nvSpPr>
        <p:spPr>
          <a:xfrm>
            <a:off x="4206240" y="14721840"/>
            <a:ext cx="320040" cy="320040"/>
          </a:xfrm>
          <a:prstGeom prst="ellipse">
            <a:avLst/>
          </a:prstGeom>
          <a:solidFill>
            <a:schemeClr val="lt1"/>
          </a:solidFill>
          <a:ln w="29718">
            <a:solidFill>
              <a:schemeClr val="accent6"/>
            </a:solidFill>
            <a:prstDash val="dash"/>
          </a:ln>
        </p:spPr>
      </p:sp>
      <p:sp>
        <p:nvSpPr>
          <p:cNvPr id="31" name="Beta release"/>
          <p:cNvSpPr/>
          <p:nvPr/>
        </p:nvSpPr>
        <p:spPr>
          <a:xfrm>
            <a:off x="5394960" y="1451610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accent6"/>
                </a:solidFill>
                <a:latin typeface="NVIDIA Sans"/>
              </a:rPr>
              <a:t xml:space="preserve">Beta release</a:t>
            </a:r>
          </a:p>
        </p:txBody>
      </p:sp>
      <p:sp>
        <p:nvSpPr>
          <p:cNvPr id="32" name="Planned milestone"/>
          <p:cNvSpPr/>
          <p:nvPr/>
        </p:nvSpPr>
        <p:spPr>
          <a:xfrm>
            <a:off x="5097780" y="15933420"/>
            <a:ext cx="12252960" cy="1234440"/>
          </a:xfrm>
          <a:prstGeom prst="rect">
            <a:avLst/>
          </a:prstGeom>
          <a:solidFill>
            <a:schemeClr val="lt2"/>
          </a:solidFill>
          <a:ln w="29718">
            <a:solidFill>
              <a:schemeClr val="dk1">
                <a:tint val="15000"/>
              </a:schemeClr>
            </a:solidFill>
            <a:prstDash val="dash"/>
          </a:ln>
        </p:spPr>
      </p:sp>
      <p:sp>
        <p:nvSpPr>
          <p:cNvPr id="33" name="03/27"/>
          <p:cNvSpPr/>
          <p:nvPr/>
        </p:nvSpPr>
        <p:spPr>
          <a:xfrm>
            <a:off x="1828800" y="1602486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accent6"/>
                </a:solidFill>
                <a:latin typeface="NVIDIA Sans Medium"/>
              </a:rPr>
              <a:t xml:space="preserve">03/27</a:t>
            </a:r>
          </a:p>
        </p:txBody>
      </p:sp>
      <p:sp>
        <p:nvSpPr>
          <p:cNvPr id="34" name="Shape"/>
          <p:cNvSpPr/>
          <p:nvPr/>
        </p:nvSpPr>
        <p:spPr>
          <a:xfrm>
            <a:off x="4206240" y="16230600"/>
            <a:ext cx="320040" cy="320040"/>
          </a:xfrm>
          <a:prstGeom prst="ellipse">
            <a:avLst/>
          </a:prstGeom>
          <a:solidFill>
            <a:schemeClr val="lt1"/>
          </a:solidFill>
          <a:ln w="29718">
            <a:solidFill>
              <a:schemeClr val="accent6"/>
            </a:solidFill>
            <a:prstDash val="dash"/>
          </a:ln>
        </p:spPr>
      </p:sp>
      <p:sp>
        <p:nvSpPr>
          <p:cNvPr id="35" name="Release"/>
          <p:cNvSpPr/>
          <p:nvPr/>
        </p:nvSpPr>
        <p:spPr>
          <a:xfrm>
            <a:off x="5394960" y="1602486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accent6"/>
                </a:solidFill>
                <a:latin typeface="NVIDIA Sans"/>
              </a:rPr>
              <a:t xml:space="preserve">Release</a:t>
            </a:r>
          </a:p>
        </p:txBody>
      </p:sp>
      <p:sp>
        <p:nvSpPr>
          <p:cNvPr id="36" name="Cooperative Algorithms"/>
          <p:cNvSpPr/>
          <p:nvPr/>
        </p:nvSpPr>
        <p:spPr>
          <a:xfrm>
            <a:off x="19202400" y="5006340"/>
            <a:ext cx="15316200" cy="11887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580" b="1">
                <a:solidFill>
                  <a:schemeClr val="dk1"/>
                </a:solidFill>
                <a:latin typeface="NVIDIA Sans Medium"/>
              </a:rPr>
              <a:t xml:space="preserve">Cooperative Algorithms</a:t>
            </a:r>
          </a:p>
        </p:txBody>
      </p:sp>
      <p:sp>
        <p:nvSpPr>
          <p:cNvPr id="37" name="Shape"/>
          <p:cNvSpPr/>
          <p:nvPr/>
        </p:nvSpPr>
        <p:spPr>
          <a:xfrm>
            <a:off x="19202400" y="6446520"/>
            <a:ext cx="15544800" cy="6858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38" name="Shape"/>
          <p:cNvSpPr/>
          <p:nvPr/>
        </p:nvSpPr>
        <p:spPr>
          <a:xfrm>
            <a:off x="21717000" y="7246620"/>
            <a:ext cx="45720" cy="937260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39" name="04/26"/>
          <p:cNvSpPr/>
          <p:nvPr/>
        </p:nvSpPr>
        <p:spPr>
          <a:xfrm>
            <a:off x="19202400" y="697230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dk1"/>
                </a:solidFill>
                <a:latin typeface="NVIDIA Sans Medium"/>
              </a:rPr>
              <a:t xml:space="preserve">04/26</a:t>
            </a:r>
          </a:p>
        </p:txBody>
      </p:sp>
      <p:sp>
        <p:nvSpPr>
          <p:cNvPr id="40" name="Shape"/>
          <p:cNvSpPr/>
          <p:nvPr/>
        </p:nvSpPr>
        <p:spPr>
          <a:xfrm>
            <a:off x="21579840" y="7178040"/>
            <a:ext cx="320040" cy="320040"/>
          </a:xfrm>
          <a:prstGeom prst="ellipse">
            <a:avLst/>
          </a:prstGeom>
          <a:solidFill>
            <a:schemeClr val="accent1"/>
          </a:solidFill>
          <a:ln w="29718">
            <a:solidFill>
              <a:schemeClr val="accent1"/>
            </a:solidFill>
          </a:ln>
        </p:spPr>
      </p:sp>
      <p:sp>
        <p:nvSpPr>
          <p:cNvPr id="41" name="First ideas on algorithms"/>
          <p:cNvSpPr/>
          <p:nvPr/>
        </p:nvSpPr>
        <p:spPr>
          <a:xfrm>
            <a:off x="22768560" y="697230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First ideas on algorithms</a:t>
            </a:r>
          </a:p>
        </p:txBody>
      </p:sp>
      <p:sp>
        <p:nvSpPr>
          <p:cNvPr id="42" name="06/26"/>
          <p:cNvSpPr/>
          <p:nvPr/>
        </p:nvSpPr>
        <p:spPr>
          <a:xfrm>
            <a:off x="19202400" y="848106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dk1"/>
                </a:solidFill>
                <a:latin typeface="NVIDIA Sans Medium"/>
              </a:rPr>
              <a:t xml:space="preserve">06/26</a:t>
            </a:r>
          </a:p>
        </p:txBody>
      </p:sp>
      <p:sp>
        <p:nvSpPr>
          <p:cNvPr id="43" name="Shape"/>
          <p:cNvSpPr/>
          <p:nvPr/>
        </p:nvSpPr>
        <p:spPr>
          <a:xfrm>
            <a:off x="21579840" y="8686800"/>
            <a:ext cx="320040" cy="320040"/>
          </a:xfrm>
          <a:prstGeom prst="ellipse">
            <a:avLst/>
          </a:prstGeom>
          <a:solidFill>
            <a:schemeClr val="accent1"/>
          </a:solidFill>
          <a:ln w="29718">
            <a:solidFill>
              <a:schemeClr val="accent1"/>
            </a:solidFill>
          </a:ln>
        </p:spPr>
      </p:sp>
      <p:sp>
        <p:nvSpPr>
          <p:cNvPr id="44" name="Initial `reduce` implementation"/>
          <p:cNvSpPr/>
          <p:nvPr/>
        </p:nvSpPr>
        <p:spPr>
          <a:xfrm>
            <a:off x="22768560" y="848106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Initial </a:t>
            </a:r>
            <a:r>
              <a:rPr lang="en-US" sz="3600" b="0">
                <a:solidFill>
                  <a:schemeClr val="dk1"/>
                </a:solidFill>
                <a:latin typeface="DejaVu Sans Mono"/>
              </a:rPr>
              <a:t xml:space="preserve">reduce</a:t>
            </a: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 implementation</a:t>
            </a:r>
          </a:p>
        </p:txBody>
      </p:sp>
      <p:sp>
        <p:nvSpPr>
          <p:cNvPr id="45" name="07/26"/>
          <p:cNvSpPr/>
          <p:nvPr/>
        </p:nvSpPr>
        <p:spPr>
          <a:xfrm>
            <a:off x="19202400" y="998982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dk1"/>
                </a:solidFill>
                <a:latin typeface="NVIDIA Sans Medium"/>
              </a:rPr>
              <a:t xml:space="preserve">07/26</a:t>
            </a:r>
          </a:p>
        </p:txBody>
      </p:sp>
      <p:sp>
        <p:nvSpPr>
          <p:cNvPr id="46" name="Shape"/>
          <p:cNvSpPr/>
          <p:nvPr/>
        </p:nvSpPr>
        <p:spPr>
          <a:xfrm>
            <a:off x="21579840" y="10195560"/>
            <a:ext cx="320040" cy="320040"/>
          </a:xfrm>
          <a:prstGeom prst="ellipse">
            <a:avLst/>
          </a:prstGeom>
          <a:solidFill>
            <a:schemeClr val="accent1"/>
          </a:solidFill>
          <a:ln w="29718">
            <a:solidFill>
              <a:schemeClr val="accent1"/>
            </a:solidFill>
          </a:ln>
        </p:spPr>
      </p:sp>
      <p:sp>
        <p:nvSpPr>
          <p:cNvPr id="47" name="Initial `any_of`, `all_of`, `shuffle` implementation"/>
          <p:cNvSpPr/>
          <p:nvPr/>
        </p:nvSpPr>
        <p:spPr>
          <a:xfrm>
            <a:off x="22768560" y="998982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Initial </a:t>
            </a:r>
            <a:r>
              <a:rPr lang="en-US" sz="3600" b="0">
                <a:solidFill>
                  <a:schemeClr val="dk1"/>
                </a:solidFill>
                <a:latin typeface="DejaVu Sans Mono"/>
              </a:rPr>
              <a:t xml:space="preserve">any_of</a:t>
            </a: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, </a:t>
            </a:r>
            <a:r>
              <a:rPr lang="en-US" sz="3600" b="0">
                <a:solidFill>
                  <a:schemeClr val="dk1"/>
                </a:solidFill>
                <a:latin typeface="DejaVu Sans Mono"/>
              </a:rPr>
              <a:t xml:space="preserve">all_of</a:t>
            </a: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, </a:t>
            </a:r>
            <a:r>
              <a:rPr lang="en-US" sz="3600" b="0">
                <a:solidFill>
                  <a:schemeClr val="dk1"/>
                </a:solidFill>
                <a:latin typeface="DejaVu Sans Mono"/>
              </a:rPr>
              <a:t xml:space="preserve">shuffle</a:t>
            </a: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 implementation</a:t>
            </a:r>
          </a:p>
        </p:txBody>
      </p:sp>
      <p:sp>
        <p:nvSpPr>
          <p:cNvPr id="48" name="11/26"/>
          <p:cNvSpPr/>
          <p:nvPr/>
        </p:nvSpPr>
        <p:spPr>
          <a:xfrm>
            <a:off x="19202400" y="1149858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dk1"/>
                </a:solidFill>
                <a:latin typeface="NVIDIA Sans Medium"/>
              </a:rPr>
              <a:t xml:space="preserve">11/26</a:t>
            </a:r>
          </a:p>
        </p:txBody>
      </p:sp>
      <p:sp>
        <p:nvSpPr>
          <p:cNvPr id="49" name="Shape"/>
          <p:cNvSpPr/>
          <p:nvPr/>
        </p:nvSpPr>
        <p:spPr>
          <a:xfrm>
            <a:off x="21579840" y="11704320"/>
            <a:ext cx="320040" cy="320040"/>
          </a:xfrm>
          <a:prstGeom prst="ellipse">
            <a:avLst/>
          </a:prstGeom>
          <a:solidFill>
            <a:schemeClr val="accent1"/>
          </a:solidFill>
          <a:ln w="29718">
            <a:solidFill>
              <a:schemeClr val="accent1"/>
            </a:solidFill>
          </a:ln>
        </p:spPr>
      </p:sp>
      <p:sp>
        <p:nvSpPr>
          <p:cNvPr id="50" name="Finalize design; rework algorithms"/>
          <p:cNvSpPr/>
          <p:nvPr/>
        </p:nvSpPr>
        <p:spPr>
          <a:xfrm>
            <a:off x="22768560" y="1149858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Finalize design; rework algorithms</a:t>
            </a:r>
          </a:p>
        </p:txBody>
      </p:sp>
      <p:sp>
        <p:nvSpPr>
          <p:cNvPr id="51" name="Planned milestone"/>
          <p:cNvSpPr/>
          <p:nvPr/>
        </p:nvSpPr>
        <p:spPr>
          <a:xfrm>
            <a:off x="22471380" y="12915900"/>
            <a:ext cx="12252960" cy="1234440"/>
          </a:xfrm>
          <a:prstGeom prst="rect">
            <a:avLst/>
          </a:prstGeom>
          <a:solidFill>
            <a:schemeClr val="lt2"/>
          </a:solidFill>
          <a:ln w="29718">
            <a:solidFill>
              <a:schemeClr val="dk1">
                <a:tint val="15000"/>
              </a:schemeClr>
            </a:solidFill>
            <a:prstDash val="dash"/>
          </a:ln>
        </p:spPr>
      </p:sp>
      <p:sp>
        <p:nvSpPr>
          <p:cNvPr id="52" name="TBD"/>
          <p:cNvSpPr/>
          <p:nvPr/>
        </p:nvSpPr>
        <p:spPr>
          <a:xfrm>
            <a:off x="19202400" y="1300734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accent6"/>
                </a:solidFill>
                <a:latin typeface="NVIDIA Sans Medium"/>
              </a:rPr>
              <a:t xml:space="preserve">TBD</a:t>
            </a:r>
          </a:p>
        </p:txBody>
      </p:sp>
      <p:sp>
        <p:nvSpPr>
          <p:cNvPr id="53" name="Shape"/>
          <p:cNvSpPr/>
          <p:nvPr/>
        </p:nvSpPr>
        <p:spPr>
          <a:xfrm>
            <a:off x="21579840" y="13213080"/>
            <a:ext cx="320040" cy="320040"/>
          </a:xfrm>
          <a:prstGeom prst="ellipse">
            <a:avLst/>
          </a:prstGeom>
          <a:solidFill>
            <a:schemeClr val="lt1"/>
          </a:solidFill>
          <a:ln w="29718">
            <a:solidFill>
              <a:schemeClr val="accent6"/>
            </a:solidFill>
            <a:prstDash val="dash"/>
          </a:ln>
        </p:spPr>
      </p:sp>
      <p:sp>
        <p:nvSpPr>
          <p:cNvPr id="54" name="Alpha release to gather feedback"/>
          <p:cNvSpPr/>
          <p:nvPr/>
        </p:nvSpPr>
        <p:spPr>
          <a:xfrm>
            <a:off x="22768560" y="1300734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accent6"/>
                </a:solidFill>
                <a:latin typeface="NVIDIA Sans"/>
              </a:rPr>
              <a:t xml:space="preserve">Alpha release to gather feedback</a:t>
            </a:r>
          </a:p>
        </p:txBody>
      </p:sp>
      <p:sp>
        <p:nvSpPr>
          <p:cNvPr id="55" name="Planned milestone"/>
          <p:cNvSpPr/>
          <p:nvPr/>
        </p:nvSpPr>
        <p:spPr>
          <a:xfrm>
            <a:off x="22471380" y="14424660"/>
            <a:ext cx="12252960" cy="1234440"/>
          </a:xfrm>
          <a:prstGeom prst="rect">
            <a:avLst/>
          </a:prstGeom>
          <a:solidFill>
            <a:schemeClr val="lt2"/>
          </a:solidFill>
          <a:ln w="29718">
            <a:solidFill>
              <a:schemeClr val="dk1">
                <a:tint val="15000"/>
              </a:schemeClr>
            </a:solidFill>
            <a:prstDash val="dash"/>
          </a:ln>
        </p:spPr>
      </p:sp>
      <p:sp>
        <p:nvSpPr>
          <p:cNvPr id="56" name="TBD"/>
          <p:cNvSpPr/>
          <p:nvPr/>
        </p:nvSpPr>
        <p:spPr>
          <a:xfrm>
            <a:off x="19202400" y="1451610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accent6"/>
                </a:solidFill>
                <a:latin typeface="NVIDIA Sans Medium"/>
              </a:rPr>
              <a:t xml:space="preserve">TBD</a:t>
            </a:r>
          </a:p>
        </p:txBody>
      </p:sp>
      <p:sp>
        <p:nvSpPr>
          <p:cNvPr id="57" name="Shape"/>
          <p:cNvSpPr/>
          <p:nvPr/>
        </p:nvSpPr>
        <p:spPr>
          <a:xfrm>
            <a:off x="21579840" y="14721840"/>
            <a:ext cx="320040" cy="320040"/>
          </a:xfrm>
          <a:prstGeom prst="ellipse">
            <a:avLst/>
          </a:prstGeom>
          <a:solidFill>
            <a:schemeClr val="lt1"/>
          </a:solidFill>
          <a:ln w="29718">
            <a:solidFill>
              <a:schemeClr val="accent6"/>
            </a:solidFill>
            <a:prstDash val="dash"/>
          </a:ln>
        </p:spPr>
      </p:sp>
      <p:sp>
        <p:nvSpPr>
          <p:cNvPr id="58" name="Beta release"/>
          <p:cNvSpPr/>
          <p:nvPr/>
        </p:nvSpPr>
        <p:spPr>
          <a:xfrm>
            <a:off x="22768560" y="1451610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accent6"/>
                </a:solidFill>
                <a:latin typeface="NVIDIA Sans"/>
              </a:rPr>
              <a:t xml:space="preserve">Beta release</a:t>
            </a:r>
          </a:p>
        </p:txBody>
      </p:sp>
      <p:sp>
        <p:nvSpPr>
          <p:cNvPr id="59" name="Planned milestone"/>
          <p:cNvSpPr/>
          <p:nvPr/>
        </p:nvSpPr>
        <p:spPr>
          <a:xfrm>
            <a:off x="22471380" y="15933420"/>
            <a:ext cx="12252960" cy="1234440"/>
          </a:xfrm>
          <a:prstGeom prst="rect">
            <a:avLst/>
          </a:prstGeom>
          <a:solidFill>
            <a:schemeClr val="lt2"/>
          </a:solidFill>
          <a:ln w="29718">
            <a:solidFill>
              <a:schemeClr val="dk1">
                <a:tint val="15000"/>
              </a:schemeClr>
            </a:solidFill>
            <a:prstDash val="dash"/>
          </a:ln>
        </p:spPr>
      </p:sp>
      <p:sp>
        <p:nvSpPr>
          <p:cNvPr id="60" name="03/27"/>
          <p:cNvSpPr/>
          <p:nvPr/>
        </p:nvSpPr>
        <p:spPr>
          <a:xfrm>
            <a:off x="19202400" y="16024860"/>
            <a:ext cx="21717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1">
                <a:solidFill>
                  <a:schemeClr val="accent6"/>
                </a:solidFill>
                <a:latin typeface="NVIDIA Sans Medium"/>
              </a:rPr>
              <a:t xml:space="preserve">03/27</a:t>
            </a:r>
          </a:p>
        </p:txBody>
      </p:sp>
      <p:sp>
        <p:nvSpPr>
          <p:cNvPr id="61" name="Shape"/>
          <p:cNvSpPr/>
          <p:nvPr/>
        </p:nvSpPr>
        <p:spPr>
          <a:xfrm>
            <a:off x="21579840" y="16230600"/>
            <a:ext cx="320040" cy="320040"/>
          </a:xfrm>
          <a:prstGeom prst="ellipse">
            <a:avLst/>
          </a:prstGeom>
          <a:solidFill>
            <a:schemeClr val="lt1"/>
          </a:solidFill>
          <a:ln w="29718">
            <a:solidFill>
              <a:schemeClr val="accent6"/>
            </a:solidFill>
            <a:prstDash val="dash"/>
          </a:ln>
        </p:spPr>
      </p:sp>
      <p:sp>
        <p:nvSpPr>
          <p:cNvPr id="62" name="(Partial) release"/>
          <p:cNvSpPr/>
          <p:nvPr/>
        </p:nvSpPr>
        <p:spPr>
          <a:xfrm>
            <a:off x="22768560" y="16024860"/>
            <a:ext cx="118872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accent6"/>
                </a:solidFill>
                <a:latin typeface="NVIDIA Sans"/>
              </a:rPr>
              <a:t xml:space="preserve">(Partial) release</a:t>
            </a:r>
          </a:p>
        </p:txBody>
      </p:sp>
      <p:sp>
        <p:nvSpPr>
          <p:cNvPr id="63" name="TBD = date not yet specified. Dashed milestones are planned."/>
          <p:cNvSpPr/>
          <p:nvPr/>
        </p:nvSpPr>
        <p:spPr>
          <a:xfrm>
            <a:off x="1874520" y="17922240"/>
            <a:ext cx="3200400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0">
                <a:solidFill>
                  <a:schemeClr val="accent6"/>
                </a:solidFill>
                <a:latin typeface="NVIDIA Sans"/>
              </a:rPr>
              <a:t xml:space="preserve">TBD = date not yet specified. Dashed milestones are planned.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CCCL Cooperative Grou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CCL Cooperative&#10;Groups"/>
          <p:cNvSpPr/>
          <p:nvPr/>
        </p:nvSpPr>
        <p:spPr>
          <a:xfrm>
            <a:off x="18059400" y="2537460"/>
            <a:ext cx="16687800" cy="46863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9720" b="1">
                <a:solidFill>
                  <a:schemeClr val="dk1"/>
                </a:solidFill>
                <a:latin typeface="NVIDIA Sans Medium"/>
              </a:rPr>
              <a:t xml:space="preserve">CCCL Cooperative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9720" b="1">
                <a:solidFill>
                  <a:schemeClr val="dk1"/>
                </a:solidFill>
                <a:latin typeface="NVIDIA Sans Medium"/>
              </a:rPr>
              <a:t xml:space="preserve">Groups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What makes them different? — Defini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 makes them different?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What makes them different?</a:t>
            </a:r>
          </a:p>
        </p:txBody>
      </p:sp>
      <p:sp>
        <p:nvSpPr>
          <p:cNvPr id="3" name="Group Definition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Group Definition</a:t>
            </a:r>
          </a:p>
        </p:txBody>
      </p:sp>
      <p:sp>
        <p:nvSpPr>
          <p:cNvPr id="4" name="05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05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5440680"/>
            <a:ext cx="10515600" cy="1143000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6" name="Shape"/>
          <p:cNvSpPr/>
          <p:nvPr/>
        </p:nvSpPr>
        <p:spPr>
          <a:xfrm>
            <a:off x="1828800" y="544068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7" name="Generic Group"/>
          <p:cNvSpPr/>
          <p:nvPr/>
        </p:nvSpPr>
        <p:spPr>
          <a:xfrm>
            <a:off x="2331720" y="6080760"/>
            <a:ext cx="9715500" cy="1828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Generic Group</a:t>
            </a:r>
          </a:p>
        </p:txBody>
      </p:sp>
      <p:sp>
        <p:nvSpPr>
          <p:cNvPr id="8" name="Groups arbitrary threads."/>
          <p:cNvSpPr/>
          <p:nvPr/>
        </p:nvSpPr>
        <p:spPr>
          <a:xfrm>
            <a:off x="2468880" y="9624060"/>
            <a:ext cx="9212580" cy="2926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760" b="0">
                <a:solidFill>
                  <a:schemeClr val="dk1"/>
                </a:solidFill>
                <a:latin typeface="NVIDIA Sans"/>
              </a:rPr>
              <a:t xml:space="preserve">Groups arbitrary threads.</a:t>
            </a:r>
          </a:p>
        </p:txBody>
      </p:sp>
      <p:sp>
        <p:nvSpPr>
          <p:cNvPr id="9" name="Shape"/>
          <p:cNvSpPr/>
          <p:nvPr/>
        </p:nvSpPr>
        <p:spPr>
          <a:xfrm>
            <a:off x="2468880" y="14744700"/>
            <a:ext cx="822960" cy="6858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0" name="Arbitrary threads"/>
          <p:cNvSpPr/>
          <p:nvPr/>
        </p:nvSpPr>
        <p:spPr>
          <a:xfrm>
            <a:off x="2468880" y="15476220"/>
            <a:ext cx="921258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Arbitrary threads</a:t>
            </a:r>
          </a:p>
        </p:txBody>
      </p:sp>
      <p:sp>
        <p:nvSpPr>
          <p:cNvPr id="11" name="Shape"/>
          <p:cNvSpPr/>
          <p:nvPr/>
        </p:nvSpPr>
        <p:spPr>
          <a:xfrm>
            <a:off x="13030200" y="5440680"/>
            <a:ext cx="10515600" cy="1143000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12" name="Shape"/>
          <p:cNvSpPr/>
          <p:nvPr/>
        </p:nvSpPr>
        <p:spPr>
          <a:xfrm>
            <a:off x="13030200" y="544068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3" name="CTK’s&#10;Cooperative Groups"/>
          <p:cNvSpPr/>
          <p:nvPr/>
        </p:nvSpPr>
        <p:spPr>
          <a:xfrm>
            <a:off x="13533120" y="6080760"/>
            <a:ext cx="9715500" cy="1828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CTK’s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Cooperative Groups</a:t>
            </a:r>
          </a:p>
        </p:txBody>
      </p:sp>
      <p:sp>
        <p:nvSpPr>
          <p:cNvPr id="14" name="Groups threads within an&#10;upper boundary."/>
          <p:cNvSpPr/>
          <p:nvPr/>
        </p:nvSpPr>
        <p:spPr>
          <a:xfrm>
            <a:off x="13670280" y="9624060"/>
            <a:ext cx="9212580" cy="2926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760" b="0">
                <a:solidFill>
                  <a:schemeClr val="dk1"/>
                </a:solidFill>
                <a:latin typeface="NVIDIA Sans"/>
              </a:rPr>
              <a:t xml:space="preserve">Groups threads within an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760" b="0">
                <a:solidFill>
                  <a:schemeClr val="dk1"/>
                </a:solidFill>
                <a:latin typeface="NVIDIA Sans"/>
              </a:rPr>
              <a:t xml:space="preserve">upper boundary.</a:t>
            </a:r>
          </a:p>
        </p:txBody>
      </p:sp>
      <p:sp>
        <p:nvSpPr>
          <p:cNvPr id="15" name="Shape"/>
          <p:cNvSpPr/>
          <p:nvPr/>
        </p:nvSpPr>
        <p:spPr>
          <a:xfrm>
            <a:off x="13670280" y="14744700"/>
            <a:ext cx="822960" cy="6858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6" name="Bounded threads"/>
          <p:cNvSpPr/>
          <p:nvPr/>
        </p:nvSpPr>
        <p:spPr>
          <a:xfrm>
            <a:off x="13670280" y="15476220"/>
            <a:ext cx="921258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Bounded threads</a:t>
            </a:r>
          </a:p>
        </p:txBody>
      </p:sp>
      <p:sp>
        <p:nvSpPr>
          <p:cNvPr id="17" name="Shape"/>
          <p:cNvSpPr/>
          <p:nvPr/>
        </p:nvSpPr>
        <p:spPr>
          <a:xfrm>
            <a:off x="24231600" y="5440680"/>
            <a:ext cx="10515600" cy="1143000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18" name="Shape"/>
          <p:cNvSpPr/>
          <p:nvPr/>
        </p:nvSpPr>
        <p:spPr>
          <a:xfrm>
            <a:off x="24231600" y="544068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9" name="CCCL&#10;Cooperative Groups"/>
          <p:cNvSpPr/>
          <p:nvPr/>
        </p:nvSpPr>
        <p:spPr>
          <a:xfrm>
            <a:off x="24734520" y="6080760"/>
            <a:ext cx="9715500" cy="1828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CCCL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Cooperative Groups</a:t>
            </a:r>
          </a:p>
        </p:txBody>
      </p:sp>
      <p:sp>
        <p:nvSpPr>
          <p:cNvPr id="20" name="Groups units within an&#10;upper boundary."/>
          <p:cNvSpPr/>
          <p:nvPr/>
        </p:nvSpPr>
        <p:spPr>
          <a:xfrm>
            <a:off x="24871680" y="9624060"/>
            <a:ext cx="9212580" cy="2926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760" b="0">
                <a:solidFill>
                  <a:schemeClr val="dk1"/>
                </a:solidFill>
                <a:latin typeface="NVIDIA Sans"/>
              </a:rPr>
              <a:t xml:space="preserve">Groups units within an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760" b="0">
                <a:solidFill>
                  <a:schemeClr val="dk1"/>
                </a:solidFill>
                <a:latin typeface="NVIDIA Sans"/>
              </a:rPr>
              <a:t xml:space="preserve">upper boundary.</a:t>
            </a:r>
          </a:p>
        </p:txBody>
      </p:sp>
      <p:sp>
        <p:nvSpPr>
          <p:cNvPr id="21" name="Shape"/>
          <p:cNvSpPr/>
          <p:nvPr/>
        </p:nvSpPr>
        <p:spPr>
          <a:xfrm>
            <a:off x="24871680" y="14744700"/>
            <a:ext cx="822960" cy="6858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22" name="Bounded units"/>
          <p:cNvSpPr/>
          <p:nvPr/>
        </p:nvSpPr>
        <p:spPr>
          <a:xfrm>
            <a:off x="24871680" y="15476220"/>
            <a:ext cx="921258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Bounded units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What makes them different? — Thread se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 makes them different?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What makes them different?</a:t>
            </a:r>
          </a:p>
        </p:txBody>
      </p:sp>
      <p:sp>
        <p:nvSpPr>
          <p:cNvPr id="3" name="Group Definition · Arbitrary thread selection · two blocks per pa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Group Definition · Arbitrary thread selection · two blocks per panel</a:t>
            </a:r>
          </a:p>
        </p:txBody>
      </p:sp>
      <p:sp>
        <p:nvSpPr>
          <p:cNvPr id="4" name="06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06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544068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6" name="Generic Group"/>
          <p:cNvSpPr/>
          <p:nvPr/>
        </p:nvSpPr>
        <p:spPr>
          <a:xfrm>
            <a:off x="2331720" y="6080760"/>
            <a:ext cx="9715500" cy="1828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Generic Group</a:t>
            </a:r>
          </a:p>
        </p:txBody>
      </p:sp>
      <p:sp>
        <p:nvSpPr>
          <p:cNvPr id="7" name="Block 0"/>
          <p:cNvSpPr/>
          <p:nvPr/>
        </p:nvSpPr>
        <p:spPr>
          <a:xfrm>
            <a:off x="233172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0</a:t>
            </a:r>
          </a:p>
        </p:txBody>
      </p:sp>
      <p:sp>
        <p:nvSpPr>
          <p:cNvPr id="8" name="Block 0: 128 threads"/>
          <p:cNvSpPr/>
          <p:nvPr/>
        </p:nvSpPr>
        <p:spPr>
          <a:xfrm>
            <a:off x="233172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9" name="Thread 0 (block 0, warp 0)"/>
          <p:cNvSpPr/>
          <p:nvPr/>
        </p:nvSpPr>
        <p:spPr>
          <a:xfrm>
            <a:off x="26517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" name="Thread 1 (block 0, warp 0) selected"/>
          <p:cNvSpPr/>
          <p:nvPr/>
        </p:nvSpPr>
        <p:spPr>
          <a:xfrm>
            <a:off x="31089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" name="Thread 2 (block 0, warp 0)"/>
          <p:cNvSpPr/>
          <p:nvPr/>
        </p:nvSpPr>
        <p:spPr>
          <a:xfrm>
            <a:off x="35661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" name="Thread 3 (block 0, warp 0)"/>
          <p:cNvSpPr/>
          <p:nvPr/>
        </p:nvSpPr>
        <p:spPr>
          <a:xfrm>
            <a:off x="40233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" name="Thread 4 (block 0, warp 0)"/>
          <p:cNvSpPr/>
          <p:nvPr/>
        </p:nvSpPr>
        <p:spPr>
          <a:xfrm>
            <a:off x="44805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" name="Thread 5 (block 0, warp 0)"/>
          <p:cNvSpPr/>
          <p:nvPr/>
        </p:nvSpPr>
        <p:spPr>
          <a:xfrm>
            <a:off x="49377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5" name="Thread 6 (block 0, warp 0) selected"/>
          <p:cNvSpPr/>
          <p:nvPr/>
        </p:nvSpPr>
        <p:spPr>
          <a:xfrm>
            <a:off x="53949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" name="Thread 7 (block 0, warp 0)"/>
          <p:cNvSpPr/>
          <p:nvPr/>
        </p:nvSpPr>
        <p:spPr>
          <a:xfrm>
            <a:off x="58521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" name="Thread 8 (block 0, warp 0)"/>
          <p:cNvSpPr/>
          <p:nvPr/>
        </p:nvSpPr>
        <p:spPr>
          <a:xfrm>
            <a:off x="26517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" name="Thread 9 (block 0, warp 0)"/>
          <p:cNvSpPr/>
          <p:nvPr/>
        </p:nvSpPr>
        <p:spPr>
          <a:xfrm>
            <a:off x="31089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" name="Thread 10 (block 0, warp 0)"/>
          <p:cNvSpPr/>
          <p:nvPr/>
        </p:nvSpPr>
        <p:spPr>
          <a:xfrm>
            <a:off x="35661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" name="Thread 11 (block 0, warp 0) selected"/>
          <p:cNvSpPr/>
          <p:nvPr/>
        </p:nvSpPr>
        <p:spPr>
          <a:xfrm>
            <a:off x="40233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" name="Thread 12 (block 0, warp 0)"/>
          <p:cNvSpPr/>
          <p:nvPr/>
        </p:nvSpPr>
        <p:spPr>
          <a:xfrm>
            <a:off x="44805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2" name="Thread 13 (block 0, warp 0)"/>
          <p:cNvSpPr/>
          <p:nvPr/>
        </p:nvSpPr>
        <p:spPr>
          <a:xfrm>
            <a:off x="49377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" name="Thread 14 (block 0, warp 0)"/>
          <p:cNvSpPr/>
          <p:nvPr/>
        </p:nvSpPr>
        <p:spPr>
          <a:xfrm>
            <a:off x="53949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" name="Thread 15 (block 0, warp 0)"/>
          <p:cNvSpPr/>
          <p:nvPr/>
        </p:nvSpPr>
        <p:spPr>
          <a:xfrm>
            <a:off x="58521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" name="Thread 16 (block 0, warp 0)"/>
          <p:cNvSpPr/>
          <p:nvPr/>
        </p:nvSpPr>
        <p:spPr>
          <a:xfrm>
            <a:off x="26517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" name="Thread 17 (block 0, warp 0)"/>
          <p:cNvSpPr/>
          <p:nvPr/>
        </p:nvSpPr>
        <p:spPr>
          <a:xfrm>
            <a:off x="31089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" name="Thread 18 (block 0, warp 0)"/>
          <p:cNvSpPr/>
          <p:nvPr/>
        </p:nvSpPr>
        <p:spPr>
          <a:xfrm>
            <a:off x="35661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" name="Thread 19 (block 0, warp 0)"/>
          <p:cNvSpPr/>
          <p:nvPr/>
        </p:nvSpPr>
        <p:spPr>
          <a:xfrm>
            <a:off x="40233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9" name="Thread 20 (block 0, warp 0) selected"/>
          <p:cNvSpPr/>
          <p:nvPr/>
        </p:nvSpPr>
        <p:spPr>
          <a:xfrm>
            <a:off x="44805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" name="Thread 21 (block 0, warp 0)"/>
          <p:cNvSpPr/>
          <p:nvPr/>
        </p:nvSpPr>
        <p:spPr>
          <a:xfrm>
            <a:off x="49377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" name="Thread 22 (block 0, warp 0)"/>
          <p:cNvSpPr/>
          <p:nvPr/>
        </p:nvSpPr>
        <p:spPr>
          <a:xfrm>
            <a:off x="53949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" name="Thread 23 (block 0, warp 0)"/>
          <p:cNvSpPr/>
          <p:nvPr/>
        </p:nvSpPr>
        <p:spPr>
          <a:xfrm>
            <a:off x="58521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" name="Thread 24 (block 0, warp 0)"/>
          <p:cNvSpPr/>
          <p:nvPr/>
        </p:nvSpPr>
        <p:spPr>
          <a:xfrm>
            <a:off x="26517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4" name="Thread 25 (block 0, warp 0)"/>
          <p:cNvSpPr/>
          <p:nvPr/>
        </p:nvSpPr>
        <p:spPr>
          <a:xfrm>
            <a:off x="31089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5" name="Thread 26 (block 0, warp 0)"/>
          <p:cNvSpPr/>
          <p:nvPr/>
        </p:nvSpPr>
        <p:spPr>
          <a:xfrm>
            <a:off x="35661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6" name="Thread 27 (block 0, warp 0)"/>
          <p:cNvSpPr/>
          <p:nvPr/>
        </p:nvSpPr>
        <p:spPr>
          <a:xfrm>
            <a:off x="40233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" name="Thread 28 (block 0, warp 0) selected"/>
          <p:cNvSpPr/>
          <p:nvPr/>
        </p:nvSpPr>
        <p:spPr>
          <a:xfrm>
            <a:off x="44805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8" name="Thread 29 (block 0, warp 0)"/>
          <p:cNvSpPr/>
          <p:nvPr/>
        </p:nvSpPr>
        <p:spPr>
          <a:xfrm>
            <a:off x="49377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" name="Thread 30 (block 0, warp 0)"/>
          <p:cNvSpPr/>
          <p:nvPr/>
        </p:nvSpPr>
        <p:spPr>
          <a:xfrm>
            <a:off x="53949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" name="Thread 31 (block 0, warp 0)"/>
          <p:cNvSpPr/>
          <p:nvPr/>
        </p:nvSpPr>
        <p:spPr>
          <a:xfrm>
            <a:off x="58521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" name="Thread 32 (block 0, warp 1)"/>
          <p:cNvSpPr/>
          <p:nvPr/>
        </p:nvSpPr>
        <p:spPr>
          <a:xfrm>
            <a:off x="26517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" name="Thread 33 (block 0, warp 1)"/>
          <p:cNvSpPr/>
          <p:nvPr/>
        </p:nvSpPr>
        <p:spPr>
          <a:xfrm>
            <a:off x="31089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" name="Thread 34 (block 0, warp 1)"/>
          <p:cNvSpPr/>
          <p:nvPr/>
        </p:nvSpPr>
        <p:spPr>
          <a:xfrm>
            <a:off x="35661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" name="Thread 35 (block 0, warp 1)"/>
          <p:cNvSpPr/>
          <p:nvPr/>
        </p:nvSpPr>
        <p:spPr>
          <a:xfrm>
            <a:off x="40233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" name="Thread 36 (block 0, warp 1)"/>
          <p:cNvSpPr/>
          <p:nvPr/>
        </p:nvSpPr>
        <p:spPr>
          <a:xfrm>
            <a:off x="44805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" name="Thread 37 (block 0, warp 1)"/>
          <p:cNvSpPr/>
          <p:nvPr/>
        </p:nvSpPr>
        <p:spPr>
          <a:xfrm>
            <a:off x="49377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" name="Thread 38 (block 0, warp 1)"/>
          <p:cNvSpPr/>
          <p:nvPr/>
        </p:nvSpPr>
        <p:spPr>
          <a:xfrm>
            <a:off x="53949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" name="Thread 39 (block 0, warp 1) selected"/>
          <p:cNvSpPr/>
          <p:nvPr/>
        </p:nvSpPr>
        <p:spPr>
          <a:xfrm>
            <a:off x="5852160" y="110185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9" name="Thread 40 (block 0, warp 1)"/>
          <p:cNvSpPr/>
          <p:nvPr/>
        </p:nvSpPr>
        <p:spPr>
          <a:xfrm>
            <a:off x="26517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" name="Thread 41 (block 0, warp 1)"/>
          <p:cNvSpPr/>
          <p:nvPr/>
        </p:nvSpPr>
        <p:spPr>
          <a:xfrm>
            <a:off x="31089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" name="Thread 42 (block 0, warp 1) selected"/>
          <p:cNvSpPr/>
          <p:nvPr/>
        </p:nvSpPr>
        <p:spPr>
          <a:xfrm>
            <a:off x="3566160" y="114300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2" name="Thread 43 (block 0, warp 1)"/>
          <p:cNvSpPr/>
          <p:nvPr/>
        </p:nvSpPr>
        <p:spPr>
          <a:xfrm>
            <a:off x="40233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3" name="Thread 44 (block 0, warp 1)"/>
          <p:cNvSpPr/>
          <p:nvPr/>
        </p:nvSpPr>
        <p:spPr>
          <a:xfrm>
            <a:off x="44805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4" name="Thread 45 (block 0, warp 1)"/>
          <p:cNvSpPr/>
          <p:nvPr/>
        </p:nvSpPr>
        <p:spPr>
          <a:xfrm>
            <a:off x="49377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" name="Thread 46 (block 0, warp 1)"/>
          <p:cNvSpPr/>
          <p:nvPr/>
        </p:nvSpPr>
        <p:spPr>
          <a:xfrm>
            <a:off x="53949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6" name="Thread 47 (block 0, warp 1)"/>
          <p:cNvSpPr/>
          <p:nvPr/>
        </p:nvSpPr>
        <p:spPr>
          <a:xfrm>
            <a:off x="58521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" name="Thread 48 (block 0, warp 1)"/>
          <p:cNvSpPr/>
          <p:nvPr/>
        </p:nvSpPr>
        <p:spPr>
          <a:xfrm>
            <a:off x="26517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" name="Thread 49 (block 0, warp 1)"/>
          <p:cNvSpPr/>
          <p:nvPr/>
        </p:nvSpPr>
        <p:spPr>
          <a:xfrm>
            <a:off x="31089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" name="Thread 50 (block 0, warp 1)"/>
          <p:cNvSpPr/>
          <p:nvPr/>
        </p:nvSpPr>
        <p:spPr>
          <a:xfrm>
            <a:off x="35661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" name="Thread 51 (block 0, warp 1)"/>
          <p:cNvSpPr/>
          <p:nvPr/>
        </p:nvSpPr>
        <p:spPr>
          <a:xfrm>
            <a:off x="40233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" name="Thread 52 (block 0, warp 1)"/>
          <p:cNvSpPr/>
          <p:nvPr/>
        </p:nvSpPr>
        <p:spPr>
          <a:xfrm>
            <a:off x="44805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" name="Thread 53 (block 0, warp 1) selected"/>
          <p:cNvSpPr/>
          <p:nvPr/>
        </p:nvSpPr>
        <p:spPr>
          <a:xfrm>
            <a:off x="4937760" y="118414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" name="Thread 54 (block 0, warp 1)"/>
          <p:cNvSpPr/>
          <p:nvPr/>
        </p:nvSpPr>
        <p:spPr>
          <a:xfrm>
            <a:off x="53949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" name="Thread 55 (block 0, warp 1)"/>
          <p:cNvSpPr/>
          <p:nvPr/>
        </p:nvSpPr>
        <p:spPr>
          <a:xfrm>
            <a:off x="58521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" name="Thread 56 (block 0, warp 1)"/>
          <p:cNvSpPr/>
          <p:nvPr/>
        </p:nvSpPr>
        <p:spPr>
          <a:xfrm>
            <a:off x="26517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" name="Thread 57 (block 0, warp 1)"/>
          <p:cNvSpPr/>
          <p:nvPr/>
        </p:nvSpPr>
        <p:spPr>
          <a:xfrm>
            <a:off x="31089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" name="Thread 58 (block 0, warp 1)"/>
          <p:cNvSpPr/>
          <p:nvPr/>
        </p:nvSpPr>
        <p:spPr>
          <a:xfrm>
            <a:off x="35661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" name="Thread 59 (block 0, warp 1)"/>
          <p:cNvSpPr/>
          <p:nvPr/>
        </p:nvSpPr>
        <p:spPr>
          <a:xfrm>
            <a:off x="40233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" name="Thread 60 (block 0, warp 1) selected"/>
          <p:cNvSpPr/>
          <p:nvPr/>
        </p:nvSpPr>
        <p:spPr>
          <a:xfrm>
            <a:off x="4480560" y="122529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0" name="Thread 61 (block 0, warp 1)"/>
          <p:cNvSpPr/>
          <p:nvPr/>
        </p:nvSpPr>
        <p:spPr>
          <a:xfrm>
            <a:off x="49377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" name="Thread 62 (block 0, warp 1)"/>
          <p:cNvSpPr/>
          <p:nvPr/>
        </p:nvSpPr>
        <p:spPr>
          <a:xfrm>
            <a:off x="53949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" name="Thread 63 (block 0, warp 1)"/>
          <p:cNvSpPr/>
          <p:nvPr/>
        </p:nvSpPr>
        <p:spPr>
          <a:xfrm>
            <a:off x="58521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" name="Thread 64 (block 0, warp 2)"/>
          <p:cNvSpPr/>
          <p:nvPr/>
        </p:nvSpPr>
        <p:spPr>
          <a:xfrm>
            <a:off x="26517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" name="Thread 65 (block 0, warp 2)"/>
          <p:cNvSpPr/>
          <p:nvPr/>
        </p:nvSpPr>
        <p:spPr>
          <a:xfrm>
            <a:off x="31089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" name="Thread 66 (block 0, warp 2) selected"/>
          <p:cNvSpPr/>
          <p:nvPr/>
        </p:nvSpPr>
        <p:spPr>
          <a:xfrm>
            <a:off x="35661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6" name="Thread 67 (block 0, warp 2)"/>
          <p:cNvSpPr/>
          <p:nvPr/>
        </p:nvSpPr>
        <p:spPr>
          <a:xfrm>
            <a:off x="40233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" name="Thread 68 (block 0, warp 2)"/>
          <p:cNvSpPr/>
          <p:nvPr/>
        </p:nvSpPr>
        <p:spPr>
          <a:xfrm>
            <a:off x="44805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" name="Thread 69 (block 0, warp 2)"/>
          <p:cNvSpPr/>
          <p:nvPr/>
        </p:nvSpPr>
        <p:spPr>
          <a:xfrm>
            <a:off x="49377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" name="Thread 70 (block 0, warp 2)"/>
          <p:cNvSpPr/>
          <p:nvPr/>
        </p:nvSpPr>
        <p:spPr>
          <a:xfrm>
            <a:off x="53949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80" name="Thread 71 (block 0, warp 2)"/>
          <p:cNvSpPr/>
          <p:nvPr/>
        </p:nvSpPr>
        <p:spPr>
          <a:xfrm>
            <a:off x="58521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81" name="Thread 72 (block 0, warp 2)"/>
          <p:cNvSpPr/>
          <p:nvPr/>
        </p:nvSpPr>
        <p:spPr>
          <a:xfrm>
            <a:off x="26517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82" name="Thread 73 (block 0, warp 2)"/>
          <p:cNvSpPr/>
          <p:nvPr/>
        </p:nvSpPr>
        <p:spPr>
          <a:xfrm>
            <a:off x="31089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83" name="Thread 74 (block 0, warp 2)"/>
          <p:cNvSpPr/>
          <p:nvPr/>
        </p:nvSpPr>
        <p:spPr>
          <a:xfrm>
            <a:off x="35661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84" name="Thread 75 (block 0, warp 2) selected"/>
          <p:cNvSpPr/>
          <p:nvPr/>
        </p:nvSpPr>
        <p:spPr>
          <a:xfrm>
            <a:off x="40233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5" name="Thread 76 (block 0, warp 2)"/>
          <p:cNvSpPr/>
          <p:nvPr/>
        </p:nvSpPr>
        <p:spPr>
          <a:xfrm>
            <a:off x="44805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86" name="Thread 77 (block 0, warp 2)"/>
          <p:cNvSpPr/>
          <p:nvPr/>
        </p:nvSpPr>
        <p:spPr>
          <a:xfrm>
            <a:off x="49377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87" name="Thread 78 (block 0, warp 2)"/>
          <p:cNvSpPr/>
          <p:nvPr/>
        </p:nvSpPr>
        <p:spPr>
          <a:xfrm>
            <a:off x="53949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88" name="Thread 79 (block 0, warp 2)"/>
          <p:cNvSpPr/>
          <p:nvPr/>
        </p:nvSpPr>
        <p:spPr>
          <a:xfrm>
            <a:off x="58521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89" name="Thread 80 (block 0, warp 2)"/>
          <p:cNvSpPr/>
          <p:nvPr/>
        </p:nvSpPr>
        <p:spPr>
          <a:xfrm>
            <a:off x="26517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90" name="Thread 81 (block 0, warp 2) selected"/>
          <p:cNvSpPr/>
          <p:nvPr/>
        </p:nvSpPr>
        <p:spPr>
          <a:xfrm>
            <a:off x="31089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1" name="Thread 82 (block 0, warp 2)"/>
          <p:cNvSpPr/>
          <p:nvPr/>
        </p:nvSpPr>
        <p:spPr>
          <a:xfrm>
            <a:off x="35661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92" name="Thread 83 (block 0, warp 2)"/>
          <p:cNvSpPr/>
          <p:nvPr/>
        </p:nvSpPr>
        <p:spPr>
          <a:xfrm>
            <a:off x="40233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93" name="Thread 84 (block 0, warp 2)"/>
          <p:cNvSpPr/>
          <p:nvPr/>
        </p:nvSpPr>
        <p:spPr>
          <a:xfrm>
            <a:off x="44805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94" name="Thread 85 (block 0, warp 2)"/>
          <p:cNvSpPr/>
          <p:nvPr/>
        </p:nvSpPr>
        <p:spPr>
          <a:xfrm>
            <a:off x="49377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95" name="Thread 86 (block 0, warp 2)"/>
          <p:cNvSpPr/>
          <p:nvPr/>
        </p:nvSpPr>
        <p:spPr>
          <a:xfrm>
            <a:off x="53949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96" name="Thread 87 (block 0, warp 2)"/>
          <p:cNvSpPr/>
          <p:nvPr/>
        </p:nvSpPr>
        <p:spPr>
          <a:xfrm>
            <a:off x="58521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97" name="Thread 88 (block 0, warp 2)"/>
          <p:cNvSpPr/>
          <p:nvPr/>
        </p:nvSpPr>
        <p:spPr>
          <a:xfrm>
            <a:off x="26517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98" name="Thread 89 (block 0, warp 2)"/>
          <p:cNvSpPr/>
          <p:nvPr/>
        </p:nvSpPr>
        <p:spPr>
          <a:xfrm>
            <a:off x="31089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99" name="Thread 90 (block 0, warp 2)"/>
          <p:cNvSpPr/>
          <p:nvPr/>
        </p:nvSpPr>
        <p:spPr>
          <a:xfrm>
            <a:off x="35661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0" name="Thread 91 (block 0, warp 2)"/>
          <p:cNvSpPr/>
          <p:nvPr/>
        </p:nvSpPr>
        <p:spPr>
          <a:xfrm>
            <a:off x="40233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1" name="Thread 92 (block 0, warp 2)"/>
          <p:cNvSpPr/>
          <p:nvPr/>
        </p:nvSpPr>
        <p:spPr>
          <a:xfrm>
            <a:off x="44805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2" name="Thread 93 (block 0, warp 2) selected"/>
          <p:cNvSpPr/>
          <p:nvPr/>
        </p:nvSpPr>
        <p:spPr>
          <a:xfrm>
            <a:off x="49377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3" name="Thread 94 (block 0, warp 2)"/>
          <p:cNvSpPr/>
          <p:nvPr/>
        </p:nvSpPr>
        <p:spPr>
          <a:xfrm>
            <a:off x="53949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4" name="Thread 95 (block 0, warp 2)"/>
          <p:cNvSpPr/>
          <p:nvPr/>
        </p:nvSpPr>
        <p:spPr>
          <a:xfrm>
            <a:off x="58521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5" name="Thread 96 (block 0, warp 3)"/>
          <p:cNvSpPr/>
          <p:nvPr/>
        </p:nvSpPr>
        <p:spPr>
          <a:xfrm>
            <a:off x="26517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6" name="Thread 97 (block 0, warp 3)"/>
          <p:cNvSpPr/>
          <p:nvPr/>
        </p:nvSpPr>
        <p:spPr>
          <a:xfrm>
            <a:off x="31089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7" name="Thread 98 (block 0, warp 3)"/>
          <p:cNvSpPr/>
          <p:nvPr/>
        </p:nvSpPr>
        <p:spPr>
          <a:xfrm>
            <a:off x="35661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8" name="Thread 99 (block 0, warp 3)"/>
          <p:cNvSpPr/>
          <p:nvPr/>
        </p:nvSpPr>
        <p:spPr>
          <a:xfrm>
            <a:off x="40233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9" name="Thread 100 (block 0, warp 3) selected"/>
          <p:cNvSpPr/>
          <p:nvPr/>
        </p:nvSpPr>
        <p:spPr>
          <a:xfrm>
            <a:off x="4480560" y="147218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0" name="Thread 101 (block 0, warp 3)"/>
          <p:cNvSpPr/>
          <p:nvPr/>
        </p:nvSpPr>
        <p:spPr>
          <a:xfrm>
            <a:off x="49377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1" name="Thread 102 (block 0, warp 3)"/>
          <p:cNvSpPr/>
          <p:nvPr/>
        </p:nvSpPr>
        <p:spPr>
          <a:xfrm>
            <a:off x="53949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2" name="Thread 103 (block 0, warp 3)"/>
          <p:cNvSpPr/>
          <p:nvPr/>
        </p:nvSpPr>
        <p:spPr>
          <a:xfrm>
            <a:off x="58521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3" name="Thread 104 (block 0, warp 3)"/>
          <p:cNvSpPr/>
          <p:nvPr/>
        </p:nvSpPr>
        <p:spPr>
          <a:xfrm>
            <a:off x="26517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4" name="Thread 105 (block 0, warp 3)"/>
          <p:cNvSpPr/>
          <p:nvPr/>
        </p:nvSpPr>
        <p:spPr>
          <a:xfrm>
            <a:off x="31089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5" name="Thread 106 (block 0, warp 3)"/>
          <p:cNvSpPr/>
          <p:nvPr/>
        </p:nvSpPr>
        <p:spPr>
          <a:xfrm>
            <a:off x="35661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6" name="Thread 107 (block 0, warp 3)"/>
          <p:cNvSpPr/>
          <p:nvPr/>
        </p:nvSpPr>
        <p:spPr>
          <a:xfrm>
            <a:off x="40233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7" name="Thread 108 (block 0, warp 3) selected"/>
          <p:cNvSpPr/>
          <p:nvPr/>
        </p:nvSpPr>
        <p:spPr>
          <a:xfrm>
            <a:off x="4480560" y="151333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8" name="Thread 109 (block 0, warp 3)"/>
          <p:cNvSpPr/>
          <p:nvPr/>
        </p:nvSpPr>
        <p:spPr>
          <a:xfrm>
            <a:off x="49377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9" name="Thread 110 (block 0, warp 3)"/>
          <p:cNvSpPr/>
          <p:nvPr/>
        </p:nvSpPr>
        <p:spPr>
          <a:xfrm>
            <a:off x="53949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0" name="Thread 111 (block 0, warp 3)"/>
          <p:cNvSpPr/>
          <p:nvPr/>
        </p:nvSpPr>
        <p:spPr>
          <a:xfrm>
            <a:off x="58521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1" name="Thread 112 (block 0, warp 3)"/>
          <p:cNvSpPr/>
          <p:nvPr/>
        </p:nvSpPr>
        <p:spPr>
          <a:xfrm>
            <a:off x="26517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2" name="Thread 113 (block 0, warp 3)"/>
          <p:cNvSpPr/>
          <p:nvPr/>
        </p:nvSpPr>
        <p:spPr>
          <a:xfrm>
            <a:off x="31089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3" name="Thread 114 (block 0, warp 3)"/>
          <p:cNvSpPr/>
          <p:nvPr/>
        </p:nvSpPr>
        <p:spPr>
          <a:xfrm>
            <a:off x="35661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4" name="Thread 115 (block 0, warp 3)"/>
          <p:cNvSpPr/>
          <p:nvPr/>
        </p:nvSpPr>
        <p:spPr>
          <a:xfrm>
            <a:off x="40233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5" name="Thread 116 (block 0, warp 3)"/>
          <p:cNvSpPr/>
          <p:nvPr/>
        </p:nvSpPr>
        <p:spPr>
          <a:xfrm>
            <a:off x="44805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6" name="Thread 117 (block 0, warp 3)"/>
          <p:cNvSpPr/>
          <p:nvPr/>
        </p:nvSpPr>
        <p:spPr>
          <a:xfrm>
            <a:off x="49377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7" name="Thread 118 (block 0, warp 3)"/>
          <p:cNvSpPr/>
          <p:nvPr/>
        </p:nvSpPr>
        <p:spPr>
          <a:xfrm>
            <a:off x="53949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8" name="Thread 119 (block 0, warp 3) selected"/>
          <p:cNvSpPr/>
          <p:nvPr/>
        </p:nvSpPr>
        <p:spPr>
          <a:xfrm>
            <a:off x="5852160" y="155448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9" name="Thread 120 (block 0, warp 3)"/>
          <p:cNvSpPr/>
          <p:nvPr/>
        </p:nvSpPr>
        <p:spPr>
          <a:xfrm>
            <a:off x="26517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0" name="Thread 121 (block 0, warp 3)"/>
          <p:cNvSpPr/>
          <p:nvPr/>
        </p:nvSpPr>
        <p:spPr>
          <a:xfrm>
            <a:off x="31089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1" name="Thread 122 (block 0, warp 3)"/>
          <p:cNvSpPr/>
          <p:nvPr/>
        </p:nvSpPr>
        <p:spPr>
          <a:xfrm>
            <a:off x="35661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2" name="Thread 123 (block 0, warp 3)"/>
          <p:cNvSpPr/>
          <p:nvPr/>
        </p:nvSpPr>
        <p:spPr>
          <a:xfrm>
            <a:off x="40233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3" name="Thread 124 (block 0, warp 3)"/>
          <p:cNvSpPr/>
          <p:nvPr/>
        </p:nvSpPr>
        <p:spPr>
          <a:xfrm>
            <a:off x="44805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4" name="Thread 125 (block 0, warp 3)"/>
          <p:cNvSpPr/>
          <p:nvPr/>
        </p:nvSpPr>
        <p:spPr>
          <a:xfrm>
            <a:off x="49377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5" name="Thread 126 (block 0, warp 3) selected"/>
          <p:cNvSpPr/>
          <p:nvPr/>
        </p:nvSpPr>
        <p:spPr>
          <a:xfrm>
            <a:off x="5394960" y="159562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6" name="Thread 127 (block 0, warp 3)"/>
          <p:cNvSpPr/>
          <p:nvPr/>
        </p:nvSpPr>
        <p:spPr>
          <a:xfrm>
            <a:off x="58521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7" name="Block 1"/>
          <p:cNvSpPr/>
          <p:nvPr/>
        </p:nvSpPr>
        <p:spPr>
          <a:xfrm>
            <a:off x="749808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1</a:t>
            </a:r>
          </a:p>
        </p:txBody>
      </p:sp>
      <p:sp>
        <p:nvSpPr>
          <p:cNvPr id="138" name="Block 1: 128 threads"/>
          <p:cNvSpPr/>
          <p:nvPr/>
        </p:nvSpPr>
        <p:spPr>
          <a:xfrm>
            <a:off x="749808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139" name="Thread 0 (block 1, warp 0)"/>
          <p:cNvSpPr/>
          <p:nvPr/>
        </p:nvSpPr>
        <p:spPr>
          <a:xfrm>
            <a:off x="78181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0" name="Thread 1 (block 1, warp 0)"/>
          <p:cNvSpPr/>
          <p:nvPr/>
        </p:nvSpPr>
        <p:spPr>
          <a:xfrm>
            <a:off x="82753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1" name="Thread 2 (block 1, warp 0)"/>
          <p:cNvSpPr/>
          <p:nvPr/>
        </p:nvSpPr>
        <p:spPr>
          <a:xfrm>
            <a:off x="87325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2" name="Thread 3 (block 1, warp 0) selected"/>
          <p:cNvSpPr/>
          <p:nvPr/>
        </p:nvSpPr>
        <p:spPr>
          <a:xfrm>
            <a:off x="918972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3" name="Thread 4 (block 1, warp 0)"/>
          <p:cNvSpPr/>
          <p:nvPr/>
        </p:nvSpPr>
        <p:spPr>
          <a:xfrm>
            <a:off x="96469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4" name="Thread 5 (block 1, warp 0)"/>
          <p:cNvSpPr/>
          <p:nvPr/>
        </p:nvSpPr>
        <p:spPr>
          <a:xfrm>
            <a:off x="101041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5" name="Thread 6 (block 1, warp 0)"/>
          <p:cNvSpPr/>
          <p:nvPr/>
        </p:nvSpPr>
        <p:spPr>
          <a:xfrm>
            <a:off x="105613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6" name="Thread 7 (block 1, warp 0)"/>
          <p:cNvSpPr/>
          <p:nvPr/>
        </p:nvSpPr>
        <p:spPr>
          <a:xfrm>
            <a:off x="110185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7" name="Thread 8 (block 1, warp 0) selected"/>
          <p:cNvSpPr/>
          <p:nvPr/>
        </p:nvSpPr>
        <p:spPr>
          <a:xfrm>
            <a:off x="781812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8" name="Thread 9 (block 1, warp 0)"/>
          <p:cNvSpPr/>
          <p:nvPr/>
        </p:nvSpPr>
        <p:spPr>
          <a:xfrm>
            <a:off x="82753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9" name="Thread 10 (block 1, warp 0)"/>
          <p:cNvSpPr/>
          <p:nvPr/>
        </p:nvSpPr>
        <p:spPr>
          <a:xfrm>
            <a:off x="87325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50" name="Thread 11 (block 1, warp 0)"/>
          <p:cNvSpPr/>
          <p:nvPr/>
        </p:nvSpPr>
        <p:spPr>
          <a:xfrm>
            <a:off x="91897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51" name="Thread 12 (block 1, warp 0)"/>
          <p:cNvSpPr/>
          <p:nvPr/>
        </p:nvSpPr>
        <p:spPr>
          <a:xfrm>
            <a:off x="96469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52" name="Thread 13 (block 1, warp 0)"/>
          <p:cNvSpPr/>
          <p:nvPr/>
        </p:nvSpPr>
        <p:spPr>
          <a:xfrm>
            <a:off x="101041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53" name="Thread 14 (block 1, warp 0)"/>
          <p:cNvSpPr/>
          <p:nvPr/>
        </p:nvSpPr>
        <p:spPr>
          <a:xfrm>
            <a:off x="105613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54" name="Thread 15 (block 1, warp 0)"/>
          <p:cNvSpPr/>
          <p:nvPr/>
        </p:nvSpPr>
        <p:spPr>
          <a:xfrm>
            <a:off x="110185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55" name="Thread 16 (block 1, warp 0)"/>
          <p:cNvSpPr/>
          <p:nvPr/>
        </p:nvSpPr>
        <p:spPr>
          <a:xfrm>
            <a:off x="78181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56" name="Thread 17 (block 1, warp 0)"/>
          <p:cNvSpPr/>
          <p:nvPr/>
        </p:nvSpPr>
        <p:spPr>
          <a:xfrm>
            <a:off x="82753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57" name="Thread 18 (block 1, warp 0)"/>
          <p:cNvSpPr/>
          <p:nvPr/>
        </p:nvSpPr>
        <p:spPr>
          <a:xfrm>
            <a:off x="87325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58" name="Thread 19 (block 1, warp 0) selected"/>
          <p:cNvSpPr/>
          <p:nvPr/>
        </p:nvSpPr>
        <p:spPr>
          <a:xfrm>
            <a:off x="918972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9" name="Thread 20 (block 1, warp 0)"/>
          <p:cNvSpPr/>
          <p:nvPr/>
        </p:nvSpPr>
        <p:spPr>
          <a:xfrm>
            <a:off x="96469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60" name="Thread 21 (block 1, warp 0)"/>
          <p:cNvSpPr/>
          <p:nvPr/>
        </p:nvSpPr>
        <p:spPr>
          <a:xfrm>
            <a:off x="101041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61" name="Thread 22 (block 1, warp 0) selected"/>
          <p:cNvSpPr/>
          <p:nvPr/>
        </p:nvSpPr>
        <p:spPr>
          <a:xfrm>
            <a:off x="1056132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2" name="Thread 23 (block 1, warp 0)"/>
          <p:cNvSpPr/>
          <p:nvPr/>
        </p:nvSpPr>
        <p:spPr>
          <a:xfrm>
            <a:off x="110185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63" name="Thread 24 (block 1, warp 0)"/>
          <p:cNvSpPr/>
          <p:nvPr/>
        </p:nvSpPr>
        <p:spPr>
          <a:xfrm>
            <a:off x="78181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64" name="Thread 25 (block 1, warp 0)"/>
          <p:cNvSpPr/>
          <p:nvPr/>
        </p:nvSpPr>
        <p:spPr>
          <a:xfrm>
            <a:off x="82753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65" name="Thread 26 (block 1, warp 0)"/>
          <p:cNvSpPr/>
          <p:nvPr/>
        </p:nvSpPr>
        <p:spPr>
          <a:xfrm>
            <a:off x="87325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66" name="Thread 27 (block 1, warp 0)"/>
          <p:cNvSpPr/>
          <p:nvPr/>
        </p:nvSpPr>
        <p:spPr>
          <a:xfrm>
            <a:off x="91897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67" name="Thread 28 (block 1, warp 0)"/>
          <p:cNvSpPr/>
          <p:nvPr/>
        </p:nvSpPr>
        <p:spPr>
          <a:xfrm>
            <a:off x="96469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68" name="Thread 29 (block 1, warp 0)"/>
          <p:cNvSpPr/>
          <p:nvPr/>
        </p:nvSpPr>
        <p:spPr>
          <a:xfrm>
            <a:off x="101041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69" name="Thread 30 (block 1, warp 0)"/>
          <p:cNvSpPr/>
          <p:nvPr/>
        </p:nvSpPr>
        <p:spPr>
          <a:xfrm>
            <a:off x="105613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0" name="Thread 31 (block 1, warp 0)"/>
          <p:cNvSpPr/>
          <p:nvPr/>
        </p:nvSpPr>
        <p:spPr>
          <a:xfrm>
            <a:off x="110185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1" name="Thread 32 (block 1, warp 1)"/>
          <p:cNvSpPr/>
          <p:nvPr/>
        </p:nvSpPr>
        <p:spPr>
          <a:xfrm>
            <a:off x="78181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2" name="Thread 33 (block 1, warp 1) selected"/>
          <p:cNvSpPr/>
          <p:nvPr/>
        </p:nvSpPr>
        <p:spPr>
          <a:xfrm>
            <a:off x="8275320" y="110185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3" name="Thread 34 (block 1, warp 1)"/>
          <p:cNvSpPr/>
          <p:nvPr/>
        </p:nvSpPr>
        <p:spPr>
          <a:xfrm>
            <a:off x="87325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4" name="Thread 35 (block 1, warp 1)"/>
          <p:cNvSpPr/>
          <p:nvPr/>
        </p:nvSpPr>
        <p:spPr>
          <a:xfrm>
            <a:off x="91897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5" name="Thread 36 (block 1, warp 1)"/>
          <p:cNvSpPr/>
          <p:nvPr/>
        </p:nvSpPr>
        <p:spPr>
          <a:xfrm>
            <a:off x="96469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6" name="Thread 37 (block 1, warp 1)"/>
          <p:cNvSpPr/>
          <p:nvPr/>
        </p:nvSpPr>
        <p:spPr>
          <a:xfrm>
            <a:off x="101041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7" name="Thread 38 (block 1, warp 1) selected"/>
          <p:cNvSpPr/>
          <p:nvPr/>
        </p:nvSpPr>
        <p:spPr>
          <a:xfrm>
            <a:off x="10561320" y="110185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8" name="Thread 39 (block 1, warp 1)"/>
          <p:cNvSpPr/>
          <p:nvPr/>
        </p:nvSpPr>
        <p:spPr>
          <a:xfrm>
            <a:off x="110185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9" name="Thread 40 (block 1, warp 1)"/>
          <p:cNvSpPr/>
          <p:nvPr/>
        </p:nvSpPr>
        <p:spPr>
          <a:xfrm>
            <a:off x="78181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0" name="Thread 41 (block 1, warp 1)"/>
          <p:cNvSpPr/>
          <p:nvPr/>
        </p:nvSpPr>
        <p:spPr>
          <a:xfrm>
            <a:off x="82753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1" name="Thread 42 (block 1, warp 1)"/>
          <p:cNvSpPr/>
          <p:nvPr/>
        </p:nvSpPr>
        <p:spPr>
          <a:xfrm>
            <a:off x="87325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2" name="Thread 43 (block 1, warp 1)"/>
          <p:cNvSpPr/>
          <p:nvPr/>
        </p:nvSpPr>
        <p:spPr>
          <a:xfrm>
            <a:off x="91897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3" name="Thread 44 (block 1, warp 1)"/>
          <p:cNvSpPr/>
          <p:nvPr/>
        </p:nvSpPr>
        <p:spPr>
          <a:xfrm>
            <a:off x="96469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4" name="Thread 45 (block 1, warp 1)"/>
          <p:cNvSpPr/>
          <p:nvPr/>
        </p:nvSpPr>
        <p:spPr>
          <a:xfrm>
            <a:off x="101041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5" name="Thread 46 (block 1, warp 1) selected"/>
          <p:cNvSpPr/>
          <p:nvPr/>
        </p:nvSpPr>
        <p:spPr>
          <a:xfrm>
            <a:off x="10561320" y="114300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6" name="Thread 47 (block 1, warp 1)"/>
          <p:cNvSpPr/>
          <p:nvPr/>
        </p:nvSpPr>
        <p:spPr>
          <a:xfrm>
            <a:off x="110185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7" name="Thread 48 (block 1, warp 1)"/>
          <p:cNvSpPr/>
          <p:nvPr/>
        </p:nvSpPr>
        <p:spPr>
          <a:xfrm>
            <a:off x="78181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8" name="Thread 49 (block 1, warp 1)"/>
          <p:cNvSpPr/>
          <p:nvPr/>
        </p:nvSpPr>
        <p:spPr>
          <a:xfrm>
            <a:off x="82753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9" name="Thread 50 (block 1, warp 1)"/>
          <p:cNvSpPr/>
          <p:nvPr/>
        </p:nvSpPr>
        <p:spPr>
          <a:xfrm>
            <a:off x="87325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0" name="Thread 51 (block 1, warp 1)"/>
          <p:cNvSpPr/>
          <p:nvPr/>
        </p:nvSpPr>
        <p:spPr>
          <a:xfrm>
            <a:off x="91897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1" name="Thread 52 (block 1, warp 1)"/>
          <p:cNvSpPr/>
          <p:nvPr/>
        </p:nvSpPr>
        <p:spPr>
          <a:xfrm>
            <a:off x="96469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2" name="Thread 53 (block 1, warp 1)"/>
          <p:cNvSpPr/>
          <p:nvPr/>
        </p:nvSpPr>
        <p:spPr>
          <a:xfrm>
            <a:off x="101041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3" name="Thread 54 (block 1, warp 1)"/>
          <p:cNvSpPr/>
          <p:nvPr/>
        </p:nvSpPr>
        <p:spPr>
          <a:xfrm>
            <a:off x="105613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4" name="Thread 55 (block 1, warp 1)"/>
          <p:cNvSpPr/>
          <p:nvPr/>
        </p:nvSpPr>
        <p:spPr>
          <a:xfrm>
            <a:off x="110185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5" name="Thread 56 (block 1, warp 1)"/>
          <p:cNvSpPr/>
          <p:nvPr/>
        </p:nvSpPr>
        <p:spPr>
          <a:xfrm>
            <a:off x="78181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6" name="Thread 57 (block 1, warp 1) selected"/>
          <p:cNvSpPr/>
          <p:nvPr/>
        </p:nvSpPr>
        <p:spPr>
          <a:xfrm>
            <a:off x="8275320" y="122529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7" name="Thread 58 (block 1, warp 1)"/>
          <p:cNvSpPr/>
          <p:nvPr/>
        </p:nvSpPr>
        <p:spPr>
          <a:xfrm>
            <a:off x="87325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8" name="Thread 59 (block 1, warp 1)"/>
          <p:cNvSpPr/>
          <p:nvPr/>
        </p:nvSpPr>
        <p:spPr>
          <a:xfrm>
            <a:off x="91897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9" name="Thread 60 (block 1, warp 1)"/>
          <p:cNvSpPr/>
          <p:nvPr/>
        </p:nvSpPr>
        <p:spPr>
          <a:xfrm>
            <a:off x="96469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0" name="Thread 61 (block 1, warp 1)"/>
          <p:cNvSpPr/>
          <p:nvPr/>
        </p:nvSpPr>
        <p:spPr>
          <a:xfrm>
            <a:off x="101041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1" name="Thread 62 (block 1, warp 1)"/>
          <p:cNvSpPr/>
          <p:nvPr/>
        </p:nvSpPr>
        <p:spPr>
          <a:xfrm>
            <a:off x="105613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2" name="Thread 63 (block 1, warp 1)"/>
          <p:cNvSpPr/>
          <p:nvPr/>
        </p:nvSpPr>
        <p:spPr>
          <a:xfrm>
            <a:off x="110185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3" name="Thread 64 (block 1, warp 2)"/>
          <p:cNvSpPr/>
          <p:nvPr/>
        </p:nvSpPr>
        <p:spPr>
          <a:xfrm>
            <a:off x="78181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4" name="Thread 65 (block 1, warp 2) selected"/>
          <p:cNvSpPr/>
          <p:nvPr/>
        </p:nvSpPr>
        <p:spPr>
          <a:xfrm>
            <a:off x="827532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5" name="Thread 66 (block 1, warp 2)"/>
          <p:cNvSpPr/>
          <p:nvPr/>
        </p:nvSpPr>
        <p:spPr>
          <a:xfrm>
            <a:off x="87325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6" name="Thread 67 (block 1, warp 2)"/>
          <p:cNvSpPr/>
          <p:nvPr/>
        </p:nvSpPr>
        <p:spPr>
          <a:xfrm>
            <a:off x="91897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7" name="Thread 68 (block 1, warp 2)"/>
          <p:cNvSpPr/>
          <p:nvPr/>
        </p:nvSpPr>
        <p:spPr>
          <a:xfrm>
            <a:off x="96469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8" name="Thread 69 (block 1, warp 2)"/>
          <p:cNvSpPr/>
          <p:nvPr/>
        </p:nvSpPr>
        <p:spPr>
          <a:xfrm>
            <a:off x="101041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9" name="Thread 70 (block 1, warp 2)"/>
          <p:cNvSpPr/>
          <p:nvPr/>
        </p:nvSpPr>
        <p:spPr>
          <a:xfrm>
            <a:off x="105613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0" name="Thread 71 (block 1, warp 2)"/>
          <p:cNvSpPr/>
          <p:nvPr/>
        </p:nvSpPr>
        <p:spPr>
          <a:xfrm>
            <a:off x="110185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1" name="Thread 72 (block 1, warp 2)"/>
          <p:cNvSpPr/>
          <p:nvPr/>
        </p:nvSpPr>
        <p:spPr>
          <a:xfrm>
            <a:off x="78181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2" name="Thread 73 (block 1, warp 2) selected"/>
          <p:cNvSpPr/>
          <p:nvPr/>
        </p:nvSpPr>
        <p:spPr>
          <a:xfrm>
            <a:off x="827532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3" name="Thread 74 (block 1, warp 2)"/>
          <p:cNvSpPr/>
          <p:nvPr/>
        </p:nvSpPr>
        <p:spPr>
          <a:xfrm>
            <a:off x="87325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4" name="Thread 75 (block 1, warp 2)"/>
          <p:cNvSpPr/>
          <p:nvPr/>
        </p:nvSpPr>
        <p:spPr>
          <a:xfrm>
            <a:off x="91897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5" name="Thread 76 (block 1, warp 2)"/>
          <p:cNvSpPr/>
          <p:nvPr/>
        </p:nvSpPr>
        <p:spPr>
          <a:xfrm>
            <a:off x="96469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6" name="Thread 77 (block 1, warp 2)"/>
          <p:cNvSpPr/>
          <p:nvPr/>
        </p:nvSpPr>
        <p:spPr>
          <a:xfrm>
            <a:off x="101041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7" name="Thread 78 (block 1, warp 2)"/>
          <p:cNvSpPr/>
          <p:nvPr/>
        </p:nvSpPr>
        <p:spPr>
          <a:xfrm>
            <a:off x="105613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8" name="Thread 79 (block 1, warp 2)"/>
          <p:cNvSpPr/>
          <p:nvPr/>
        </p:nvSpPr>
        <p:spPr>
          <a:xfrm>
            <a:off x="110185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9" name="Thread 80 (block 1, warp 2)"/>
          <p:cNvSpPr/>
          <p:nvPr/>
        </p:nvSpPr>
        <p:spPr>
          <a:xfrm>
            <a:off x="78181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20" name="Thread 81 (block 1, warp 2)"/>
          <p:cNvSpPr/>
          <p:nvPr/>
        </p:nvSpPr>
        <p:spPr>
          <a:xfrm>
            <a:off x="82753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21" name="Thread 82 (block 1, warp 2)"/>
          <p:cNvSpPr/>
          <p:nvPr/>
        </p:nvSpPr>
        <p:spPr>
          <a:xfrm>
            <a:off x="87325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22" name="Thread 83 (block 1, warp 2)"/>
          <p:cNvSpPr/>
          <p:nvPr/>
        </p:nvSpPr>
        <p:spPr>
          <a:xfrm>
            <a:off x="91897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23" name="Thread 84 (block 1, warp 2)"/>
          <p:cNvSpPr/>
          <p:nvPr/>
        </p:nvSpPr>
        <p:spPr>
          <a:xfrm>
            <a:off x="96469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24" name="Thread 85 (block 1, warp 2)"/>
          <p:cNvSpPr/>
          <p:nvPr/>
        </p:nvSpPr>
        <p:spPr>
          <a:xfrm>
            <a:off x="101041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25" name="Thread 86 (block 1, warp 2)"/>
          <p:cNvSpPr/>
          <p:nvPr/>
        </p:nvSpPr>
        <p:spPr>
          <a:xfrm>
            <a:off x="105613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26" name="Thread 87 (block 1, warp 2) selected"/>
          <p:cNvSpPr/>
          <p:nvPr/>
        </p:nvSpPr>
        <p:spPr>
          <a:xfrm>
            <a:off x="1101852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7" name="Thread 88 (block 1, warp 2)"/>
          <p:cNvSpPr/>
          <p:nvPr/>
        </p:nvSpPr>
        <p:spPr>
          <a:xfrm>
            <a:off x="78181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28" name="Thread 89 (block 1, warp 2)"/>
          <p:cNvSpPr/>
          <p:nvPr/>
        </p:nvSpPr>
        <p:spPr>
          <a:xfrm>
            <a:off x="82753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29" name="Thread 90 (block 1, warp 2)"/>
          <p:cNvSpPr/>
          <p:nvPr/>
        </p:nvSpPr>
        <p:spPr>
          <a:xfrm>
            <a:off x="87325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0" name="Thread 91 (block 1, warp 2)"/>
          <p:cNvSpPr/>
          <p:nvPr/>
        </p:nvSpPr>
        <p:spPr>
          <a:xfrm>
            <a:off x="91897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1" name="Thread 92 (block 1, warp 2)"/>
          <p:cNvSpPr/>
          <p:nvPr/>
        </p:nvSpPr>
        <p:spPr>
          <a:xfrm>
            <a:off x="96469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2" name="Thread 93 (block 1, warp 2)"/>
          <p:cNvSpPr/>
          <p:nvPr/>
        </p:nvSpPr>
        <p:spPr>
          <a:xfrm>
            <a:off x="101041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3" name="Thread 94 (block 1, warp 2) selected"/>
          <p:cNvSpPr/>
          <p:nvPr/>
        </p:nvSpPr>
        <p:spPr>
          <a:xfrm>
            <a:off x="1056132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4" name="Thread 95 (block 1, warp 2)"/>
          <p:cNvSpPr/>
          <p:nvPr/>
        </p:nvSpPr>
        <p:spPr>
          <a:xfrm>
            <a:off x="110185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5" name="Thread 96 (block 1, warp 3)"/>
          <p:cNvSpPr/>
          <p:nvPr/>
        </p:nvSpPr>
        <p:spPr>
          <a:xfrm>
            <a:off x="78181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6" name="Thread 97 (block 1, warp 3)"/>
          <p:cNvSpPr/>
          <p:nvPr/>
        </p:nvSpPr>
        <p:spPr>
          <a:xfrm>
            <a:off x="82753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7" name="Thread 98 (block 1, warp 3)"/>
          <p:cNvSpPr/>
          <p:nvPr/>
        </p:nvSpPr>
        <p:spPr>
          <a:xfrm>
            <a:off x="87325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8" name="Thread 99 (block 1, warp 3)"/>
          <p:cNvSpPr/>
          <p:nvPr/>
        </p:nvSpPr>
        <p:spPr>
          <a:xfrm>
            <a:off x="91897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9" name="Thread 100 (block 1, warp 3)"/>
          <p:cNvSpPr/>
          <p:nvPr/>
        </p:nvSpPr>
        <p:spPr>
          <a:xfrm>
            <a:off x="96469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0" name="Thread 101 (block 1, warp 3)"/>
          <p:cNvSpPr/>
          <p:nvPr/>
        </p:nvSpPr>
        <p:spPr>
          <a:xfrm>
            <a:off x="101041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1" name="Thread 102 (block 1, warp 3)"/>
          <p:cNvSpPr/>
          <p:nvPr/>
        </p:nvSpPr>
        <p:spPr>
          <a:xfrm>
            <a:off x="105613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2" name="Thread 103 (block 1, warp 3) selected"/>
          <p:cNvSpPr/>
          <p:nvPr/>
        </p:nvSpPr>
        <p:spPr>
          <a:xfrm>
            <a:off x="11018520" y="147218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3" name="Thread 104 (block 1, warp 3)"/>
          <p:cNvSpPr/>
          <p:nvPr/>
        </p:nvSpPr>
        <p:spPr>
          <a:xfrm>
            <a:off x="78181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4" name="Thread 105 (block 1, warp 3)"/>
          <p:cNvSpPr/>
          <p:nvPr/>
        </p:nvSpPr>
        <p:spPr>
          <a:xfrm>
            <a:off x="82753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5" name="Thread 106 (block 1, warp 3)"/>
          <p:cNvSpPr/>
          <p:nvPr/>
        </p:nvSpPr>
        <p:spPr>
          <a:xfrm>
            <a:off x="87325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6" name="Thread 107 (block 1, warp 3)"/>
          <p:cNvSpPr/>
          <p:nvPr/>
        </p:nvSpPr>
        <p:spPr>
          <a:xfrm>
            <a:off x="91897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7" name="Thread 108 (block 1, warp 3)"/>
          <p:cNvSpPr/>
          <p:nvPr/>
        </p:nvSpPr>
        <p:spPr>
          <a:xfrm>
            <a:off x="96469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8" name="Thread 109 (block 1, warp 3)"/>
          <p:cNvSpPr/>
          <p:nvPr/>
        </p:nvSpPr>
        <p:spPr>
          <a:xfrm>
            <a:off x="101041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9" name="Thread 110 (block 1, warp 3) selected"/>
          <p:cNvSpPr/>
          <p:nvPr/>
        </p:nvSpPr>
        <p:spPr>
          <a:xfrm>
            <a:off x="10561320" y="151333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0" name="Thread 111 (block 1, warp 3)"/>
          <p:cNvSpPr/>
          <p:nvPr/>
        </p:nvSpPr>
        <p:spPr>
          <a:xfrm>
            <a:off x="110185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1" name="Thread 112 (block 1, warp 3)"/>
          <p:cNvSpPr/>
          <p:nvPr/>
        </p:nvSpPr>
        <p:spPr>
          <a:xfrm>
            <a:off x="78181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2" name="Thread 113 (block 1, warp 3)"/>
          <p:cNvSpPr/>
          <p:nvPr/>
        </p:nvSpPr>
        <p:spPr>
          <a:xfrm>
            <a:off x="82753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3" name="Thread 114 (block 1, warp 3)"/>
          <p:cNvSpPr/>
          <p:nvPr/>
        </p:nvSpPr>
        <p:spPr>
          <a:xfrm>
            <a:off x="87325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4" name="Thread 115 (block 1, warp 3)"/>
          <p:cNvSpPr/>
          <p:nvPr/>
        </p:nvSpPr>
        <p:spPr>
          <a:xfrm>
            <a:off x="91897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5" name="Thread 116 (block 1, warp 3)"/>
          <p:cNvSpPr/>
          <p:nvPr/>
        </p:nvSpPr>
        <p:spPr>
          <a:xfrm>
            <a:off x="96469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6" name="Thread 117 (block 1, warp 3)"/>
          <p:cNvSpPr/>
          <p:nvPr/>
        </p:nvSpPr>
        <p:spPr>
          <a:xfrm>
            <a:off x="101041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7" name="Thread 118 (block 1, warp 3)"/>
          <p:cNvSpPr/>
          <p:nvPr/>
        </p:nvSpPr>
        <p:spPr>
          <a:xfrm>
            <a:off x="105613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8" name="Thread 119 (block 1, warp 3)"/>
          <p:cNvSpPr/>
          <p:nvPr/>
        </p:nvSpPr>
        <p:spPr>
          <a:xfrm>
            <a:off x="110185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9" name="Thread 120 (block 1, warp 3)"/>
          <p:cNvSpPr/>
          <p:nvPr/>
        </p:nvSpPr>
        <p:spPr>
          <a:xfrm>
            <a:off x="78181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0" name="Thread 121 (block 1, warp 3) selected"/>
          <p:cNvSpPr/>
          <p:nvPr/>
        </p:nvSpPr>
        <p:spPr>
          <a:xfrm>
            <a:off x="8275320" y="159562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1" name="Thread 122 (block 1, warp 3)"/>
          <p:cNvSpPr/>
          <p:nvPr/>
        </p:nvSpPr>
        <p:spPr>
          <a:xfrm>
            <a:off x="87325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2" name="Thread 123 (block 1, warp 3)"/>
          <p:cNvSpPr/>
          <p:nvPr/>
        </p:nvSpPr>
        <p:spPr>
          <a:xfrm>
            <a:off x="91897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3" name="Thread 124 (block 1, warp 3)"/>
          <p:cNvSpPr/>
          <p:nvPr/>
        </p:nvSpPr>
        <p:spPr>
          <a:xfrm>
            <a:off x="96469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4" name="Thread 125 (block 1, warp 3)"/>
          <p:cNvSpPr/>
          <p:nvPr/>
        </p:nvSpPr>
        <p:spPr>
          <a:xfrm>
            <a:off x="101041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5" name="Thread 126 (block 1, warp 3)"/>
          <p:cNvSpPr/>
          <p:nvPr/>
        </p:nvSpPr>
        <p:spPr>
          <a:xfrm>
            <a:off x="105613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6" name="Thread 127 (block 1, warp 3)"/>
          <p:cNvSpPr/>
          <p:nvPr/>
        </p:nvSpPr>
        <p:spPr>
          <a:xfrm>
            <a:off x="110185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7" name="No upper boundary specified"/>
          <p:cNvSpPr/>
          <p:nvPr/>
        </p:nvSpPr>
        <p:spPr>
          <a:xfrm>
            <a:off x="2057400" y="17167860"/>
            <a:ext cx="10012680" cy="7086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780" b="0">
                <a:solidFill>
                  <a:schemeClr val="dk2"/>
                </a:solidFill>
                <a:latin typeface="NVIDIA Sans"/>
              </a:rPr>
              <a:t xml:space="preserve">No upper boundary specified</a:t>
            </a:r>
          </a:p>
        </p:txBody>
      </p:sp>
      <p:sp>
        <p:nvSpPr>
          <p:cNvPr id="268" name="Membership spans both blocks"/>
          <p:cNvSpPr/>
          <p:nvPr/>
        </p:nvSpPr>
        <p:spPr>
          <a:xfrm>
            <a:off x="2057400" y="18013680"/>
            <a:ext cx="1001268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Membership spans both blocks</a:t>
            </a:r>
          </a:p>
        </p:txBody>
      </p:sp>
      <p:sp>
        <p:nvSpPr>
          <p:cNvPr id="269" name="Shape"/>
          <p:cNvSpPr/>
          <p:nvPr/>
        </p:nvSpPr>
        <p:spPr>
          <a:xfrm>
            <a:off x="13030200" y="544068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270" name="CTK’s&#10;Cooperative Groups"/>
          <p:cNvSpPr/>
          <p:nvPr/>
        </p:nvSpPr>
        <p:spPr>
          <a:xfrm>
            <a:off x="13533120" y="6080760"/>
            <a:ext cx="9715500" cy="1828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CTK’s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Cooperative Groups</a:t>
            </a:r>
          </a:p>
        </p:txBody>
      </p:sp>
      <p:sp>
        <p:nvSpPr>
          <p:cNvPr id="271" name="Block 0"/>
          <p:cNvSpPr/>
          <p:nvPr/>
        </p:nvSpPr>
        <p:spPr>
          <a:xfrm>
            <a:off x="1353312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0</a:t>
            </a:r>
          </a:p>
        </p:txBody>
      </p:sp>
      <p:sp>
        <p:nvSpPr>
          <p:cNvPr id="272" name="Block 0: 128 threads"/>
          <p:cNvSpPr/>
          <p:nvPr/>
        </p:nvSpPr>
        <p:spPr>
          <a:xfrm>
            <a:off x="1353312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273" name="Upper boundary: block 0"/>
          <p:cNvSpPr/>
          <p:nvPr/>
        </p:nvSpPr>
        <p:spPr>
          <a:xfrm>
            <a:off x="13373100" y="8595360"/>
            <a:ext cx="4434840" cy="8092440"/>
          </a:xfrm>
          <a:prstGeom prst="roundRect">
            <a:avLst>
              <a:gd name="adj" fmla="val 6000"/>
            </a:avLst>
          </a:prstGeom>
          <a:noFill/>
          <a:ln w="57150">
            <a:solidFill>
              <a:schemeClr val="dk2"/>
            </a:solidFill>
            <a:prstDash val="dash"/>
          </a:ln>
        </p:spPr>
      </p:sp>
      <p:sp>
        <p:nvSpPr>
          <p:cNvPr id="274" name="Thread 0 (block 0, warp 0)"/>
          <p:cNvSpPr/>
          <p:nvPr/>
        </p:nvSpPr>
        <p:spPr>
          <a:xfrm>
            <a:off x="138531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5" name="Thread 1 (block 0, warp 0) selected"/>
          <p:cNvSpPr/>
          <p:nvPr/>
        </p:nvSpPr>
        <p:spPr>
          <a:xfrm>
            <a:off x="143103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6" name="Thread 2 (block 0, warp 0)"/>
          <p:cNvSpPr/>
          <p:nvPr/>
        </p:nvSpPr>
        <p:spPr>
          <a:xfrm>
            <a:off x="147675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7" name="Thread 3 (block 0, warp 0)"/>
          <p:cNvSpPr/>
          <p:nvPr/>
        </p:nvSpPr>
        <p:spPr>
          <a:xfrm>
            <a:off x="152247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8" name="Thread 4 (block 0, warp 0)"/>
          <p:cNvSpPr/>
          <p:nvPr/>
        </p:nvSpPr>
        <p:spPr>
          <a:xfrm>
            <a:off x="156819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9" name="Thread 5 (block 0, warp 0)"/>
          <p:cNvSpPr/>
          <p:nvPr/>
        </p:nvSpPr>
        <p:spPr>
          <a:xfrm>
            <a:off x="161391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0" name="Thread 6 (block 0, warp 0) selected"/>
          <p:cNvSpPr/>
          <p:nvPr/>
        </p:nvSpPr>
        <p:spPr>
          <a:xfrm>
            <a:off x="165963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1" name="Thread 7 (block 0, warp 0)"/>
          <p:cNvSpPr/>
          <p:nvPr/>
        </p:nvSpPr>
        <p:spPr>
          <a:xfrm>
            <a:off x="170535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2" name="Thread 8 (block 0, warp 0)"/>
          <p:cNvSpPr/>
          <p:nvPr/>
        </p:nvSpPr>
        <p:spPr>
          <a:xfrm>
            <a:off x="138531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3" name="Thread 9 (block 0, warp 0)"/>
          <p:cNvSpPr/>
          <p:nvPr/>
        </p:nvSpPr>
        <p:spPr>
          <a:xfrm>
            <a:off x="143103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4" name="Thread 10 (block 0, warp 0)"/>
          <p:cNvSpPr/>
          <p:nvPr/>
        </p:nvSpPr>
        <p:spPr>
          <a:xfrm>
            <a:off x="147675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5" name="Thread 11 (block 0, warp 0) selected"/>
          <p:cNvSpPr/>
          <p:nvPr/>
        </p:nvSpPr>
        <p:spPr>
          <a:xfrm>
            <a:off x="152247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6" name="Thread 12 (block 0, warp 0)"/>
          <p:cNvSpPr/>
          <p:nvPr/>
        </p:nvSpPr>
        <p:spPr>
          <a:xfrm>
            <a:off x="156819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7" name="Thread 13 (block 0, warp 0)"/>
          <p:cNvSpPr/>
          <p:nvPr/>
        </p:nvSpPr>
        <p:spPr>
          <a:xfrm>
            <a:off x="161391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8" name="Thread 14 (block 0, warp 0)"/>
          <p:cNvSpPr/>
          <p:nvPr/>
        </p:nvSpPr>
        <p:spPr>
          <a:xfrm>
            <a:off x="165963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9" name="Thread 15 (block 0, warp 0)"/>
          <p:cNvSpPr/>
          <p:nvPr/>
        </p:nvSpPr>
        <p:spPr>
          <a:xfrm>
            <a:off x="170535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90" name="Thread 16 (block 0, warp 0)"/>
          <p:cNvSpPr/>
          <p:nvPr/>
        </p:nvSpPr>
        <p:spPr>
          <a:xfrm>
            <a:off x="138531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91" name="Thread 17 (block 0, warp 0)"/>
          <p:cNvSpPr/>
          <p:nvPr/>
        </p:nvSpPr>
        <p:spPr>
          <a:xfrm>
            <a:off x="143103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92" name="Thread 18 (block 0, warp 0)"/>
          <p:cNvSpPr/>
          <p:nvPr/>
        </p:nvSpPr>
        <p:spPr>
          <a:xfrm>
            <a:off x="147675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93" name="Thread 19 (block 0, warp 0)"/>
          <p:cNvSpPr/>
          <p:nvPr/>
        </p:nvSpPr>
        <p:spPr>
          <a:xfrm>
            <a:off x="152247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94" name="Thread 20 (block 0, warp 0) selected"/>
          <p:cNvSpPr/>
          <p:nvPr/>
        </p:nvSpPr>
        <p:spPr>
          <a:xfrm>
            <a:off x="156819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5" name="Thread 21 (block 0, warp 0)"/>
          <p:cNvSpPr/>
          <p:nvPr/>
        </p:nvSpPr>
        <p:spPr>
          <a:xfrm>
            <a:off x="161391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96" name="Thread 22 (block 0, warp 0)"/>
          <p:cNvSpPr/>
          <p:nvPr/>
        </p:nvSpPr>
        <p:spPr>
          <a:xfrm>
            <a:off x="165963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97" name="Thread 23 (block 0, warp 0)"/>
          <p:cNvSpPr/>
          <p:nvPr/>
        </p:nvSpPr>
        <p:spPr>
          <a:xfrm>
            <a:off x="170535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98" name="Thread 24 (block 0, warp 0)"/>
          <p:cNvSpPr/>
          <p:nvPr/>
        </p:nvSpPr>
        <p:spPr>
          <a:xfrm>
            <a:off x="138531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99" name="Thread 25 (block 0, warp 0)"/>
          <p:cNvSpPr/>
          <p:nvPr/>
        </p:nvSpPr>
        <p:spPr>
          <a:xfrm>
            <a:off x="143103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0" name="Thread 26 (block 0, warp 0)"/>
          <p:cNvSpPr/>
          <p:nvPr/>
        </p:nvSpPr>
        <p:spPr>
          <a:xfrm>
            <a:off x="147675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1" name="Thread 27 (block 0, warp 0)"/>
          <p:cNvSpPr/>
          <p:nvPr/>
        </p:nvSpPr>
        <p:spPr>
          <a:xfrm>
            <a:off x="152247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2" name="Thread 28 (block 0, warp 0) selected"/>
          <p:cNvSpPr/>
          <p:nvPr/>
        </p:nvSpPr>
        <p:spPr>
          <a:xfrm>
            <a:off x="156819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3" name="Thread 29 (block 0, warp 0)"/>
          <p:cNvSpPr/>
          <p:nvPr/>
        </p:nvSpPr>
        <p:spPr>
          <a:xfrm>
            <a:off x="161391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4" name="Thread 30 (block 0, warp 0)"/>
          <p:cNvSpPr/>
          <p:nvPr/>
        </p:nvSpPr>
        <p:spPr>
          <a:xfrm>
            <a:off x="165963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5" name="Thread 31 (block 0, warp 0)"/>
          <p:cNvSpPr/>
          <p:nvPr/>
        </p:nvSpPr>
        <p:spPr>
          <a:xfrm>
            <a:off x="170535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6" name="Thread 32 (block 0, warp 1)"/>
          <p:cNvSpPr/>
          <p:nvPr/>
        </p:nvSpPr>
        <p:spPr>
          <a:xfrm>
            <a:off x="138531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7" name="Thread 33 (block 0, warp 1)"/>
          <p:cNvSpPr/>
          <p:nvPr/>
        </p:nvSpPr>
        <p:spPr>
          <a:xfrm>
            <a:off x="143103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8" name="Thread 34 (block 0, warp 1)"/>
          <p:cNvSpPr/>
          <p:nvPr/>
        </p:nvSpPr>
        <p:spPr>
          <a:xfrm>
            <a:off x="147675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9" name="Thread 35 (block 0, warp 1)"/>
          <p:cNvSpPr/>
          <p:nvPr/>
        </p:nvSpPr>
        <p:spPr>
          <a:xfrm>
            <a:off x="152247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0" name="Thread 36 (block 0, warp 1)"/>
          <p:cNvSpPr/>
          <p:nvPr/>
        </p:nvSpPr>
        <p:spPr>
          <a:xfrm>
            <a:off x="156819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1" name="Thread 37 (block 0, warp 1)"/>
          <p:cNvSpPr/>
          <p:nvPr/>
        </p:nvSpPr>
        <p:spPr>
          <a:xfrm>
            <a:off x="161391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2" name="Thread 38 (block 0, warp 1)"/>
          <p:cNvSpPr/>
          <p:nvPr/>
        </p:nvSpPr>
        <p:spPr>
          <a:xfrm>
            <a:off x="165963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3" name="Thread 39 (block 0, warp 1) selected"/>
          <p:cNvSpPr/>
          <p:nvPr/>
        </p:nvSpPr>
        <p:spPr>
          <a:xfrm>
            <a:off x="17053560" y="110185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14" name="Thread 40 (block 0, warp 1)"/>
          <p:cNvSpPr/>
          <p:nvPr/>
        </p:nvSpPr>
        <p:spPr>
          <a:xfrm>
            <a:off x="138531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5" name="Thread 41 (block 0, warp 1)"/>
          <p:cNvSpPr/>
          <p:nvPr/>
        </p:nvSpPr>
        <p:spPr>
          <a:xfrm>
            <a:off x="143103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6" name="Thread 42 (block 0, warp 1) selected"/>
          <p:cNvSpPr/>
          <p:nvPr/>
        </p:nvSpPr>
        <p:spPr>
          <a:xfrm>
            <a:off x="14767560" y="114300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17" name="Thread 43 (block 0, warp 1)"/>
          <p:cNvSpPr/>
          <p:nvPr/>
        </p:nvSpPr>
        <p:spPr>
          <a:xfrm>
            <a:off x="152247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8" name="Thread 44 (block 0, warp 1)"/>
          <p:cNvSpPr/>
          <p:nvPr/>
        </p:nvSpPr>
        <p:spPr>
          <a:xfrm>
            <a:off x="156819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9" name="Thread 45 (block 0, warp 1)"/>
          <p:cNvSpPr/>
          <p:nvPr/>
        </p:nvSpPr>
        <p:spPr>
          <a:xfrm>
            <a:off x="161391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0" name="Thread 46 (block 0, warp 1)"/>
          <p:cNvSpPr/>
          <p:nvPr/>
        </p:nvSpPr>
        <p:spPr>
          <a:xfrm>
            <a:off x="165963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1" name="Thread 47 (block 0, warp 1)"/>
          <p:cNvSpPr/>
          <p:nvPr/>
        </p:nvSpPr>
        <p:spPr>
          <a:xfrm>
            <a:off x="170535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2" name="Thread 48 (block 0, warp 1)"/>
          <p:cNvSpPr/>
          <p:nvPr/>
        </p:nvSpPr>
        <p:spPr>
          <a:xfrm>
            <a:off x="138531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3" name="Thread 49 (block 0, warp 1)"/>
          <p:cNvSpPr/>
          <p:nvPr/>
        </p:nvSpPr>
        <p:spPr>
          <a:xfrm>
            <a:off x="143103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4" name="Thread 50 (block 0, warp 1)"/>
          <p:cNvSpPr/>
          <p:nvPr/>
        </p:nvSpPr>
        <p:spPr>
          <a:xfrm>
            <a:off x="147675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5" name="Thread 51 (block 0, warp 1)"/>
          <p:cNvSpPr/>
          <p:nvPr/>
        </p:nvSpPr>
        <p:spPr>
          <a:xfrm>
            <a:off x="152247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6" name="Thread 52 (block 0, warp 1)"/>
          <p:cNvSpPr/>
          <p:nvPr/>
        </p:nvSpPr>
        <p:spPr>
          <a:xfrm>
            <a:off x="156819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7" name="Thread 53 (block 0, warp 1) selected"/>
          <p:cNvSpPr/>
          <p:nvPr/>
        </p:nvSpPr>
        <p:spPr>
          <a:xfrm>
            <a:off x="16139160" y="118414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28" name="Thread 54 (block 0, warp 1)"/>
          <p:cNvSpPr/>
          <p:nvPr/>
        </p:nvSpPr>
        <p:spPr>
          <a:xfrm>
            <a:off x="165963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9" name="Thread 55 (block 0, warp 1)"/>
          <p:cNvSpPr/>
          <p:nvPr/>
        </p:nvSpPr>
        <p:spPr>
          <a:xfrm>
            <a:off x="170535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0" name="Thread 56 (block 0, warp 1)"/>
          <p:cNvSpPr/>
          <p:nvPr/>
        </p:nvSpPr>
        <p:spPr>
          <a:xfrm>
            <a:off x="138531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1" name="Thread 57 (block 0, warp 1)"/>
          <p:cNvSpPr/>
          <p:nvPr/>
        </p:nvSpPr>
        <p:spPr>
          <a:xfrm>
            <a:off x="143103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2" name="Thread 58 (block 0, warp 1)"/>
          <p:cNvSpPr/>
          <p:nvPr/>
        </p:nvSpPr>
        <p:spPr>
          <a:xfrm>
            <a:off x="147675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3" name="Thread 59 (block 0, warp 1)"/>
          <p:cNvSpPr/>
          <p:nvPr/>
        </p:nvSpPr>
        <p:spPr>
          <a:xfrm>
            <a:off x="152247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4" name="Thread 60 (block 0, warp 1) selected"/>
          <p:cNvSpPr/>
          <p:nvPr/>
        </p:nvSpPr>
        <p:spPr>
          <a:xfrm>
            <a:off x="15681960" y="122529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35" name="Thread 61 (block 0, warp 1)"/>
          <p:cNvSpPr/>
          <p:nvPr/>
        </p:nvSpPr>
        <p:spPr>
          <a:xfrm>
            <a:off x="161391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6" name="Thread 62 (block 0, warp 1)"/>
          <p:cNvSpPr/>
          <p:nvPr/>
        </p:nvSpPr>
        <p:spPr>
          <a:xfrm>
            <a:off x="165963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7" name="Thread 63 (block 0, warp 1)"/>
          <p:cNvSpPr/>
          <p:nvPr/>
        </p:nvSpPr>
        <p:spPr>
          <a:xfrm>
            <a:off x="170535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8" name="Thread 64 (block 0, warp 2)"/>
          <p:cNvSpPr/>
          <p:nvPr/>
        </p:nvSpPr>
        <p:spPr>
          <a:xfrm>
            <a:off x="138531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9" name="Thread 65 (block 0, warp 2)"/>
          <p:cNvSpPr/>
          <p:nvPr/>
        </p:nvSpPr>
        <p:spPr>
          <a:xfrm>
            <a:off x="143103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40" name="Thread 66 (block 0, warp 2) selected"/>
          <p:cNvSpPr/>
          <p:nvPr/>
        </p:nvSpPr>
        <p:spPr>
          <a:xfrm>
            <a:off x="147675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1" name="Thread 67 (block 0, warp 2)"/>
          <p:cNvSpPr/>
          <p:nvPr/>
        </p:nvSpPr>
        <p:spPr>
          <a:xfrm>
            <a:off x="152247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42" name="Thread 68 (block 0, warp 2)"/>
          <p:cNvSpPr/>
          <p:nvPr/>
        </p:nvSpPr>
        <p:spPr>
          <a:xfrm>
            <a:off x="156819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43" name="Thread 69 (block 0, warp 2)"/>
          <p:cNvSpPr/>
          <p:nvPr/>
        </p:nvSpPr>
        <p:spPr>
          <a:xfrm>
            <a:off x="161391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44" name="Thread 70 (block 0, warp 2)"/>
          <p:cNvSpPr/>
          <p:nvPr/>
        </p:nvSpPr>
        <p:spPr>
          <a:xfrm>
            <a:off x="165963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45" name="Thread 71 (block 0, warp 2)"/>
          <p:cNvSpPr/>
          <p:nvPr/>
        </p:nvSpPr>
        <p:spPr>
          <a:xfrm>
            <a:off x="170535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46" name="Thread 72 (block 0, warp 2)"/>
          <p:cNvSpPr/>
          <p:nvPr/>
        </p:nvSpPr>
        <p:spPr>
          <a:xfrm>
            <a:off x="138531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47" name="Thread 73 (block 0, warp 2)"/>
          <p:cNvSpPr/>
          <p:nvPr/>
        </p:nvSpPr>
        <p:spPr>
          <a:xfrm>
            <a:off x="143103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48" name="Thread 74 (block 0, warp 2)"/>
          <p:cNvSpPr/>
          <p:nvPr/>
        </p:nvSpPr>
        <p:spPr>
          <a:xfrm>
            <a:off x="147675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49" name="Thread 75 (block 0, warp 2) selected"/>
          <p:cNvSpPr/>
          <p:nvPr/>
        </p:nvSpPr>
        <p:spPr>
          <a:xfrm>
            <a:off x="152247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0" name="Thread 76 (block 0, warp 2)"/>
          <p:cNvSpPr/>
          <p:nvPr/>
        </p:nvSpPr>
        <p:spPr>
          <a:xfrm>
            <a:off x="156819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51" name="Thread 77 (block 0, warp 2)"/>
          <p:cNvSpPr/>
          <p:nvPr/>
        </p:nvSpPr>
        <p:spPr>
          <a:xfrm>
            <a:off x="161391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52" name="Thread 78 (block 0, warp 2)"/>
          <p:cNvSpPr/>
          <p:nvPr/>
        </p:nvSpPr>
        <p:spPr>
          <a:xfrm>
            <a:off x="165963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53" name="Thread 79 (block 0, warp 2)"/>
          <p:cNvSpPr/>
          <p:nvPr/>
        </p:nvSpPr>
        <p:spPr>
          <a:xfrm>
            <a:off x="170535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54" name="Thread 80 (block 0, warp 2)"/>
          <p:cNvSpPr/>
          <p:nvPr/>
        </p:nvSpPr>
        <p:spPr>
          <a:xfrm>
            <a:off x="138531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55" name="Thread 81 (block 0, warp 2) selected"/>
          <p:cNvSpPr/>
          <p:nvPr/>
        </p:nvSpPr>
        <p:spPr>
          <a:xfrm>
            <a:off x="143103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6" name="Thread 82 (block 0, warp 2)"/>
          <p:cNvSpPr/>
          <p:nvPr/>
        </p:nvSpPr>
        <p:spPr>
          <a:xfrm>
            <a:off x="147675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57" name="Thread 83 (block 0, warp 2)"/>
          <p:cNvSpPr/>
          <p:nvPr/>
        </p:nvSpPr>
        <p:spPr>
          <a:xfrm>
            <a:off x="152247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58" name="Thread 84 (block 0, warp 2)"/>
          <p:cNvSpPr/>
          <p:nvPr/>
        </p:nvSpPr>
        <p:spPr>
          <a:xfrm>
            <a:off x="156819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59" name="Thread 85 (block 0, warp 2)"/>
          <p:cNvSpPr/>
          <p:nvPr/>
        </p:nvSpPr>
        <p:spPr>
          <a:xfrm>
            <a:off x="161391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60" name="Thread 86 (block 0, warp 2)"/>
          <p:cNvSpPr/>
          <p:nvPr/>
        </p:nvSpPr>
        <p:spPr>
          <a:xfrm>
            <a:off x="165963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61" name="Thread 87 (block 0, warp 2)"/>
          <p:cNvSpPr/>
          <p:nvPr/>
        </p:nvSpPr>
        <p:spPr>
          <a:xfrm>
            <a:off x="170535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62" name="Thread 88 (block 0, warp 2)"/>
          <p:cNvSpPr/>
          <p:nvPr/>
        </p:nvSpPr>
        <p:spPr>
          <a:xfrm>
            <a:off x="138531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63" name="Thread 89 (block 0, warp 2)"/>
          <p:cNvSpPr/>
          <p:nvPr/>
        </p:nvSpPr>
        <p:spPr>
          <a:xfrm>
            <a:off x="143103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64" name="Thread 90 (block 0, warp 2)"/>
          <p:cNvSpPr/>
          <p:nvPr/>
        </p:nvSpPr>
        <p:spPr>
          <a:xfrm>
            <a:off x="147675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65" name="Thread 91 (block 0, warp 2)"/>
          <p:cNvSpPr/>
          <p:nvPr/>
        </p:nvSpPr>
        <p:spPr>
          <a:xfrm>
            <a:off x="152247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66" name="Thread 92 (block 0, warp 2)"/>
          <p:cNvSpPr/>
          <p:nvPr/>
        </p:nvSpPr>
        <p:spPr>
          <a:xfrm>
            <a:off x="156819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67" name="Thread 93 (block 0, warp 2) selected"/>
          <p:cNvSpPr/>
          <p:nvPr/>
        </p:nvSpPr>
        <p:spPr>
          <a:xfrm>
            <a:off x="161391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8" name="Thread 94 (block 0, warp 2)"/>
          <p:cNvSpPr/>
          <p:nvPr/>
        </p:nvSpPr>
        <p:spPr>
          <a:xfrm>
            <a:off x="165963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69" name="Thread 95 (block 0, warp 2)"/>
          <p:cNvSpPr/>
          <p:nvPr/>
        </p:nvSpPr>
        <p:spPr>
          <a:xfrm>
            <a:off x="170535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0" name="Thread 96 (block 0, warp 3)"/>
          <p:cNvSpPr/>
          <p:nvPr/>
        </p:nvSpPr>
        <p:spPr>
          <a:xfrm>
            <a:off x="138531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1" name="Thread 97 (block 0, warp 3)"/>
          <p:cNvSpPr/>
          <p:nvPr/>
        </p:nvSpPr>
        <p:spPr>
          <a:xfrm>
            <a:off x="143103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2" name="Thread 98 (block 0, warp 3)"/>
          <p:cNvSpPr/>
          <p:nvPr/>
        </p:nvSpPr>
        <p:spPr>
          <a:xfrm>
            <a:off x="147675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3" name="Thread 99 (block 0, warp 3)"/>
          <p:cNvSpPr/>
          <p:nvPr/>
        </p:nvSpPr>
        <p:spPr>
          <a:xfrm>
            <a:off x="152247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4" name="Thread 100 (block 0, warp 3) selected"/>
          <p:cNvSpPr/>
          <p:nvPr/>
        </p:nvSpPr>
        <p:spPr>
          <a:xfrm>
            <a:off x="15681960" y="147218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75" name="Thread 101 (block 0, warp 3)"/>
          <p:cNvSpPr/>
          <p:nvPr/>
        </p:nvSpPr>
        <p:spPr>
          <a:xfrm>
            <a:off x="161391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6" name="Thread 102 (block 0, warp 3)"/>
          <p:cNvSpPr/>
          <p:nvPr/>
        </p:nvSpPr>
        <p:spPr>
          <a:xfrm>
            <a:off x="165963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7" name="Thread 103 (block 0, warp 3)"/>
          <p:cNvSpPr/>
          <p:nvPr/>
        </p:nvSpPr>
        <p:spPr>
          <a:xfrm>
            <a:off x="170535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8" name="Thread 104 (block 0, warp 3)"/>
          <p:cNvSpPr/>
          <p:nvPr/>
        </p:nvSpPr>
        <p:spPr>
          <a:xfrm>
            <a:off x="138531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9" name="Thread 105 (block 0, warp 3)"/>
          <p:cNvSpPr/>
          <p:nvPr/>
        </p:nvSpPr>
        <p:spPr>
          <a:xfrm>
            <a:off x="143103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0" name="Thread 106 (block 0, warp 3)"/>
          <p:cNvSpPr/>
          <p:nvPr/>
        </p:nvSpPr>
        <p:spPr>
          <a:xfrm>
            <a:off x="147675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1" name="Thread 107 (block 0, warp 3)"/>
          <p:cNvSpPr/>
          <p:nvPr/>
        </p:nvSpPr>
        <p:spPr>
          <a:xfrm>
            <a:off x="152247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2" name="Thread 108 (block 0, warp 3) selected"/>
          <p:cNvSpPr/>
          <p:nvPr/>
        </p:nvSpPr>
        <p:spPr>
          <a:xfrm>
            <a:off x="15681960" y="151333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83" name="Thread 109 (block 0, warp 3)"/>
          <p:cNvSpPr/>
          <p:nvPr/>
        </p:nvSpPr>
        <p:spPr>
          <a:xfrm>
            <a:off x="161391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4" name="Thread 110 (block 0, warp 3)"/>
          <p:cNvSpPr/>
          <p:nvPr/>
        </p:nvSpPr>
        <p:spPr>
          <a:xfrm>
            <a:off x="165963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5" name="Thread 111 (block 0, warp 3)"/>
          <p:cNvSpPr/>
          <p:nvPr/>
        </p:nvSpPr>
        <p:spPr>
          <a:xfrm>
            <a:off x="170535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6" name="Thread 112 (block 0, warp 3)"/>
          <p:cNvSpPr/>
          <p:nvPr/>
        </p:nvSpPr>
        <p:spPr>
          <a:xfrm>
            <a:off x="138531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7" name="Thread 113 (block 0, warp 3)"/>
          <p:cNvSpPr/>
          <p:nvPr/>
        </p:nvSpPr>
        <p:spPr>
          <a:xfrm>
            <a:off x="143103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8" name="Thread 114 (block 0, warp 3)"/>
          <p:cNvSpPr/>
          <p:nvPr/>
        </p:nvSpPr>
        <p:spPr>
          <a:xfrm>
            <a:off x="147675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9" name="Thread 115 (block 0, warp 3)"/>
          <p:cNvSpPr/>
          <p:nvPr/>
        </p:nvSpPr>
        <p:spPr>
          <a:xfrm>
            <a:off x="152247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0" name="Thread 116 (block 0, warp 3)"/>
          <p:cNvSpPr/>
          <p:nvPr/>
        </p:nvSpPr>
        <p:spPr>
          <a:xfrm>
            <a:off x="156819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1" name="Thread 117 (block 0, warp 3)"/>
          <p:cNvSpPr/>
          <p:nvPr/>
        </p:nvSpPr>
        <p:spPr>
          <a:xfrm>
            <a:off x="161391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2" name="Thread 118 (block 0, warp 3)"/>
          <p:cNvSpPr/>
          <p:nvPr/>
        </p:nvSpPr>
        <p:spPr>
          <a:xfrm>
            <a:off x="165963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3" name="Thread 119 (block 0, warp 3) selected"/>
          <p:cNvSpPr/>
          <p:nvPr/>
        </p:nvSpPr>
        <p:spPr>
          <a:xfrm>
            <a:off x="17053560" y="155448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94" name="Thread 120 (block 0, warp 3)"/>
          <p:cNvSpPr/>
          <p:nvPr/>
        </p:nvSpPr>
        <p:spPr>
          <a:xfrm>
            <a:off x="138531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5" name="Thread 121 (block 0, warp 3)"/>
          <p:cNvSpPr/>
          <p:nvPr/>
        </p:nvSpPr>
        <p:spPr>
          <a:xfrm>
            <a:off x="143103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6" name="Thread 122 (block 0, warp 3)"/>
          <p:cNvSpPr/>
          <p:nvPr/>
        </p:nvSpPr>
        <p:spPr>
          <a:xfrm>
            <a:off x="147675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7" name="Thread 123 (block 0, warp 3)"/>
          <p:cNvSpPr/>
          <p:nvPr/>
        </p:nvSpPr>
        <p:spPr>
          <a:xfrm>
            <a:off x="152247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8" name="Thread 124 (block 0, warp 3)"/>
          <p:cNvSpPr/>
          <p:nvPr/>
        </p:nvSpPr>
        <p:spPr>
          <a:xfrm>
            <a:off x="156819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9" name="Thread 125 (block 0, warp 3)"/>
          <p:cNvSpPr/>
          <p:nvPr/>
        </p:nvSpPr>
        <p:spPr>
          <a:xfrm>
            <a:off x="161391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0" name="Thread 126 (block 0, warp 3) selected"/>
          <p:cNvSpPr/>
          <p:nvPr/>
        </p:nvSpPr>
        <p:spPr>
          <a:xfrm>
            <a:off x="16596360" y="159562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01" name="Thread 127 (block 0, warp 3)"/>
          <p:cNvSpPr/>
          <p:nvPr/>
        </p:nvSpPr>
        <p:spPr>
          <a:xfrm>
            <a:off x="170535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2" name="Block 1"/>
          <p:cNvSpPr/>
          <p:nvPr/>
        </p:nvSpPr>
        <p:spPr>
          <a:xfrm>
            <a:off x="1869948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1</a:t>
            </a:r>
          </a:p>
        </p:txBody>
      </p:sp>
      <p:sp>
        <p:nvSpPr>
          <p:cNvPr id="403" name="Block 1: 128 threads"/>
          <p:cNvSpPr/>
          <p:nvPr/>
        </p:nvSpPr>
        <p:spPr>
          <a:xfrm>
            <a:off x="1869948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404" name="Thread 0 (block 1, warp 0)"/>
          <p:cNvSpPr/>
          <p:nvPr/>
        </p:nvSpPr>
        <p:spPr>
          <a:xfrm>
            <a:off x="190195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5" name="Thread 1 (block 1, warp 0)"/>
          <p:cNvSpPr/>
          <p:nvPr/>
        </p:nvSpPr>
        <p:spPr>
          <a:xfrm>
            <a:off x="194767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6" name="Thread 2 (block 1, warp 0)"/>
          <p:cNvSpPr/>
          <p:nvPr/>
        </p:nvSpPr>
        <p:spPr>
          <a:xfrm>
            <a:off x="199339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7" name="Thread 3 (block 1, warp 0)"/>
          <p:cNvSpPr/>
          <p:nvPr/>
        </p:nvSpPr>
        <p:spPr>
          <a:xfrm>
            <a:off x="203911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8" name="Thread 4 (block 1, warp 0)"/>
          <p:cNvSpPr/>
          <p:nvPr/>
        </p:nvSpPr>
        <p:spPr>
          <a:xfrm>
            <a:off x="208483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9" name="Thread 5 (block 1, warp 0)"/>
          <p:cNvSpPr/>
          <p:nvPr/>
        </p:nvSpPr>
        <p:spPr>
          <a:xfrm>
            <a:off x="213055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0" name="Thread 6 (block 1, warp 0)"/>
          <p:cNvSpPr/>
          <p:nvPr/>
        </p:nvSpPr>
        <p:spPr>
          <a:xfrm>
            <a:off x="217627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1" name="Thread 7 (block 1, warp 0)"/>
          <p:cNvSpPr/>
          <p:nvPr/>
        </p:nvSpPr>
        <p:spPr>
          <a:xfrm>
            <a:off x="222199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2" name="Thread 8 (block 1, warp 0)"/>
          <p:cNvSpPr/>
          <p:nvPr/>
        </p:nvSpPr>
        <p:spPr>
          <a:xfrm>
            <a:off x="190195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3" name="Thread 9 (block 1, warp 0)"/>
          <p:cNvSpPr/>
          <p:nvPr/>
        </p:nvSpPr>
        <p:spPr>
          <a:xfrm>
            <a:off x="194767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4" name="Thread 10 (block 1, warp 0)"/>
          <p:cNvSpPr/>
          <p:nvPr/>
        </p:nvSpPr>
        <p:spPr>
          <a:xfrm>
            <a:off x="199339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5" name="Thread 11 (block 1, warp 0)"/>
          <p:cNvSpPr/>
          <p:nvPr/>
        </p:nvSpPr>
        <p:spPr>
          <a:xfrm>
            <a:off x="203911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6" name="Thread 12 (block 1, warp 0)"/>
          <p:cNvSpPr/>
          <p:nvPr/>
        </p:nvSpPr>
        <p:spPr>
          <a:xfrm>
            <a:off x="208483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7" name="Thread 13 (block 1, warp 0)"/>
          <p:cNvSpPr/>
          <p:nvPr/>
        </p:nvSpPr>
        <p:spPr>
          <a:xfrm>
            <a:off x="213055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8" name="Thread 14 (block 1, warp 0)"/>
          <p:cNvSpPr/>
          <p:nvPr/>
        </p:nvSpPr>
        <p:spPr>
          <a:xfrm>
            <a:off x="217627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9" name="Thread 15 (block 1, warp 0)"/>
          <p:cNvSpPr/>
          <p:nvPr/>
        </p:nvSpPr>
        <p:spPr>
          <a:xfrm>
            <a:off x="222199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0" name="Thread 16 (block 1, warp 0)"/>
          <p:cNvSpPr/>
          <p:nvPr/>
        </p:nvSpPr>
        <p:spPr>
          <a:xfrm>
            <a:off x="190195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1" name="Thread 17 (block 1, warp 0)"/>
          <p:cNvSpPr/>
          <p:nvPr/>
        </p:nvSpPr>
        <p:spPr>
          <a:xfrm>
            <a:off x="194767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2" name="Thread 18 (block 1, warp 0)"/>
          <p:cNvSpPr/>
          <p:nvPr/>
        </p:nvSpPr>
        <p:spPr>
          <a:xfrm>
            <a:off x="199339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3" name="Thread 19 (block 1, warp 0)"/>
          <p:cNvSpPr/>
          <p:nvPr/>
        </p:nvSpPr>
        <p:spPr>
          <a:xfrm>
            <a:off x="203911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4" name="Thread 20 (block 1, warp 0)"/>
          <p:cNvSpPr/>
          <p:nvPr/>
        </p:nvSpPr>
        <p:spPr>
          <a:xfrm>
            <a:off x="208483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5" name="Thread 21 (block 1, warp 0)"/>
          <p:cNvSpPr/>
          <p:nvPr/>
        </p:nvSpPr>
        <p:spPr>
          <a:xfrm>
            <a:off x="213055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6" name="Thread 22 (block 1, warp 0)"/>
          <p:cNvSpPr/>
          <p:nvPr/>
        </p:nvSpPr>
        <p:spPr>
          <a:xfrm>
            <a:off x="217627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7" name="Thread 23 (block 1, warp 0)"/>
          <p:cNvSpPr/>
          <p:nvPr/>
        </p:nvSpPr>
        <p:spPr>
          <a:xfrm>
            <a:off x="222199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8" name="Thread 24 (block 1, warp 0)"/>
          <p:cNvSpPr/>
          <p:nvPr/>
        </p:nvSpPr>
        <p:spPr>
          <a:xfrm>
            <a:off x="190195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9" name="Thread 25 (block 1, warp 0)"/>
          <p:cNvSpPr/>
          <p:nvPr/>
        </p:nvSpPr>
        <p:spPr>
          <a:xfrm>
            <a:off x="194767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0" name="Thread 26 (block 1, warp 0)"/>
          <p:cNvSpPr/>
          <p:nvPr/>
        </p:nvSpPr>
        <p:spPr>
          <a:xfrm>
            <a:off x="199339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1" name="Thread 27 (block 1, warp 0)"/>
          <p:cNvSpPr/>
          <p:nvPr/>
        </p:nvSpPr>
        <p:spPr>
          <a:xfrm>
            <a:off x="203911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2" name="Thread 28 (block 1, warp 0)"/>
          <p:cNvSpPr/>
          <p:nvPr/>
        </p:nvSpPr>
        <p:spPr>
          <a:xfrm>
            <a:off x="208483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3" name="Thread 29 (block 1, warp 0)"/>
          <p:cNvSpPr/>
          <p:nvPr/>
        </p:nvSpPr>
        <p:spPr>
          <a:xfrm>
            <a:off x="213055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4" name="Thread 30 (block 1, warp 0)"/>
          <p:cNvSpPr/>
          <p:nvPr/>
        </p:nvSpPr>
        <p:spPr>
          <a:xfrm>
            <a:off x="217627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5" name="Thread 31 (block 1, warp 0)"/>
          <p:cNvSpPr/>
          <p:nvPr/>
        </p:nvSpPr>
        <p:spPr>
          <a:xfrm>
            <a:off x="222199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6" name="Thread 32 (block 1, warp 1)"/>
          <p:cNvSpPr/>
          <p:nvPr/>
        </p:nvSpPr>
        <p:spPr>
          <a:xfrm>
            <a:off x="190195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7" name="Thread 33 (block 1, warp 1)"/>
          <p:cNvSpPr/>
          <p:nvPr/>
        </p:nvSpPr>
        <p:spPr>
          <a:xfrm>
            <a:off x="194767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8" name="Thread 34 (block 1, warp 1)"/>
          <p:cNvSpPr/>
          <p:nvPr/>
        </p:nvSpPr>
        <p:spPr>
          <a:xfrm>
            <a:off x="199339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9" name="Thread 35 (block 1, warp 1)"/>
          <p:cNvSpPr/>
          <p:nvPr/>
        </p:nvSpPr>
        <p:spPr>
          <a:xfrm>
            <a:off x="203911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0" name="Thread 36 (block 1, warp 1)"/>
          <p:cNvSpPr/>
          <p:nvPr/>
        </p:nvSpPr>
        <p:spPr>
          <a:xfrm>
            <a:off x="208483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1" name="Thread 37 (block 1, warp 1)"/>
          <p:cNvSpPr/>
          <p:nvPr/>
        </p:nvSpPr>
        <p:spPr>
          <a:xfrm>
            <a:off x="213055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2" name="Thread 38 (block 1, warp 1)"/>
          <p:cNvSpPr/>
          <p:nvPr/>
        </p:nvSpPr>
        <p:spPr>
          <a:xfrm>
            <a:off x="217627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3" name="Thread 39 (block 1, warp 1)"/>
          <p:cNvSpPr/>
          <p:nvPr/>
        </p:nvSpPr>
        <p:spPr>
          <a:xfrm>
            <a:off x="222199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4" name="Thread 40 (block 1, warp 1)"/>
          <p:cNvSpPr/>
          <p:nvPr/>
        </p:nvSpPr>
        <p:spPr>
          <a:xfrm>
            <a:off x="190195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5" name="Thread 41 (block 1, warp 1)"/>
          <p:cNvSpPr/>
          <p:nvPr/>
        </p:nvSpPr>
        <p:spPr>
          <a:xfrm>
            <a:off x="194767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6" name="Thread 42 (block 1, warp 1)"/>
          <p:cNvSpPr/>
          <p:nvPr/>
        </p:nvSpPr>
        <p:spPr>
          <a:xfrm>
            <a:off x="199339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7" name="Thread 43 (block 1, warp 1)"/>
          <p:cNvSpPr/>
          <p:nvPr/>
        </p:nvSpPr>
        <p:spPr>
          <a:xfrm>
            <a:off x="203911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8" name="Thread 44 (block 1, warp 1)"/>
          <p:cNvSpPr/>
          <p:nvPr/>
        </p:nvSpPr>
        <p:spPr>
          <a:xfrm>
            <a:off x="208483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9" name="Thread 45 (block 1, warp 1)"/>
          <p:cNvSpPr/>
          <p:nvPr/>
        </p:nvSpPr>
        <p:spPr>
          <a:xfrm>
            <a:off x="213055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0" name="Thread 46 (block 1, warp 1)"/>
          <p:cNvSpPr/>
          <p:nvPr/>
        </p:nvSpPr>
        <p:spPr>
          <a:xfrm>
            <a:off x="217627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1" name="Thread 47 (block 1, warp 1)"/>
          <p:cNvSpPr/>
          <p:nvPr/>
        </p:nvSpPr>
        <p:spPr>
          <a:xfrm>
            <a:off x="222199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2" name="Thread 48 (block 1, warp 1)"/>
          <p:cNvSpPr/>
          <p:nvPr/>
        </p:nvSpPr>
        <p:spPr>
          <a:xfrm>
            <a:off x="190195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3" name="Thread 49 (block 1, warp 1)"/>
          <p:cNvSpPr/>
          <p:nvPr/>
        </p:nvSpPr>
        <p:spPr>
          <a:xfrm>
            <a:off x="194767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4" name="Thread 50 (block 1, warp 1)"/>
          <p:cNvSpPr/>
          <p:nvPr/>
        </p:nvSpPr>
        <p:spPr>
          <a:xfrm>
            <a:off x="199339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5" name="Thread 51 (block 1, warp 1)"/>
          <p:cNvSpPr/>
          <p:nvPr/>
        </p:nvSpPr>
        <p:spPr>
          <a:xfrm>
            <a:off x="203911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6" name="Thread 52 (block 1, warp 1)"/>
          <p:cNvSpPr/>
          <p:nvPr/>
        </p:nvSpPr>
        <p:spPr>
          <a:xfrm>
            <a:off x="208483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7" name="Thread 53 (block 1, warp 1)"/>
          <p:cNvSpPr/>
          <p:nvPr/>
        </p:nvSpPr>
        <p:spPr>
          <a:xfrm>
            <a:off x="213055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8" name="Thread 54 (block 1, warp 1)"/>
          <p:cNvSpPr/>
          <p:nvPr/>
        </p:nvSpPr>
        <p:spPr>
          <a:xfrm>
            <a:off x="217627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9" name="Thread 55 (block 1, warp 1)"/>
          <p:cNvSpPr/>
          <p:nvPr/>
        </p:nvSpPr>
        <p:spPr>
          <a:xfrm>
            <a:off x="222199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0" name="Thread 56 (block 1, warp 1)"/>
          <p:cNvSpPr/>
          <p:nvPr/>
        </p:nvSpPr>
        <p:spPr>
          <a:xfrm>
            <a:off x="190195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1" name="Thread 57 (block 1, warp 1)"/>
          <p:cNvSpPr/>
          <p:nvPr/>
        </p:nvSpPr>
        <p:spPr>
          <a:xfrm>
            <a:off x="194767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2" name="Thread 58 (block 1, warp 1)"/>
          <p:cNvSpPr/>
          <p:nvPr/>
        </p:nvSpPr>
        <p:spPr>
          <a:xfrm>
            <a:off x="199339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3" name="Thread 59 (block 1, warp 1)"/>
          <p:cNvSpPr/>
          <p:nvPr/>
        </p:nvSpPr>
        <p:spPr>
          <a:xfrm>
            <a:off x="203911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4" name="Thread 60 (block 1, warp 1)"/>
          <p:cNvSpPr/>
          <p:nvPr/>
        </p:nvSpPr>
        <p:spPr>
          <a:xfrm>
            <a:off x="208483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5" name="Thread 61 (block 1, warp 1)"/>
          <p:cNvSpPr/>
          <p:nvPr/>
        </p:nvSpPr>
        <p:spPr>
          <a:xfrm>
            <a:off x="213055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6" name="Thread 62 (block 1, warp 1)"/>
          <p:cNvSpPr/>
          <p:nvPr/>
        </p:nvSpPr>
        <p:spPr>
          <a:xfrm>
            <a:off x="217627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7" name="Thread 63 (block 1, warp 1)"/>
          <p:cNvSpPr/>
          <p:nvPr/>
        </p:nvSpPr>
        <p:spPr>
          <a:xfrm>
            <a:off x="222199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8" name="Thread 64 (block 1, warp 2)"/>
          <p:cNvSpPr/>
          <p:nvPr/>
        </p:nvSpPr>
        <p:spPr>
          <a:xfrm>
            <a:off x="190195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9" name="Thread 65 (block 1, warp 2)"/>
          <p:cNvSpPr/>
          <p:nvPr/>
        </p:nvSpPr>
        <p:spPr>
          <a:xfrm>
            <a:off x="194767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0" name="Thread 66 (block 1, warp 2)"/>
          <p:cNvSpPr/>
          <p:nvPr/>
        </p:nvSpPr>
        <p:spPr>
          <a:xfrm>
            <a:off x="199339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1" name="Thread 67 (block 1, warp 2)"/>
          <p:cNvSpPr/>
          <p:nvPr/>
        </p:nvSpPr>
        <p:spPr>
          <a:xfrm>
            <a:off x="203911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2" name="Thread 68 (block 1, warp 2)"/>
          <p:cNvSpPr/>
          <p:nvPr/>
        </p:nvSpPr>
        <p:spPr>
          <a:xfrm>
            <a:off x="208483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3" name="Thread 69 (block 1, warp 2)"/>
          <p:cNvSpPr/>
          <p:nvPr/>
        </p:nvSpPr>
        <p:spPr>
          <a:xfrm>
            <a:off x="213055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4" name="Thread 70 (block 1, warp 2)"/>
          <p:cNvSpPr/>
          <p:nvPr/>
        </p:nvSpPr>
        <p:spPr>
          <a:xfrm>
            <a:off x="217627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5" name="Thread 71 (block 1, warp 2)"/>
          <p:cNvSpPr/>
          <p:nvPr/>
        </p:nvSpPr>
        <p:spPr>
          <a:xfrm>
            <a:off x="222199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6" name="Thread 72 (block 1, warp 2)"/>
          <p:cNvSpPr/>
          <p:nvPr/>
        </p:nvSpPr>
        <p:spPr>
          <a:xfrm>
            <a:off x="190195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7" name="Thread 73 (block 1, warp 2)"/>
          <p:cNvSpPr/>
          <p:nvPr/>
        </p:nvSpPr>
        <p:spPr>
          <a:xfrm>
            <a:off x="194767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8" name="Thread 74 (block 1, warp 2)"/>
          <p:cNvSpPr/>
          <p:nvPr/>
        </p:nvSpPr>
        <p:spPr>
          <a:xfrm>
            <a:off x="199339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9" name="Thread 75 (block 1, warp 2)"/>
          <p:cNvSpPr/>
          <p:nvPr/>
        </p:nvSpPr>
        <p:spPr>
          <a:xfrm>
            <a:off x="203911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0" name="Thread 76 (block 1, warp 2)"/>
          <p:cNvSpPr/>
          <p:nvPr/>
        </p:nvSpPr>
        <p:spPr>
          <a:xfrm>
            <a:off x="208483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1" name="Thread 77 (block 1, warp 2)"/>
          <p:cNvSpPr/>
          <p:nvPr/>
        </p:nvSpPr>
        <p:spPr>
          <a:xfrm>
            <a:off x="213055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2" name="Thread 78 (block 1, warp 2)"/>
          <p:cNvSpPr/>
          <p:nvPr/>
        </p:nvSpPr>
        <p:spPr>
          <a:xfrm>
            <a:off x="217627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3" name="Thread 79 (block 1, warp 2)"/>
          <p:cNvSpPr/>
          <p:nvPr/>
        </p:nvSpPr>
        <p:spPr>
          <a:xfrm>
            <a:off x="222199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4" name="Thread 80 (block 1, warp 2)"/>
          <p:cNvSpPr/>
          <p:nvPr/>
        </p:nvSpPr>
        <p:spPr>
          <a:xfrm>
            <a:off x="190195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5" name="Thread 81 (block 1, warp 2)"/>
          <p:cNvSpPr/>
          <p:nvPr/>
        </p:nvSpPr>
        <p:spPr>
          <a:xfrm>
            <a:off x="194767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6" name="Thread 82 (block 1, warp 2)"/>
          <p:cNvSpPr/>
          <p:nvPr/>
        </p:nvSpPr>
        <p:spPr>
          <a:xfrm>
            <a:off x="199339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7" name="Thread 83 (block 1, warp 2)"/>
          <p:cNvSpPr/>
          <p:nvPr/>
        </p:nvSpPr>
        <p:spPr>
          <a:xfrm>
            <a:off x="203911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8" name="Thread 84 (block 1, warp 2)"/>
          <p:cNvSpPr/>
          <p:nvPr/>
        </p:nvSpPr>
        <p:spPr>
          <a:xfrm>
            <a:off x="208483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9" name="Thread 85 (block 1, warp 2)"/>
          <p:cNvSpPr/>
          <p:nvPr/>
        </p:nvSpPr>
        <p:spPr>
          <a:xfrm>
            <a:off x="213055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0" name="Thread 86 (block 1, warp 2)"/>
          <p:cNvSpPr/>
          <p:nvPr/>
        </p:nvSpPr>
        <p:spPr>
          <a:xfrm>
            <a:off x="217627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1" name="Thread 87 (block 1, warp 2)"/>
          <p:cNvSpPr/>
          <p:nvPr/>
        </p:nvSpPr>
        <p:spPr>
          <a:xfrm>
            <a:off x="222199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2" name="Thread 88 (block 1, warp 2)"/>
          <p:cNvSpPr/>
          <p:nvPr/>
        </p:nvSpPr>
        <p:spPr>
          <a:xfrm>
            <a:off x="190195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3" name="Thread 89 (block 1, warp 2)"/>
          <p:cNvSpPr/>
          <p:nvPr/>
        </p:nvSpPr>
        <p:spPr>
          <a:xfrm>
            <a:off x="194767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4" name="Thread 90 (block 1, warp 2)"/>
          <p:cNvSpPr/>
          <p:nvPr/>
        </p:nvSpPr>
        <p:spPr>
          <a:xfrm>
            <a:off x="199339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5" name="Thread 91 (block 1, warp 2)"/>
          <p:cNvSpPr/>
          <p:nvPr/>
        </p:nvSpPr>
        <p:spPr>
          <a:xfrm>
            <a:off x="203911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6" name="Thread 92 (block 1, warp 2)"/>
          <p:cNvSpPr/>
          <p:nvPr/>
        </p:nvSpPr>
        <p:spPr>
          <a:xfrm>
            <a:off x="208483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7" name="Thread 93 (block 1, warp 2)"/>
          <p:cNvSpPr/>
          <p:nvPr/>
        </p:nvSpPr>
        <p:spPr>
          <a:xfrm>
            <a:off x="213055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8" name="Thread 94 (block 1, warp 2)"/>
          <p:cNvSpPr/>
          <p:nvPr/>
        </p:nvSpPr>
        <p:spPr>
          <a:xfrm>
            <a:off x="217627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9" name="Thread 95 (block 1, warp 2)"/>
          <p:cNvSpPr/>
          <p:nvPr/>
        </p:nvSpPr>
        <p:spPr>
          <a:xfrm>
            <a:off x="222199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0" name="Thread 96 (block 1, warp 3)"/>
          <p:cNvSpPr/>
          <p:nvPr/>
        </p:nvSpPr>
        <p:spPr>
          <a:xfrm>
            <a:off x="190195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1" name="Thread 97 (block 1, warp 3)"/>
          <p:cNvSpPr/>
          <p:nvPr/>
        </p:nvSpPr>
        <p:spPr>
          <a:xfrm>
            <a:off x="194767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2" name="Thread 98 (block 1, warp 3)"/>
          <p:cNvSpPr/>
          <p:nvPr/>
        </p:nvSpPr>
        <p:spPr>
          <a:xfrm>
            <a:off x="199339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3" name="Thread 99 (block 1, warp 3)"/>
          <p:cNvSpPr/>
          <p:nvPr/>
        </p:nvSpPr>
        <p:spPr>
          <a:xfrm>
            <a:off x="203911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4" name="Thread 100 (block 1, warp 3)"/>
          <p:cNvSpPr/>
          <p:nvPr/>
        </p:nvSpPr>
        <p:spPr>
          <a:xfrm>
            <a:off x="208483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5" name="Thread 101 (block 1, warp 3)"/>
          <p:cNvSpPr/>
          <p:nvPr/>
        </p:nvSpPr>
        <p:spPr>
          <a:xfrm>
            <a:off x="213055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6" name="Thread 102 (block 1, warp 3)"/>
          <p:cNvSpPr/>
          <p:nvPr/>
        </p:nvSpPr>
        <p:spPr>
          <a:xfrm>
            <a:off x="217627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7" name="Thread 103 (block 1, warp 3)"/>
          <p:cNvSpPr/>
          <p:nvPr/>
        </p:nvSpPr>
        <p:spPr>
          <a:xfrm>
            <a:off x="222199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8" name="Thread 104 (block 1, warp 3)"/>
          <p:cNvSpPr/>
          <p:nvPr/>
        </p:nvSpPr>
        <p:spPr>
          <a:xfrm>
            <a:off x="190195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9" name="Thread 105 (block 1, warp 3)"/>
          <p:cNvSpPr/>
          <p:nvPr/>
        </p:nvSpPr>
        <p:spPr>
          <a:xfrm>
            <a:off x="194767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0" name="Thread 106 (block 1, warp 3)"/>
          <p:cNvSpPr/>
          <p:nvPr/>
        </p:nvSpPr>
        <p:spPr>
          <a:xfrm>
            <a:off x="199339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1" name="Thread 107 (block 1, warp 3)"/>
          <p:cNvSpPr/>
          <p:nvPr/>
        </p:nvSpPr>
        <p:spPr>
          <a:xfrm>
            <a:off x="203911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2" name="Thread 108 (block 1, warp 3)"/>
          <p:cNvSpPr/>
          <p:nvPr/>
        </p:nvSpPr>
        <p:spPr>
          <a:xfrm>
            <a:off x="208483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3" name="Thread 109 (block 1, warp 3)"/>
          <p:cNvSpPr/>
          <p:nvPr/>
        </p:nvSpPr>
        <p:spPr>
          <a:xfrm>
            <a:off x="213055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4" name="Thread 110 (block 1, warp 3)"/>
          <p:cNvSpPr/>
          <p:nvPr/>
        </p:nvSpPr>
        <p:spPr>
          <a:xfrm>
            <a:off x="217627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5" name="Thread 111 (block 1, warp 3)"/>
          <p:cNvSpPr/>
          <p:nvPr/>
        </p:nvSpPr>
        <p:spPr>
          <a:xfrm>
            <a:off x="222199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6" name="Thread 112 (block 1, warp 3)"/>
          <p:cNvSpPr/>
          <p:nvPr/>
        </p:nvSpPr>
        <p:spPr>
          <a:xfrm>
            <a:off x="190195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7" name="Thread 113 (block 1, warp 3)"/>
          <p:cNvSpPr/>
          <p:nvPr/>
        </p:nvSpPr>
        <p:spPr>
          <a:xfrm>
            <a:off x="194767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8" name="Thread 114 (block 1, warp 3)"/>
          <p:cNvSpPr/>
          <p:nvPr/>
        </p:nvSpPr>
        <p:spPr>
          <a:xfrm>
            <a:off x="199339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9" name="Thread 115 (block 1, warp 3)"/>
          <p:cNvSpPr/>
          <p:nvPr/>
        </p:nvSpPr>
        <p:spPr>
          <a:xfrm>
            <a:off x="203911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0" name="Thread 116 (block 1, warp 3)"/>
          <p:cNvSpPr/>
          <p:nvPr/>
        </p:nvSpPr>
        <p:spPr>
          <a:xfrm>
            <a:off x="208483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1" name="Thread 117 (block 1, warp 3)"/>
          <p:cNvSpPr/>
          <p:nvPr/>
        </p:nvSpPr>
        <p:spPr>
          <a:xfrm>
            <a:off x="213055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2" name="Thread 118 (block 1, warp 3)"/>
          <p:cNvSpPr/>
          <p:nvPr/>
        </p:nvSpPr>
        <p:spPr>
          <a:xfrm>
            <a:off x="217627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3" name="Thread 119 (block 1, warp 3)"/>
          <p:cNvSpPr/>
          <p:nvPr/>
        </p:nvSpPr>
        <p:spPr>
          <a:xfrm>
            <a:off x="222199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4" name="Thread 120 (block 1, warp 3)"/>
          <p:cNvSpPr/>
          <p:nvPr/>
        </p:nvSpPr>
        <p:spPr>
          <a:xfrm>
            <a:off x="190195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5" name="Thread 121 (block 1, warp 3)"/>
          <p:cNvSpPr/>
          <p:nvPr/>
        </p:nvSpPr>
        <p:spPr>
          <a:xfrm>
            <a:off x="194767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6" name="Thread 122 (block 1, warp 3)"/>
          <p:cNvSpPr/>
          <p:nvPr/>
        </p:nvSpPr>
        <p:spPr>
          <a:xfrm>
            <a:off x="199339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7" name="Thread 123 (block 1, warp 3)"/>
          <p:cNvSpPr/>
          <p:nvPr/>
        </p:nvSpPr>
        <p:spPr>
          <a:xfrm>
            <a:off x="203911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8" name="Thread 124 (block 1, warp 3)"/>
          <p:cNvSpPr/>
          <p:nvPr/>
        </p:nvSpPr>
        <p:spPr>
          <a:xfrm>
            <a:off x="208483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9" name="Thread 125 (block 1, warp 3)"/>
          <p:cNvSpPr/>
          <p:nvPr/>
        </p:nvSpPr>
        <p:spPr>
          <a:xfrm>
            <a:off x="213055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30" name="Thread 126 (block 1, warp 3)"/>
          <p:cNvSpPr/>
          <p:nvPr/>
        </p:nvSpPr>
        <p:spPr>
          <a:xfrm>
            <a:off x="217627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31" name="Thread 127 (block 1, warp 3)"/>
          <p:cNvSpPr/>
          <p:nvPr/>
        </p:nvSpPr>
        <p:spPr>
          <a:xfrm>
            <a:off x="222199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32" name="Upper boundary: block"/>
          <p:cNvSpPr/>
          <p:nvPr/>
        </p:nvSpPr>
        <p:spPr>
          <a:xfrm>
            <a:off x="13258800" y="17167860"/>
            <a:ext cx="10012680" cy="7086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780" b="0">
                <a:solidFill>
                  <a:schemeClr val="dk2"/>
                </a:solidFill>
                <a:latin typeface="NVIDIA Sans"/>
              </a:rPr>
              <a:t xml:space="preserve">Upper boundary: block</a:t>
            </a:r>
          </a:p>
        </p:txBody>
      </p:sp>
      <p:sp>
        <p:nvSpPr>
          <p:cNvPr id="533" name="Threads within one block"/>
          <p:cNvSpPr/>
          <p:nvPr/>
        </p:nvSpPr>
        <p:spPr>
          <a:xfrm>
            <a:off x="13258800" y="18013680"/>
            <a:ext cx="1001268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Threads within one block</a:t>
            </a:r>
          </a:p>
        </p:txBody>
      </p:sp>
      <p:sp>
        <p:nvSpPr>
          <p:cNvPr id="534" name="Shape"/>
          <p:cNvSpPr/>
          <p:nvPr/>
        </p:nvSpPr>
        <p:spPr>
          <a:xfrm>
            <a:off x="24231600" y="544068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535" name="CCCL&#10;Cooperative Groups"/>
          <p:cNvSpPr/>
          <p:nvPr/>
        </p:nvSpPr>
        <p:spPr>
          <a:xfrm>
            <a:off x="24734520" y="6080760"/>
            <a:ext cx="9715500" cy="1828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CCCL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Cooperative Groups</a:t>
            </a:r>
          </a:p>
        </p:txBody>
      </p:sp>
      <p:sp>
        <p:nvSpPr>
          <p:cNvPr id="536" name="Block 0"/>
          <p:cNvSpPr/>
          <p:nvPr/>
        </p:nvSpPr>
        <p:spPr>
          <a:xfrm>
            <a:off x="2473452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0</a:t>
            </a:r>
          </a:p>
        </p:txBody>
      </p:sp>
      <p:sp>
        <p:nvSpPr>
          <p:cNvPr id="537" name="Block 0: 128 threads"/>
          <p:cNvSpPr/>
          <p:nvPr/>
        </p:nvSpPr>
        <p:spPr>
          <a:xfrm>
            <a:off x="2473452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538" name="Upper boundary: block 0"/>
          <p:cNvSpPr/>
          <p:nvPr/>
        </p:nvSpPr>
        <p:spPr>
          <a:xfrm>
            <a:off x="24574500" y="8595360"/>
            <a:ext cx="4434840" cy="8092440"/>
          </a:xfrm>
          <a:prstGeom prst="roundRect">
            <a:avLst>
              <a:gd name="adj" fmla="val 6000"/>
            </a:avLst>
          </a:prstGeom>
          <a:noFill/>
          <a:ln w="57150">
            <a:solidFill>
              <a:schemeClr val="dk2"/>
            </a:solidFill>
            <a:prstDash val="dash"/>
          </a:ln>
        </p:spPr>
      </p:sp>
      <p:sp>
        <p:nvSpPr>
          <p:cNvPr id="539" name="Thread 0 (block 0, warp 0)"/>
          <p:cNvSpPr/>
          <p:nvPr/>
        </p:nvSpPr>
        <p:spPr>
          <a:xfrm>
            <a:off x="250545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40" name="Thread 1 (block 0, warp 0) selected"/>
          <p:cNvSpPr/>
          <p:nvPr/>
        </p:nvSpPr>
        <p:spPr>
          <a:xfrm>
            <a:off x="255117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41" name="Thread 2 (block 0, warp 0)"/>
          <p:cNvSpPr/>
          <p:nvPr/>
        </p:nvSpPr>
        <p:spPr>
          <a:xfrm>
            <a:off x="259689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42" name="Thread 3 (block 0, warp 0)"/>
          <p:cNvSpPr/>
          <p:nvPr/>
        </p:nvSpPr>
        <p:spPr>
          <a:xfrm>
            <a:off x="264261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43" name="Thread 4 (block 0, warp 0)"/>
          <p:cNvSpPr/>
          <p:nvPr/>
        </p:nvSpPr>
        <p:spPr>
          <a:xfrm>
            <a:off x="268833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44" name="Thread 5 (block 0, warp 0)"/>
          <p:cNvSpPr/>
          <p:nvPr/>
        </p:nvSpPr>
        <p:spPr>
          <a:xfrm>
            <a:off x="273405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45" name="Thread 6 (block 0, warp 0) selected"/>
          <p:cNvSpPr/>
          <p:nvPr/>
        </p:nvSpPr>
        <p:spPr>
          <a:xfrm>
            <a:off x="277977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46" name="Thread 7 (block 0, warp 0)"/>
          <p:cNvSpPr/>
          <p:nvPr/>
        </p:nvSpPr>
        <p:spPr>
          <a:xfrm>
            <a:off x="2825496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47" name="Thread 8 (block 0, warp 0)"/>
          <p:cNvSpPr/>
          <p:nvPr/>
        </p:nvSpPr>
        <p:spPr>
          <a:xfrm>
            <a:off x="250545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48" name="Thread 9 (block 0, warp 0)"/>
          <p:cNvSpPr/>
          <p:nvPr/>
        </p:nvSpPr>
        <p:spPr>
          <a:xfrm>
            <a:off x="255117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49" name="Thread 10 (block 0, warp 0)"/>
          <p:cNvSpPr/>
          <p:nvPr/>
        </p:nvSpPr>
        <p:spPr>
          <a:xfrm>
            <a:off x="259689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0" name="Thread 11 (block 0, warp 0) selected"/>
          <p:cNvSpPr/>
          <p:nvPr/>
        </p:nvSpPr>
        <p:spPr>
          <a:xfrm>
            <a:off x="264261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1" name="Thread 12 (block 0, warp 0)"/>
          <p:cNvSpPr/>
          <p:nvPr/>
        </p:nvSpPr>
        <p:spPr>
          <a:xfrm>
            <a:off x="268833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2" name="Thread 13 (block 0, warp 0)"/>
          <p:cNvSpPr/>
          <p:nvPr/>
        </p:nvSpPr>
        <p:spPr>
          <a:xfrm>
            <a:off x="273405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3" name="Thread 14 (block 0, warp 0)"/>
          <p:cNvSpPr/>
          <p:nvPr/>
        </p:nvSpPr>
        <p:spPr>
          <a:xfrm>
            <a:off x="277977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4" name="Thread 15 (block 0, warp 0)"/>
          <p:cNvSpPr/>
          <p:nvPr/>
        </p:nvSpPr>
        <p:spPr>
          <a:xfrm>
            <a:off x="2825496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5" name="Thread 16 (block 0, warp 0)"/>
          <p:cNvSpPr/>
          <p:nvPr/>
        </p:nvSpPr>
        <p:spPr>
          <a:xfrm>
            <a:off x="250545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6" name="Thread 17 (block 0, warp 0)"/>
          <p:cNvSpPr/>
          <p:nvPr/>
        </p:nvSpPr>
        <p:spPr>
          <a:xfrm>
            <a:off x="255117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7" name="Thread 18 (block 0, warp 0)"/>
          <p:cNvSpPr/>
          <p:nvPr/>
        </p:nvSpPr>
        <p:spPr>
          <a:xfrm>
            <a:off x="259689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8" name="Thread 19 (block 0, warp 0)"/>
          <p:cNvSpPr/>
          <p:nvPr/>
        </p:nvSpPr>
        <p:spPr>
          <a:xfrm>
            <a:off x="264261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9" name="Thread 20 (block 0, warp 0) selected"/>
          <p:cNvSpPr/>
          <p:nvPr/>
        </p:nvSpPr>
        <p:spPr>
          <a:xfrm>
            <a:off x="268833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0" name="Thread 21 (block 0, warp 0)"/>
          <p:cNvSpPr/>
          <p:nvPr/>
        </p:nvSpPr>
        <p:spPr>
          <a:xfrm>
            <a:off x="273405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61" name="Thread 22 (block 0, warp 0)"/>
          <p:cNvSpPr/>
          <p:nvPr/>
        </p:nvSpPr>
        <p:spPr>
          <a:xfrm>
            <a:off x="277977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62" name="Thread 23 (block 0, warp 0)"/>
          <p:cNvSpPr/>
          <p:nvPr/>
        </p:nvSpPr>
        <p:spPr>
          <a:xfrm>
            <a:off x="2825496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63" name="Thread 24 (block 0, warp 0)"/>
          <p:cNvSpPr/>
          <p:nvPr/>
        </p:nvSpPr>
        <p:spPr>
          <a:xfrm>
            <a:off x="250545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64" name="Thread 25 (block 0, warp 0)"/>
          <p:cNvSpPr/>
          <p:nvPr/>
        </p:nvSpPr>
        <p:spPr>
          <a:xfrm>
            <a:off x="255117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65" name="Thread 26 (block 0, warp 0)"/>
          <p:cNvSpPr/>
          <p:nvPr/>
        </p:nvSpPr>
        <p:spPr>
          <a:xfrm>
            <a:off x="259689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66" name="Thread 27 (block 0, warp 0)"/>
          <p:cNvSpPr/>
          <p:nvPr/>
        </p:nvSpPr>
        <p:spPr>
          <a:xfrm>
            <a:off x="264261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67" name="Thread 28 (block 0, warp 0) selected"/>
          <p:cNvSpPr/>
          <p:nvPr/>
        </p:nvSpPr>
        <p:spPr>
          <a:xfrm>
            <a:off x="268833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8" name="Thread 29 (block 0, warp 0)"/>
          <p:cNvSpPr/>
          <p:nvPr/>
        </p:nvSpPr>
        <p:spPr>
          <a:xfrm>
            <a:off x="273405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69" name="Thread 30 (block 0, warp 0)"/>
          <p:cNvSpPr/>
          <p:nvPr/>
        </p:nvSpPr>
        <p:spPr>
          <a:xfrm>
            <a:off x="277977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0" name="Thread 31 (block 0, warp 0)"/>
          <p:cNvSpPr/>
          <p:nvPr/>
        </p:nvSpPr>
        <p:spPr>
          <a:xfrm>
            <a:off x="2825496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1" name="Thread 32 (block 0, warp 1)"/>
          <p:cNvSpPr/>
          <p:nvPr/>
        </p:nvSpPr>
        <p:spPr>
          <a:xfrm>
            <a:off x="250545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2" name="Thread 33 (block 0, warp 1)"/>
          <p:cNvSpPr/>
          <p:nvPr/>
        </p:nvSpPr>
        <p:spPr>
          <a:xfrm>
            <a:off x="255117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3" name="Thread 34 (block 0, warp 1)"/>
          <p:cNvSpPr/>
          <p:nvPr/>
        </p:nvSpPr>
        <p:spPr>
          <a:xfrm>
            <a:off x="259689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4" name="Thread 35 (block 0, warp 1)"/>
          <p:cNvSpPr/>
          <p:nvPr/>
        </p:nvSpPr>
        <p:spPr>
          <a:xfrm>
            <a:off x="264261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5" name="Thread 36 (block 0, warp 1)"/>
          <p:cNvSpPr/>
          <p:nvPr/>
        </p:nvSpPr>
        <p:spPr>
          <a:xfrm>
            <a:off x="268833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6" name="Thread 37 (block 0, warp 1)"/>
          <p:cNvSpPr/>
          <p:nvPr/>
        </p:nvSpPr>
        <p:spPr>
          <a:xfrm>
            <a:off x="273405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7" name="Thread 38 (block 0, warp 1)"/>
          <p:cNvSpPr/>
          <p:nvPr/>
        </p:nvSpPr>
        <p:spPr>
          <a:xfrm>
            <a:off x="277977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8" name="Thread 39 (block 0, warp 1) selected"/>
          <p:cNvSpPr/>
          <p:nvPr/>
        </p:nvSpPr>
        <p:spPr>
          <a:xfrm>
            <a:off x="28254960" y="110185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79" name="Thread 40 (block 0, warp 1)"/>
          <p:cNvSpPr/>
          <p:nvPr/>
        </p:nvSpPr>
        <p:spPr>
          <a:xfrm>
            <a:off x="250545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0" name="Thread 41 (block 0, warp 1)"/>
          <p:cNvSpPr/>
          <p:nvPr/>
        </p:nvSpPr>
        <p:spPr>
          <a:xfrm>
            <a:off x="255117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1" name="Thread 42 (block 0, warp 1) selected"/>
          <p:cNvSpPr/>
          <p:nvPr/>
        </p:nvSpPr>
        <p:spPr>
          <a:xfrm>
            <a:off x="25968960" y="114300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82" name="Thread 43 (block 0, warp 1)"/>
          <p:cNvSpPr/>
          <p:nvPr/>
        </p:nvSpPr>
        <p:spPr>
          <a:xfrm>
            <a:off x="264261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3" name="Thread 44 (block 0, warp 1)"/>
          <p:cNvSpPr/>
          <p:nvPr/>
        </p:nvSpPr>
        <p:spPr>
          <a:xfrm>
            <a:off x="268833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4" name="Thread 45 (block 0, warp 1)"/>
          <p:cNvSpPr/>
          <p:nvPr/>
        </p:nvSpPr>
        <p:spPr>
          <a:xfrm>
            <a:off x="273405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5" name="Thread 46 (block 0, warp 1)"/>
          <p:cNvSpPr/>
          <p:nvPr/>
        </p:nvSpPr>
        <p:spPr>
          <a:xfrm>
            <a:off x="277977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6" name="Thread 47 (block 0, warp 1)"/>
          <p:cNvSpPr/>
          <p:nvPr/>
        </p:nvSpPr>
        <p:spPr>
          <a:xfrm>
            <a:off x="282549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7" name="Thread 48 (block 0, warp 1)"/>
          <p:cNvSpPr/>
          <p:nvPr/>
        </p:nvSpPr>
        <p:spPr>
          <a:xfrm>
            <a:off x="250545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8" name="Thread 49 (block 0, warp 1)"/>
          <p:cNvSpPr/>
          <p:nvPr/>
        </p:nvSpPr>
        <p:spPr>
          <a:xfrm>
            <a:off x="255117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9" name="Thread 50 (block 0, warp 1)"/>
          <p:cNvSpPr/>
          <p:nvPr/>
        </p:nvSpPr>
        <p:spPr>
          <a:xfrm>
            <a:off x="259689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0" name="Thread 51 (block 0, warp 1)"/>
          <p:cNvSpPr/>
          <p:nvPr/>
        </p:nvSpPr>
        <p:spPr>
          <a:xfrm>
            <a:off x="264261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1" name="Thread 52 (block 0, warp 1)"/>
          <p:cNvSpPr/>
          <p:nvPr/>
        </p:nvSpPr>
        <p:spPr>
          <a:xfrm>
            <a:off x="268833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2" name="Thread 53 (block 0, warp 1) selected"/>
          <p:cNvSpPr/>
          <p:nvPr/>
        </p:nvSpPr>
        <p:spPr>
          <a:xfrm>
            <a:off x="27340560" y="118414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93" name="Thread 54 (block 0, warp 1)"/>
          <p:cNvSpPr/>
          <p:nvPr/>
        </p:nvSpPr>
        <p:spPr>
          <a:xfrm>
            <a:off x="277977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4" name="Thread 55 (block 0, warp 1)"/>
          <p:cNvSpPr/>
          <p:nvPr/>
        </p:nvSpPr>
        <p:spPr>
          <a:xfrm>
            <a:off x="282549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5" name="Thread 56 (block 0, warp 1)"/>
          <p:cNvSpPr/>
          <p:nvPr/>
        </p:nvSpPr>
        <p:spPr>
          <a:xfrm>
            <a:off x="250545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6" name="Thread 57 (block 0, warp 1)"/>
          <p:cNvSpPr/>
          <p:nvPr/>
        </p:nvSpPr>
        <p:spPr>
          <a:xfrm>
            <a:off x="255117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7" name="Thread 58 (block 0, warp 1)"/>
          <p:cNvSpPr/>
          <p:nvPr/>
        </p:nvSpPr>
        <p:spPr>
          <a:xfrm>
            <a:off x="259689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8" name="Thread 59 (block 0, warp 1)"/>
          <p:cNvSpPr/>
          <p:nvPr/>
        </p:nvSpPr>
        <p:spPr>
          <a:xfrm>
            <a:off x="264261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9" name="Thread 60 (block 0, warp 1) selected"/>
          <p:cNvSpPr/>
          <p:nvPr/>
        </p:nvSpPr>
        <p:spPr>
          <a:xfrm>
            <a:off x="26883360" y="122529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00" name="Thread 61 (block 0, warp 1)"/>
          <p:cNvSpPr/>
          <p:nvPr/>
        </p:nvSpPr>
        <p:spPr>
          <a:xfrm>
            <a:off x="273405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1" name="Thread 62 (block 0, warp 1)"/>
          <p:cNvSpPr/>
          <p:nvPr/>
        </p:nvSpPr>
        <p:spPr>
          <a:xfrm>
            <a:off x="277977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2" name="Thread 63 (block 0, warp 1)"/>
          <p:cNvSpPr/>
          <p:nvPr/>
        </p:nvSpPr>
        <p:spPr>
          <a:xfrm>
            <a:off x="282549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3" name="Thread 64 (block 0, warp 2)"/>
          <p:cNvSpPr/>
          <p:nvPr/>
        </p:nvSpPr>
        <p:spPr>
          <a:xfrm>
            <a:off x="250545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4" name="Thread 65 (block 0, warp 2)"/>
          <p:cNvSpPr/>
          <p:nvPr/>
        </p:nvSpPr>
        <p:spPr>
          <a:xfrm>
            <a:off x="255117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5" name="Thread 66 (block 0, warp 2) selected"/>
          <p:cNvSpPr/>
          <p:nvPr/>
        </p:nvSpPr>
        <p:spPr>
          <a:xfrm>
            <a:off x="259689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06" name="Thread 67 (block 0, warp 2)"/>
          <p:cNvSpPr/>
          <p:nvPr/>
        </p:nvSpPr>
        <p:spPr>
          <a:xfrm>
            <a:off x="264261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7" name="Thread 68 (block 0, warp 2)"/>
          <p:cNvSpPr/>
          <p:nvPr/>
        </p:nvSpPr>
        <p:spPr>
          <a:xfrm>
            <a:off x="268833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8" name="Thread 69 (block 0, warp 2)"/>
          <p:cNvSpPr/>
          <p:nvPr/>
        </p:nvSpPr>
        <p:spPr>
          <a:xfrm>
            <a:off x="273405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9" name="Thread 70 (block 0, warp 2)"/>
          <p:cNvSpPr/>
          <p:nvPr/>
        </p:nvSpPr>
        <p:spPr>
          <a:xfrm>
            <a:off x="277977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0" name="Thread 71 (block 0, warp 2)"/>
          <p:cNvSpPr/>
          <p:nvPr/>
        </p:nvSpPr>
        <p:spPr>
          <a:xfrm>
            <a:off x="2825496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1" name="Thread 72 (block 0, warp 2)"/>
          <p:cNvSpPr/>
          <p:nvPr/>
        </p:nvSpPr>
        <p:spPr>
          <a:xfrm>
            <a:off x="250545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2" name="Thread 73 (block 0, warp 2)"/>
          <p:cNvSpPr/>
          <p:nvPr/>
        </p:nvSpPr>
        <p:spPr>
          <a:xfrm>
            <a:off x="255117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3" name="Thread 74 (block 0, warp 2)"/>
          <p:cNvSpPr/>
          <p:nvPr/>
        </p:nvSpPr>
        <p:spPr>
          <a:xfrm>
            <a:off x="259689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4" name="Thread 75 (block 0, warp 2) selected"/>
          <p:cNvSpPr/>
          <p:nvPr/>
        </p:nvSpPr>
        <p:spPr>
          <a:xfrm>
            <a:off x="264261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5" name="Thread 76 (block 0, warp 2)"/>
          <p:cNvSpPr/>
          <p:nvPr/>
        </p:nvSpPr>
        <p:spPr>
          <a:xfrm>
            <a:off x="268833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6" name="Thread 77 (block 0, warp 2)"/>
          <p:cNvSpPr/>
          <p:nvPr/>
        </p:nvSpPr>
        <p:spPr>
          <a:xfrm>
            <a:off x="273405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7" name="Thread 78 (block 0, warp 2)"/>
          <p:cNvSpPr/>
          <p:nvPr/>
        </p:nvSpPr>
        <p:spPr>
          <a:xfrm>
            <a:off x="277977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8" name="Thread 79 (block 0, warp 2)"/>
          <p:cNvSpPr/>
          <p:nvPr/>
        </p:nvSpPr>
        <p:spPr>
          <a:xfrm>
            <a:off x="2825496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9" name="Thread 80 (block 0, warp 2)"/>
          <p:cNvSpPr/>
          <p:nvPr/>
        </p:nvSpPr>
        <p:spPr>
          <a:xfrm>
            <a:off x="250545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0" name="Thread 81 (block 0, warp 2) selected"/>
          <p:cNvSpPr/>
          <p:nvPr/>
        </p:nvSpPr>
        <p:spPr>
          <a:xfrm>
            <a:off x="255117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1" name="Thread 82 (block 0, warp 2)"/>
          <p:cNvSpPr/>
          <p:nvPr/>
        </p:nvSpPr>
        <p:spPr>
          <a:xfrm>
            <a:off x="259689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2" name="Thread 83 (block 0, warp 2)"/>
          <p:cNvSpPr/>
          <p:nvPr/>
        </p:nvSpPr>
        <p:spPr>
          <a:xfrm>
            <a:off x="264261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3" name="Thread 84 (block 0, warp 2)"/>
          <p:cNvSpPr/>
          <p:nvPr/>
        </p:nvSpPr>
        <p:spPr>
          <a:xfrm>
            <a:off x="268833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4" name="Thread 85 (block 0, warp 2)"/>
          <p:cNvSpPr/>
          <p:nvPr/>
        </p:nvSpPr>
        <p:spPr>
          <a:xfrm>
            <a:off x="273405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5" name="Thread 86 (block 0, warp 2)"/>
          <p:cNvSpPr/>
          <p:nvPr/>
        </p:nvSpPr>
        <p:spPr>
          <a:xfrm>
            <a:off x="277977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6" name="Thread 87 (block 0, warp 2)"/>
          <p:cNvSpPr/>
          <p:nvPr/>
        </p:nvSpPr>
        <p:spPr>
          <a:xfrm>
            <a:off x="2825496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7" name="Thread 88 (block 0, warp 2)"/>
          <p:cNvSpPr/>
          <p:nvPr/>
        </p:nvSpPr>
        <p:spPr>
          <a:xfrm>
            <a:off x="250545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8" name="Thread 89 (block 0, warp 2)"/>
          <p:cNvSpPr/>
          <p:nvPr/>
        </p:nvSpPr>
        <p:spPr>
          <a:xfrm>
            <a:off x="255117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9" name="Thread 90 (block 0, warp 2)"/>
          <p:cNvSpPr/>
          <p:nvPr/>
        </p:nvSpPr>
        <p:spPr>
          <a:xfrm>
            <a:off x="259689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0" name="Thread 91 (block 0, warp 2)"/>
          <p:cNvSpPr/>
          <p:nvPr/>
        </p:nvSpPr>
        <p:spPr>
          <a:xfrm>
            <a:off x="264261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1" name="Thread 92 (block 0, warp 2)"/>
          <p:cNvSpPr/>
          <p:nvPr/>
        </p:nvSpPr>
        <p:spPr>
          <a:xfrm>
            <a:off x="268833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2" name="Thread 93 (block 0, warp 2) selected"/>
          <p:cNvSpPr/>
          <p:nvPr/>
        </p:nvSpPr>
        <p:spPr>
          <a:xfrm>
            <a:off x="273405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3" name="Thread 94 (block 0, warp 2)"/>
          <p:cNvSpPr/>
          <p:nvPr/>
        </p:nvSpPr>
        <p:spPr>
          <a:xfrm>
            <a:off x="277977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4" name="Thread 95 (block 0, warp 2)"/>
          <p:cNvSpPr/>
          <p:nvPr/>
        </p:nvSpPr>
        <p:spPr>
          <a:xfrm>
            <a:off x="2825496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5" name="Thread 96 (block 0, warp 3)"/>
          <p:cNvSpPr/>
          <p:nvPr/>
        </p:nvSpPr>
        <p:spPr>
          <a:xfrm>
            <a:off x="250545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6" name="Thread 97 (block 0, warp 3)"/>
          <p:cNvSpPr/>
          <p:nvPr/>
        </p:nvSpPr>
        <p:spPr>
          <a:xfrm>
            <a:off x="255117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7" name="Thread 98 (block 0, warp 3)"/>
          <p:cNvSpPr/>
          <p:nvPr/>
        </p:nvSpPr>
        <p:spPr>
          <a:xfrm>
            <a:off x="259689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8" name="Thread 99 (block 0, warp 3)"/>
          <p:cNvSpPr/>
          <p:nvPr/>
        </p:nvSpPr>
        <p:spPr>
          <a:xfrm>
            <a:off x="264261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9" name="Thread 100 (block 0, warp 3) selected"/>
          <p:cNvSpPr/>
          <p:nvPr/>
        </p:nvSpPr>
        <p:spPr>
          <a:xfrm>
            <a:off x="26883360" y="147218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40" name="Thread 101 (block 0, warp 3)"/>
          <p:cNvSpPr/>
          <p:nvPr/>
        </p:nvSpPr>
        <p:spPr>
          <a:xfrm>
            <a:off x="273405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1" name="Thread 102 (block 0, warp 3)"/>
          <p:cNvSpPr/>
          <p:nvPr/>
        </p:nvSpPr>
        <p:spPr>
          <a:xfrm>
            <a:off x="277977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2" name="Thread 103 (block 0, warp 3)"/>
          <p:cNvSpPr/>
          <p:nvPr/>
        </p:nvSpPr>
        <p:spPr>
          <a:xfrm>
            <a:off x="282549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3" name="Thread 104 (block 0, warp 3)"/>
          <p:cNvSpPr/>
          <p:nvPr/>
        </p:nvSpPr>
        <p:spPr>
          <a:xfrm>
            <a:off x="250545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4" name="Thread 105 (block 0, warp 3)"/>
          <p:cNvSpPr/>
          <p:nvPr/>
        </p:nvSpPr>
        <p:spPr>
          <a:xfrm>
            <a:off x="255117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5" name="Thread 106 (block 0, warp 3)"/>
          <p:cNvSpPr/>
          <p:nvPr/>
        </p:nvSpPr>
        <p:spPr>
          <a:xfrm>
            <a:off x="259689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6" name="Thread 107 (block 0, warp 3)"/>
          <p:cNvSpPr/>
          <p:nvPr/>
        </p:nvSpPr>
        <p:spPr>
          <a:xfrm>
            <a:off x="264261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7" name="Thread 108 (block 0, warp 3) selected"/>
          <p:cNvSpPr/>
          <p:nvPr/>
        </p:nvSpPr>
        <p:spPr>
          <a:xfrm>
            <a:off x="26883360" y="151333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48" name="Thread 109 (block 0, warp 3)"/>
          <p:cNvSpPr/>
          <p:nvPr/>
        </p:nvSpPr>
        <p:spPr>
          <a:xfrm>
            <a:off x="273405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9" name="Thread 110 (block 0, warp 3)"/>
          <p:cNvSpPr/>
          <p:nvPr/>
        </p:nvSpPr>
        <p:spPr>
          <a:xfrm>
            <a:off x="277977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0" name="Thread 111 (block 0, warp 3)"/>
          <p:cNvSpPr/>
          <p:nvPr/>
        </p:nvSpPr>
        <p:spPr>
          <a:xfrm>
            <a:off x="282549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1" name="Thread 112 (block 0, warp 3)"/>
          <p:cNvSpPr/>
          <p:nvPr/>
        </p:nvSpPr>
        <p:spPr>
          <a:xfrm>
            <a:off x="250545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2" name="Thread 113 (block 0, warp 3)"/>
          <p:cNvSpPr/>
          <p:nvPr/>
        </p:nvSpPr>
        <p:spPr>
          <a:xfrm>
            <a:off x="255117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3" name="Thread 114 (block 0, warp 3)"/>
          <p:cNvSpPr/>
          <p:nvPr/>
        </p:nvSpPr>
        <p:spPr>
          <a:xfrm>
            <a:off x="259689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4" name="Thread 115 (block 0, warp 3)"/>
          <p:cNvSpPr/>
          <p:nvPr/>
        </p:nvSpPr>
        <p:spPr>
          <a:xfrm>
            <a:off x="264261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5" name="Thread 116 (block 0, warp 3)"/>
          <p:cNvSpPr/>
          <p:nvPr/>
        </p:nvSpPr>
        <p:spPr>
          <a:xfrm>
            <a:off x="268833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6" name="Thread 117 (block 0, warp 3)"/>
          <p:cNvSpPr/>
          <p:nvPr/>
        </p:nvSpPr>
        <p:spPr>
          <a:xfrm>
            <a:off x="273405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7" name="Thread 118 (block 0, warp 3)"/>
          <p:cNvSpPr/>
          <p:nvPr/>
        </p:nvSpPr>
        <p:spPr>
          <a:xfrm>
            <a:off x="277977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8" name="Thread 119 (block 0, warp 3) selected"/>
          <p:cNvSpPr/>
          <p:nvPr/>
        </p:nvSpPr>
        <p:spPr>
          <a:xfrm>
            <a:off x="28254960" y="155448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59" name="Thread 120 (block 0, warp 3)"/>
          <p:cNvSpPr/>
          <p:nvPr/>
        </p:nvSpPr>
        <p:spPr>
          <a:xfrm>
            <a:off x="250545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0" name="Thread 121 (block 0, warp 3)"/>
          <p:cNvSpPr/>
          <p:nvPr/>
        </p:nvSpPr>
        <p:spPr>
          <a:xfrm>
            <a:off x="255117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1" name="Thread 122 (block 0, warp 3)"/>
          <p:cNvSpPr/>
          <p:nvPr/>
        </p:nvSpPr>
        <p:spPr>
          <a:xfrm>
            <a:off x="259689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2" name="Thread 123 (block 0, warp 3)"/>
          <p:cNvSpPr/>
          <p:nvPr/>
        </p:nvSpPr>
        <p:spPr>
          <a:xfrm>
            <a:off x="264261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3" name="Thread 124 (block 0, warp 3)"/>
          <p:cNvSpPr/>
          <p:nvPr/>
        </p:nvSpPr>
        <p:spPr>
          <a:xfrm>
            <a:off x="268833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4" name="Thread 125 (block 0, warp 3)"/>
          <p:cNvSpPr/>
          <p:nvPr/>
        </p:nvSpPr>
        <p:spPr>
          <a:xfrm>
            <a:off x="273405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5" name="Thread 126 (block 0, warp 3) selected"/>
          <p:cNvSpPr/>
          <p:nvPr/>
        </p:nvSpPr>
        <p:spPr>
          <a:xfrm>
            <a:off x="27797760" y="159562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66" name="Thread 127 (block 0, warp 3)"/>
          <p:cNvSpPr/>
          <p:nvPr/>
        </p:nvSpPr>
        <p:spPr>
          <a:xfrm>
            <a:off x="282549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7" name="Block 1"/>
          <p:cNvSpPr/>
          <p:nvPr/>
        </p:nvSpPr>
        <p:spPr>
          <a:xfrm>
            <a:off x="2990088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1</a:t>
            </a:r>
          </a:p>
        </p:txBody>
      </p:sp>
      <p:sp>
        <p:nvSpPr>
          <p:cNvPr id="668" name="Block 1: 128 threads"/>
          <p:cNvSpPr/>
          <p:nvPr/>
        </p:nvSpPr>
        <p:spPr>
          <a:xfrm>
            <a:off x="2990088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669" name="Thread 0 (block 1, warp 0)"/>
          <p:cNvSpPr/>
          <p:nvPr/>
        </p:nvSpPr>
        <p:spPr>
          <a:xfrm>
            <a:off x="302209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0" name="Thread 1 (block 1, warp 0)"/>
          <p:cNvSpPr/>
          <p:nvPr/>
        </p:nvSpPr>
        <p:spPr>
          <a:xfrm>
            <a:off x="306781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1" name="Thread 2 (block 1, warp 0)"/>
          <p:cNvSpPr/>
          <p:nvPr/>
        </p:nvSpPr>
        <p:spPr>
          <a:xfrm>
            <a:off x="311353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2" name="Thread 3 (block 1, warp 0)"/>
          <p:cNvSpPr/>
          <p:nvPr/>
        </p:nvSpPr>
        <p:spPr>
          <a:xfrm>
            <a:off x="315925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3" name="Thread 4 (block 1, warp 0)"/>
          <p:cNvSpPr/>
          <p:nvPr/>
        </p:nvSpPr>
        <p:spPr>
          <a:xfrm>
            <a:off x="320497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4" name="Thread 5 (block 1, warp 0)"/>
          <p:cNvSpPr/>
          <p:nvPr/>
        </p:nvSpPr>
        <p:spPr>
          <a:xfrm>
            <a:off x="325069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5" name="Thread 6 (block 1, warp 0)"/>
          <p:cNvSpPr/>
          <p:nvPr/>
        </p:nvSpPr>
        <p:spPr>
          <a:xfrm>
            <a:off x="329641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6" name="Thread 7 (block 1, warp 0)"/>
          <p:cNvSpPr/>
          <p:nvPr/>
        </p:nvSpPr>
        <p:spPr>
          <a:xfrm>
            <a:off x="334213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7" name="Thread 8 (block 1, warp 0)"/>
          <p:cNvSpPr/>
          <p:nvPr/>
        </p:nvSpPr>
        <p:spPr>
          <a:xfrm>
            <a:off x="302209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8" name="Thread 9 (block 1, warp 0)"/>
          <p:cNvSpPr/>
          <p:nvPr/>
        </p:nvSpPr>
        <p:spPr>
          <a:xfrm>
            <a:off x="306781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9" name="Thread 10 (block 1, warp 0)"/>
          <p:cNvSpPr/>
          <p:nvPr/>
        </p:nvSpPr>
        <p:spPr>
          <a:xfrm>
            <a:off x="311353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0" name="Thread 11 (block 1, warp 0)"/>
          <p:cNvSpPr/>
          <p:nvPr/>
        </p:nvSpPr>
        <p:spPr>
          <a:xfrm>
            <a:off x="315925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1" name="Thread 12 (block 1, warp 0)"/>
          <p:cNvSpPr/>
          <p:nvPr/>
        </p:nvSpPr>
        <p:spPr>
          <a:xfrm>
            <a:off x="320497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2" name="Thread 13 (block 1, warp 0)"/>
          <p:cNvSpPr/>
          <p:nvPr/>
        </p:nvSpPr>
        <p:spPr>
          <a:xfrm>
            <a:off x="325069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3" name="Thread 14 (block 1, warp 0)"/>
          <p:cNvSpPr/>
          <p:nvPr/>
        </p:nvSpPr>
        <p:spPr>
          <a:xfrm>
            <a:off x="329641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4" name="Thread 15 (block 1, warp 0)"/>
          <p:cNvSpPr/>
          <p:nvPr/>
        </p:nvSpPr>
        <p:spPr>
          <a:xfrm>
            <a:off x="334213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5" name="Thread 16 (block 1, warp 0)"/>
          <p:cNvSpPr/>
          <p:nvPr/>
        </p:nvSpPr>
        <p:spPr>
          <a:xfrm>
            <a:off x="302209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6" name="Thread 17 (block 1, warp 0)"/>
          <p:cNvSpPr/>
          <p:nvPr/>
        </p:nvSpPr>
        <p:spPr>
          <a:xfrm>
            <a:off x="306781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7" name="Thread 18 (block 1, warp 0)"/>
          <p:cNvSpPr/>
          <p:nvPr/>
        </p:nvSpPr>
        <p:spPr>
          <a:xfrm>
            <a:off x="311353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8" name="Thread 19 (block 1, warp 0)"/>
          <p:cNvSpPr/>
          <p:nvPr/>
        </p:nvSpPr>
        <p:spPr>
          <a:xfrm>
            <a:off x="315925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9" name="Thread 20 (block 1, warp 0)"/>
          <p:cNvSpPr/>
          <p:nvPr/>
        </p:nvSpPr>
        <p:spPr>
          <a:xfrm>
            <a:off x="320497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0" name="Thread 21 (block 1, warp 0)"/>
          <p:cNvSpPr/>
          <p:nvPr/>
        </p:nvSpPr>
        <p:spPr>
          <a:xfrm>
            <a:off x="325069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1" name="Thread 22 (block 1, warp 0)"/>
          <p:cNvSpPr/>
          <p:nvPr/>
        </p:nvSpPr>
        <p:spPr>
          <a:xfrm>
            <a:off x="329641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2" name="Thread 23 (block 1, warp 0)"/>
          <p:cNvSpPr/>
          <p:nvPr/>
        </p:nvSpPr>
        <p:spPr>
          <a:xfrm>
            <a:off x="334213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3" name="Thread 24 (block 1, warp 0)"/>
          <p:cNvSpPr/>
          <p:nvPr/>
        </p:nvSpPr>
        <p:spPr>
          <a:xfrm>
            <a:off x="302209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4" name="Thread 25 (block 1, warp 0)"/>
          <p:cNvSpPr/>
          <p:nvPr/>
        </p:nvSpPr>
        <p:spPr>
          <a:xfrm>
            <a:off x="306781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5" name="Thread 26 (block 1, warp 0)"/>
          <p:cNvSpPr/>
          <p:nvPr/>
        </p:nvSpPr>
        <p:spPr>
          <a:xfrm>
            <a:off x="311353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6" name="Thread 27 (block 1, warp 0)"/>
          <p:cNvSpPr/>
          <p:nvPr/>
        </p:nvSpPr>
        <p:spPr>
          <a:xfrm>
            <a:off x="315925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7" name="Thread 28 (block 1, warp 0)"/>
          <p:cNvSpPr/>
          <p:nvPr/>
        </p:nvSpPr>
        <p:spPr>
          <a:xfrm>
            <a:off x="320497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8" name="Thread 29 (block 1, warp 0)"/>
          <p:cNvSpPr/>
          <p:nvPr/>
        </p:nvSpPr>
        <p:spPr>
          <a:xfrm>
            <a:off x="325069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9" name="Thread 30 (block 1, warp 0)"/>
          <p:cNvSpPr/>
          <p:nvPr/>
        </p:nvSpPr>
        <p:spPr>
          <a:xfrm>
            <a:off x="329641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0" name="Thread 31 (block 1, warp 0)"/>
          <p:cNvSpPr/>
          <p:nvPr/>
        </p:nvSpPr>
        <p:spPr>
          <a:xfrm>
            <a:off x="334213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1" name="Thread 32 (block 1, warp 1)"/>
          <p:cNvSpPr/>
          <p:nvPr/>
        </p:nvSpPr>
        <p:spPr>
          <a:xfrm>
            <a:off x="302209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2" name="Thread 33 (block 1, warp 1)"/>
          <p:cNvSpPr/>
          <p:nvPr/>
        </p:nvSpPr>
        <p:spPr>
          <a:xfrm>
            <a:off x="306781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3" name="Thread 34 (block 1, warp 1)"/>
          <p:cNvSpPr/>
          <p:nvPr/>
        </p:nvSpPr>
        <p:spPr>
          <a:xfrm>
            <a:off x="311353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4" name="Thread 35 (block 1, warp 1)"/>
          <p:cNvSpPr/>
          <p:nvPr/>
        </p:nvSpPr>
        <p:spPr>
          <a:xfrm>
            <a:off x="315925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5" name="Thread 36 (block 1, warp 1)"/>
          <p:cNvSpPr/>
          <p:nvPr/>
        </p:nvSpPr>
        <p:spPr>
          <a:xfrm>
            <a:off x="320497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6" name="Thread 37 (block 1, warp 1)"/>
          <p:cNvSpPr/>
          <p:nvPr/>
        </p:nvSpPr>
        <p:spPr>
          <a:xfrm>
            <a:off x="325069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7" name="Thread 38 (block 1, warp 1)"/>
          <p:cNvSpPr/>
          <p:nvPr/>
        </p:nvSpPr>
        <p:spPr>
          <a:xfrm>
            <a:off x="329641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8" name="Thread 39 (block 1, warp 1)"/>
          <p:cNvSpPr/>
          <p:nvPr/>
        </p:nvSpPr>
        <p:spPr>
          <a:xfrm>
            <a:off x="334213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9" name="Thread 40 (block 1, warp 1)"/>
          <p:cNvSpPr/>
          <p:nvPr/>
        </p:nvSpPr>
        <p:spPr>
          <a:xfrm>
            <a:off x="302209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0" name="Thread 41 (block 1, warp 1)"/>
          <p:cNvSpPr/>
          <p:nvPr/>
        </p:nvSpPr>
        <p:spPr>
          <a:xfrm>
            <a:off x="306781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1" name="Thread 42 (block 1, warp 1)"/>
          <p:cNvSpPr/>
          <p:nvPr/>
        </p:nvSpPr>
        <p:spPr>
          <a:xfrm>
            <a:off x="311353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2" name="Thread 43 (block 1, warp 1)"/>
          <p:cNvSpPr/>
          <p:nvPr/>
        </p:nvSpPr>
        <p:spPr>
          <a:xfrm>
            <a:off x="315925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3" name="Thread 44 (block 1, warp 1)"/>
          <p:cNvSpPr/>
          <p:nvPr/>
        </p:nvSpPr>
        <p:spPr>
          <a:xfrm>
            <a:off x="320497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4" name="Thread 45 (block 1, warp 1)"/>
          <p:cNvSpPr/>
          <p:nvPr/>
        </p:nvSpPr>
        <p:spPr>
          <a:xfrm>
            <a:off x="325069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5" name="Thread 46 (block 1, warp 1)"/>
          <p:cNvSpPr/>
          <p:nvPr/>
        </p:nvSpPr>
        <p:spPr>
          <a:xfrm>
            <a:off x="329641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6" name="Thread 47 (block 1, warp 1)"/>
          <p:cNvSpPr/>
          <p:nvPr/>
        </p:nvSpPr>
        <p:spPr>
          <a:xfrm>
            <a:off x="334213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7" name="Thread 48 (block 1, warp 1)"/>
          <p:cNvSpPr/>
          <p:nvPr/>
        </p:nvSpPr>
        <p:spPr>
          <a:xfrm>
            <a:off x="302209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8" name="Thread 49 (block 1, warp 1)"/>
          <p:cNvSpPr/>
          <p:nvPr/>
        </p:nvSpPr>
        <p:spPr>
          <a:xfrm>
            <a:off x="306781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9" name="Thread 50 (block 1, warp 1)"/>
          <p:cNvSpPr/>
          <p:nvPr/>
        </p:nvSpPr>
        <p:spPr>
          <a:xfrm>
            <a:off x="311353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0" name="Thread 51 (block 1, warp 1)"/>
          <p:cNvSpPr/>
          <p:nvPr/>
        </p:nvSpPr>
        <p:spPr>
          <a:xfrm>
            <a:off x="315925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1" name="Thread 52 (block 1, warp 1)"/>
          <p:cNvSpPr/>
          <p:nvPr/>
        </p:nvSpPr>
        <p:spPr>
          <a:xfrm>
            <a:off x="320497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2" name="Thread 53 (block 1, warp 1)"/>
          <p:cNvSpPr/>
          <p:nvPr/>
        </p:nvSpPr>
        <p:spPr>
          <a:xfrm>
            <a:off x="325069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3" name="Thread 54 (block 1, warp 1)"/>
          <p:cNvSpPr/>
          <p:nvPr/>
        </p:nvSpPr>
        <p:spPr>
          <a:xfrm>
            <a:off x="329641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4" name="Thread 55 (block 1, warp 1)"/>
          <p:cNvSpPr/>
          <p:nvPr/>
        </p:nvSpPr>
        <p:spPr>
          <a:xfrm>
            <a:off x="334213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5" name="Thread 56 (block 1, warp 1)"/>
          <p:cNvSpPr/>
          <p:nvPr/>
        </p:nvSpPr>
        <p:spPr>
          <a:xfrm>
            <a:off x="302209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6" name="Thread 57 (block 1, warp 1)"/>
          <p:cNvSpPr/>
          <p:nvPr/>
        </p:nvSpPr>
        <p:spPr>
          <a:xfrm>
            <a:off x="306781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7" name="Thread 58 (block 1, warp 1)"/>
          <p:cNvSpPr/>
          <p:nvPr/>
        </p:nvSpPr>
        <p:spPr>
          <a:xfrm>
            <a:off x="311353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8" name="Thread 59 (block 1, warp 1)"/>
          <p:cNvSpPr/>
          <p:nvPr/>
        </p:nvSpPr>
        <p:spPr>
          <a:xfrm>
            <a:off x="315925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9" name="Thread 60 (block 1, warp 1)"/>
          <p:cNvSpPr/>
          <p:nvPr/>
        </p:nvSpPr>
        <p:spPr>
          <a:xfrm>
            <a:off x="320497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0" name="Thread 61 (block 1, warp 1)"/>
          <p:cNvSpPr/>
          <p:nvPr/>
        </p:nvSpPr>
        <p:spPr>
          <a:xfrm>
            <a:off x="325069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1" name="Thread 62 (block 1, warp 1)"/>
          <p:cNvSpPr/>
          <p:nvPr/>
        </p:nvSpPr>
        <p:spPr>
          <a:xfrm>
            <a:off x="329641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2" name="Thread 63 (block 1, warp 1)"/>
          <p:cNvSpPr/>
          <p:nvPr/>
        </p:nvSpPr>
        <p:spPr>
          <a:xfrm>
            <a:off x="334213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3" name="Thread 64 (block 1, warp 2)"/>
          <p:cNvSpPr/>
          <p:nvPr/>
        </p:nvSpPr>
        <p:spPr>
          <a:xfrm>
            <a:off x="302209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4" name="Thread 65 (block 1, warp 2)"/>
          <p:cNvSpPr/>
          <p:nvPr/>
        </p:nvSpPr>
        <p:spPr>
          <a:xfrm>
            <a:off x="306781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5" name="Thread 66 (block 1, warp 2)"/>
          <p:cNvSpPr/>
          <p:nvPr/>
        </p:nvSpPr>
        <p:spPr>
          <a:xfrm>
            <a:off x="311353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6" name="Thread 67 (block 1, warp 2)"/>
          <p:cNvSpPr/>
          <p:nvPr/>
        </p:nvSpPr>
        <p:spPr>
          <a:xfrm>
            <a:off x="315925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7" name="Thread 68 (block 1, warp 2)"/>
          <p:cNvSpPr/>
          <p:nvPr/>
        </p:nvSpPr>
        <p:spPr>
          <a:xfrm>
            <a:off x="320497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8" name="Thread 69 (block 1, warp 2)"/>
          <p:cNvSpPr/>
          <p:nvPr/>
        </p:nvSpPr>
        <p:spPr>
          <a:xfrm>
            <a:off x="325069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9" name="Thread 70 (block 1, warp 2)"/>
          <p:cNvSpPr/>
          <p:nvPr/>
        </p:nvSpPr>
        <p:spPr>
          <a:xfrm>
            <a:off x="329641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0" name="Thread 71 (block 1, warp 2)"/>
          <p:cNvSpPr/>
          <p:nvPr/>
        </p:nvSpPr>
        <p:spPr>
          <a:xfrm>
            <a:off x="334213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1" name="Thread 72 (block 1, warp 2)"/>
          <p:cNvSpPr/>
          <p:nvPr/>
        </p:nvSpPr>
        <p:spPr>
          <a:xfrm>
            <a:off x="302209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2" name="Thread 73 (block 1, warp 2)"/>
          <p:cNvSpPr/>
          <p:nvPr/>
        </p:nvSpPr>
        <p:spPr>
          <a:xfrm>
            <a:off x="306781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3" name="Thread 74 (block 1, warp 2)"/>
          <p:cNvSpPr/>
          <p:nvPr/>
        </p:nvSpPr>
        <p:spPr>
          <a:xfrm>
            <a:off x="311353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4" name="Thread 75 (block 1, warp 2)"/>
          <p:cNvSpPr/>
          <p:nvPr/>
        </p:nvSpPr>
        <p:spPr>
          <a:xfrm>
            <a:off x="315925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5" name="Thread 76 (block 1, warp 2)"/>
          <p:cNvSpPr/>
          <p:nvPr/>
        </p:nvSpPr>
        <p:spPr>
          <a:xfrm>
            <a:off x="320497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6" name="Thread 77 (block 1, warp 2)"/>
          <p:cNvSpPr/>
          <p:nvPr/>
        </p:nvSpPr>
        <p:spPr>
          <a:xfrm>
            <a:off x="325069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7" name="Thread 78 (block 1, warp 2)"/>
          <p:cNvSpPr/>
          <p:nvPr/>
        </p:nvSpPr>
        <p:spPr>
          <a:xfrm>
            <a:off x="329641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8" name="Thread 79 (block 1, warp 2)"/>
          <p:cNvSpPr/>
          <p:nvPr/>
        </p:nvSpPr>
        <p:spPr>
          <a:xfrm>
            <a:off x="334213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9" name="Thread 80 (block 1, warp 2)"/>
          <p:cNvSpPr/>
          <p:nvPr/>
        </p:nvSpPr>
        <p:spPr>
          <a:xfrm>
            <a:off x="302209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0" name="Thread 81 (block 1, warp 2)"/>
          <p:cNvSpPr/>
          <p:nvPr/>
        </p:nvSpPr>
        <p:spPr>
          <a:xfrm>
            <a:off x="306781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1" name="Thread 82 (block 1, warp 2)"/>
          <p:cNvSpPr/>
          <p:nvPr/>
        </p:nvSpPr>
        <p:spPr>
          <a:xfrm>
            <a:off x="311353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2" name="Thread 83 (block 1, warp 2)"/>
          <p:cNvSpPr/>
          <p:nvPr/>
        </p:nvSpPr>
        <p:spPr>
          <a:xfrm>
            <a:off x="315925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3" name="Thread 84 (block 1, warp 2)"/>
          <p:cNvSpPr/>
          <p:nvPr/>
        </p:nvSpPr>
        <p:spPr>
          <a:xfrm>
            <a:off x="320497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4" name="Thread 85 (block 1, warp 2)"/>
          <p:cNvSpPr/>
          <p:nvPr/>
        </p:nvSpPr>
        <p:spPr>
          <a:xfrm>
            <a:off x="325069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5" name="Thread 86 (block 1, warp 2)"/>
          <p:cNvSpPr/>
          <p:nvPr/>
        </p:nvSpPr>
        <p:spPr>
          <a:xfrm>
            <a:off x="329641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6" name="Thread 87 (block 1, warp 2)"/>
          <p:cNvSpPr/>
          <p:nvPr/>
        </p:nvSpPr>
        <p:spPr>
          <a:xfrm>
            <a:off x="334213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7" name="Thread 88 (block 1, warp 2)"/>
          <p:cNvSpPr/>
          <p:nvPr/>
        </p:nvSpPr>
        <p:spPr>
          <a:xfrm>
            <a:off x="302209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8" name="Thread 89 (block 1, warp 2)"/>
          <p:cNvSpPr/>
          <p:nvPr/>
        </p:nvSpPr>
        <p:spPr>
          <a:xfrm>
            <a:off x="306781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9" name="Thread 90 (block 1, warp 2)"/>
          <p:cNvSpPr/>
          <p:nvPr/>
        </p:nvSpPr>
        <p:spPr>
          <a:xfrm>
            <a:off x="311353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0" name="Thread 91 (block 1, warp 2)"/>
          <p:cNvSpPr/>
          <p:nvPr/>
        </p:nvSpPr>
        <p:spPr>
          <a:xfrm>
            <a:off x="315925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1" name="Thread 92 (block 1, warp 2)"/>
          <p:cNvSpPr/>
          <p:nvPr/>
        </p:nvSpPr>
        <p:spPr>
          <a:xfrm>
            <a:off x="320497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2" name="Thread 93 (block 1, warp 2)"/>
          <p:cNvSpPr/>
          <p:nvPr/>
        </p:nvSpPr>
        <p:spPr>
          <a:xfrm>
            <a:off x="325069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3" name="Thread 94 (block 1, warp 2)"/>
          <p:cNvSpPr/>
          <p:nvPr/>
        </p:nvSpPr>
        <p:spPr>
          <a:xfrm>
            <a:off x="329641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4" name="Thread 95 (block 1, warp 2)"/>
          <p:cNvSpPr/>
          <p:nvPr/>
        </p:nvSpPr>
        <p:spPr>
          <a:xfrm>
            <a:off x="334213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5" name="Thread 96 (block 1, warp 3)"/>
          <p:cNvSpPr/>
          <p:nvPr/>
        </p:nvSpPr>
        <p:spPr>
          <a:xfrm>
            <a:off x="302209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6" name="Thread 97 (block 1, warp 3)"/>
          <p:cNvSpPr/>
          <p:nvPr/>
        </p:nvSpPr>
        <p:spPr>
          <a:xfrm>
            <a:off x="306781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7" name="Thread 98 (block 1, warp 3)"/>
          <p:cNvSpPr/>
          <p:nvPr/>
        </p:nvSpPr>
        <p:spPr>
          <a:xfrm>
            <a:off x="311353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8" name="Thread 99 (block 1, warp 3)"/>
          <p:cNvSpPr/>
          <p:nvPr/>
        </p:nvSpPr>
        <p:spPr>
          <a:xfrm>
            <a:off x="315925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9" name="Thread 100 (block 1, warp 3)"/>
          <p:cNvSpPr/>
          <p:nvPr/>
        </p:nvSpPr>
        <p:spPr>
          <a:xfrm>
            <a:off x="320497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0" name="Thread 101 (block 1, warp 3)"/>
          <p:cNvSpPr/>
          <p:nvPr/>
        </p:nvSpPr>
        <p:spPr>
          <a:xfrm>
            <a:off x="325069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1" name="Thread 102 (block 1, warp 3)"/>
          <p:cNvSpPr/>
          <p:nvPr/>
        </p:nvSpPr>
        <p:spPr>
          <a:xfrm>
            <a:off x="329641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2" name="Thread 103 (block 1, warp 3)"/>
          <p:cNvSpPr/>
          <p:nvPr/>
        </p:nvSpPr>
        <p:spPr>
          <a:xfrm>
            <a:off x="334213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3" name="Thread 104 (block 1, warp 3)"/>
          <p:cNvSpPr/>
          <p:nvPr/>
        </p:nvSpPr>
        <p:spPr>
          <a:xfrm>
            <a:off x="302209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4" name="Thread 105 (block 1, warp 3)"/>
          <p:cNvSpPr/>
          <p:nvPr/>
        </p:nvSpPr>
        <p:spPr>
          <a:xfrm>
            <a:off x="306781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5" name="Thread 106 (block 1, warp 3)"/>
          <p:cNvSpPr/>
          <p:nvPr/>
        </p:nvSpPr>
        <p:spPr>
          <a:xfrm>
            <a:off x="311353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6" name="Thread 107 (block 1, warp 3)"/>
          <p:cNvSpPr/>
          <p:nvPr/>
        </p:nvSpPr>
        <p:spPr>
          <a:xfrm>
            <a:off x="315925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7" name="Thread 108 (block 1, warp 3)"/>
          <p:cNvSpPr/>
          <p:nvPr/>
        </p:nvSpPr>
        <p:spPr>
          <a:xfrm>
            <a:off x="320497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8" name="Thread 109 (block 1, warp 3)"/>
          <p:cNvSpPr/>
          <p:nvPr/>
        </p:nvSpPr>
        <p:spPr>
          <a:xfrm>
            <a:off x="325069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9" name="Thread 110 (block 1, warp 3)"/>
          <p:cNvSpPr/>
          <p:nvPr/>
        </p:nvSpPr>
        <p:spPr>
          <a:xfrm>
            <a:off x="329641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0" name="Thread 111 (block 1, warp 3)"/>
          <p:cNvSpPr/>
          <p:nvPr/>
        </p:nvSpPr>
        <p:spPr>
          <a:xfrm>
            <a:off x="334213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1" name="Thread 112 (block 1, warp 3)"/>
          <p:cNvSpPr/>
          <p:nvPr/>
        </p:nvSpPr>
        <p:spPr>
          <a:xfrm>
            <a:off x="302209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2" name="Thread 113 (block 1, warp 3)"/>
          <p:cNvSpPr/>
          <p:nvPr/>
        </p:nvSpPr>
        <p:spPr>
          <a:xfrm>
            <a:off x="306781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3" name="Thread 114 (block 1, warp 3)"/>
          <p:cNvSpPr/>
          <p:nvPr/>
        </p:nvSpPr>
        <p:spPr>
          <a:xfrm>
            <a:off x="311353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4" name="Thread 115 (block 1, warp 3)"/>
          <p:cNvSpPr/>
          <p:nvPr/>
        </p:nvSpPr>
        <p:spPr>
          <a:xfrm>
            <a:off x="315925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5" name="Thread 116 (block 1, warp 3)"/>
          <p:cNvSpPr/>
          <p:nvPr/>
        </p:nvSpPr>
        <p:spPr>
          <a:xfrm>
            <a:off x="320497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6" name="Thread 117 (block 1, warp 3)"/>
          <p:cNvSpPr/>
          <p:nvPr/>
        </p:nvSpPr>
        <p:spPr>
          <a:xfrm>
            <a:off x="325069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7" name="Thread 118 (block 1, warp 3)"/>
          <p:cNvSpPr/>
          <p:nvPr/>
        </p:nvSpPr>
        <p:spPr>
          <a:xfrm>
            <a:off x="329641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8" name="Thread 119 (block 1, warp 3)"/>
          <p:cNvSpPr/>
          <p:nvPr/>
        </p:nvSpPr>
        <p:spPr>
          <a:xfrm>
            <a:off x="334213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9" name="Thread 120 (block 1, warp 3)"/>
          <p:cNvSpPr/>
          <p:nvPr/>
        </p:nvSpPr>
        <p:spPr>
          <a:xfrm>
            <a:off x="302209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0" name="Thread 121 (block 1, warp 3)"/>
          <p:cNvSpPr/>
          <p:nvPr/>
        </p:nvSpPr>
        <p:spPr>
          <a:xfrm>
            <a:off x="306781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1" name="Thread 122 (block 1, warp 3)"/>
          <p:cNvSpPr/>
          <p:nvPr/>
        </p:nvSpPr>
        <p:spPr>
          <a:xfrm>
            <a:off x="311353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2" name="Thread 123 (block 1, warp 3)"/>
          <p:cNvSpPr/>
          <p:nvPr/>
        </p:nvSpPr>
        <p:spPr>
          <a:xfrm>
            <a:off x="315925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3" name="Thread 124 (block 1, warp 3)"/>
          <p:cNvSpPr/>
          <p:nvPr/>
        </p:nvSpPr>
        <p:spPr>
          <a:xfrm>
            <a:off x="320497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4" name="Thread 125 (block 1, warp 3)"/>
          <p:cNvSpPr/>
          <p:nvPr/>
        </p:nvSpPr>
        <p:spPr>
          <a:xfrm>
            <a:off x="325069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5" name="Thread 126 (block 1, warp 3)"/>
          <p:cNvSpPr/>
          <p:nvPr/>
        </p:nvSpPr>
        <p:spPr>
          <a:xfrm>
            <a:off x="329641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6" name="Thread 127 (block 1, warp 3)"/>
          <p:cNvSpPr/>
          <p:nvPr/>
        </p:nvSpPr>
        <p:spPr>
          <a:xfrm>
            <a:off x="334213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7" name="Upper boundary: block"/>
          <p:cNvSpPr/>
          <p:nvPr/>
        </p:nvSpPr>
        <p:spPr>
          <a:xfrm>
            <a:off x="24460200" y="17167860"/>
            <a:ext cx="10012680" cy="7086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780" b="0">
                <a:solidFill>
                  <a:schemeClr val="dk2"/>
                </a:solidFill>
                <a:latin typeface="NVIDIA Sans"/>
              </a:rPr>
              <a:t xml:space="preserve">Upper boundary: block</a:t>
            </a:r>
          </a:p>
        </p:txBody>
      </p:sp>
      <p:sp>
        <p:nvSpPr>
          <p:cNvPr id="798" name="Units: threads within the block"/>
          <p:cNvSpPr/>
          <p:nvPr/>
        </p:nvSpPr>
        <p:spPr>
          <a:xfrm>
            <a:off x="24460200" y="18013680"/>
            <a:ext cx="1001268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Units: threads within the block</a:t>
            </a:r>
          </a:p>
        </p:txBody>
      </p:sp>
      <p:sp>
        <p:nvSpPr>
          <p:cNvPr id="799" name="Shape"/>
          <p:cNvSpPr/>
          <p:nvPr/>
        </p:nvSpPr>
        <p:spPr>
          <a:xfrm>
            <a:off x="12687300" y="5806440"/>
            <a:ext cx="22860" cy="1284732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800" name="Shape"/>
          <p:cNvSpPr/>
          <p:nvPr/>
        </p:nvSpPr>
        <p:spPr>
          <a:xfrm>
            <a:off x="23888700" y="5806440"/>
            <a:ext cx="22860" cy="1284732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801" name="Shape"/>
          <p:cNvSpPr/>
          <p:nvPr/>
        </p:nvSpPr>
        <p:spPr>
          <a:xfrm>
            <a:off x="1874520" y="192252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02" name="Thread in the group"/>
          <p:cNvSpPr/>
          <p:nvPr/>
        </p:nvSpPr>
        <p:spPr>
          <a:xfrm>
            <a:off x="2377440" y="19088100"/>
            <a:ext cx="4343400" cy="5943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Thread in the group</a:t>
            </a:r>
          </a:p>
        </p:txBody>
      </p:sp>
      <p:sp>
        <p:nvSpPr>
          <p:cNvPr id="803" name="Shape"/>
          <p:cNvSpPr/>
          <p:nvPr/>
        </p:nvSpPr>
        <p:spPr>
          <a:xfrm>
            <a:off x="7040880" y="192252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804" name="Other thread"/>
          <p:cNvSpPr/>
          <p:nvPr/>
        </p:nvSpPr>
        <p:spPr>
          <a:xfrm>
            <a:off x="7543800" y="19088100"/>
            <a:ext cx="3429000" cy="5943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Other thread</a:t>
            </a:r>
          </a:p>
        </p:txBody>
      </p:sp>
      <p:sp>
        <p:nvSpPr>
          <p:cNvPr id="805" name="Shape"/>
          <p:cNvSpPr/>
          <p:nvPr/>
        </p:nvSpPr>
        <p:spPr>
          <a:xfrm>
            <a:off x="11407140" y="19110960"/>
            <a:ext cx="640080" cy="457200"/>
          </a:xfrm>
          <a:prstGeom prst="roundRect">
            <a:avLst>
              <a:gd name="adj" fmla="val 6000"/>
            </a:avLst>
          </a:prstGeom>
          <a:noFill/>
          <a:ln w="45720">
            <a:solidFill>
              <a:schemeClr val="dk2"/>
            </a:solidFill>
            <a:prstDash val="dash"/>
          </a:ln>
        </p:spPr>
      </p:sp>
      <p:sp>
        <p:nvSpPr>
          <p:cNvPr id="806" name="Upper boundary"/>
          <p:cNvSpPr/>
          <p:nvPr/>
        </p:nvSpPr>
        <p:spPr>
          <a:xfrm>
            <a:off x="12367260" y="19088100"/>
            <a:ext cx="4572000" cy="5943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Upper boundary</a:t>
            </a:r>
          </a:p>
        </p:txBody>
      </p:sp>
      <p:sp>
        <p:nvSpPr>
          <p:cNvPr id="807" name="128 threads / block · schematic layout"/>
          <p:cNvSpPr/>
          <p:nvPr/>
        </p:nvSpPr>
        <p:spPr>
          <a:xfrm>
            <a:off x="23088600" y="19088100"/>
            <a:ext cx="9029700" cy="5943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128 threads / block · schematic layout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What makes them different? — Warp se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 makes them different?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What makes them different?</a:t>
            </a:r>
          </a:p>
        </p:txBody>
      </p:sp>
      <p:sp>
        <p:nvSpPr>
          <p:cNvPr id="3" name="Group Definition · Selecting the first and third warps · two bloc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Group Definition · Selecting the first and third warps · two blocks per panel</a:t>
            </a:r>
          </a:p>
        </p:txBody>
      </p:sp>
      <p:sp>
        <p:nvSpPr>
          <p:cNvPr id="4" name="07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07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544068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6" name="Generic Group"/>
          <p:cNvSpPr/>
          <p:nvPr/>
        </p:nvSpPr>
        <p:spPr>
          <a:xfrm>
            <a:off x="2331720" y="6080760"/>
            <a:ext cx="9715500" cy="1828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Generic Group</a:t>
            </a:r>
          </a:p>
        </p:txBody>
      </p:sp>
      <p:sp>
        <p:nvSpPr>
          <p:cNvPr id="7" name="Block 0"/>
          <p:cNvSpPr/>
          <p:nvPr/>
        </p:nvSpPr>
        <p:spPr>
          <a:xfrm>
            <a:off x="233172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0</a:t>
            </a:r>
          </a:p>
        </p:txBody>
      </p:sp>
      <p:sp>
        <p:nvSpPr>
          <p:cNvPr id="8" name="Block 0: 128 threads"/>
          <p:cNvSpPr/>
          <p:nvPr/>
        </p:nvSpPr>
        <p:spPr>
          <a:xfrm>
            <a:off x="233172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9" name="Thread 0 (block 0, warp 0) selected"/>
          <p:cNvSpPr/>
          <p:nvPr/>
        </p:nvSpPr>
        <p:spPr>
          <a:xfrm>
            <a:off x="26517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" name="Thread 1 (block 0, warp 0) selected"/>
          <p:cNvSpPr/>
          <p:nvPr/>
        </p:nvSpPr>
        <p:spPr>
          <a:xfrm>
            <a:off x="31089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" name="Thread 2 (block 0, warp 0) selected"/>
          <p:cNvSpPr/>
          <p:nvPr/>
        </p:nvSpPr>
        <p:spPr>
          <a:xfrm>
            <a:off x="35661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" name="Thread 3 (block 0, warp 0) selected"/>
          <p:cNvSpPr/>
          <p:nvPr/>
        </p:nvSpPr>
        <p:spPr>
          <a:xfrm>
            <a:off x="40233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" name="Thread 4 (block 0, warp 0) selected"/>
          <p:cNvSpPr/>
          <p:nvPr/>
        </p:nvSpPr>
        <p:spPr>
          <a:xfrm>
            <a:off x="44805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" name="Thread 5 (block 0, warp 0) selected"/>
          <p:cNvSpPr/>
          <p:nvPr/>
        </p:nvSpPr>
        <p:spPr>
          <a:xfrm>
            <a:off x="49377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" name="Thread 6 (block 0, warp 0) selected"/>
          <p:cNvSpPr/>
          <p:nvPr/>
        </p:nvSpPr>
        <p:spPr>
          <a:xfrm>
            <a:off x="53949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" name="Thread 7 (block 0, warp 0) selected"/>
          <p:cNvSpPr/>
          <p:nvPr/>
        </p:nvSpPr>
        <p:spPr>
          <a:xfrm>
            <a:off x="58521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" name="Thread 8 (block 0, warp 0) selected"/>
          <p:cNvSpPr/>
          <p:nvPr/>
        </p:nvSpPr>
        <p:spPr>
          <a:xfrm>
            <a:off x="26517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" name="Thread 9 (block 0, warp 0) selected"/>
          <p:cNvSpPr/>
          <p:nvPr/>
        </p:nvSpPr>
        <p:spPr>
          <a:xfrm>
            <a:off x="31089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Thread 10 (block 0, warp 0) selected"/>
          <p:cNvSpPr/>
          <p:nvPr/>
        </p:nvSpPr>
        <p:spPr>
          <a:xfrm>
            <a:off x="35661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" name="Thread 11 (block 0, warp 0) selected"/>
          <p:cNvSpPr/>
          <p:nvPr/>
        </p:nvSpPr>
        <p:spPr>
          <a:xfrm>
            <a:off x="40233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" name="Thread 12 (block 0, warp 0) selected"/>
          <p:cNvSpPr/>
          <p:nvPr/>
        </p:nvSpPr>
        <p:spPr>
          <a:xfrm>
            <a:off x="44805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" name="Thread 13 (block 0, warp 0) selected"/>
          <p:cNvSpPr/>
          <p:nvPr/>
        </p:nvSpPr>
        <p:spPr>
          <a:xfrm>
            <a:off x="49377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" name="Thread 14 (block 0, warp 0) selected"/>
          <p:cNvSpPr/>
          <p:nvPr/>
        </p:nvSpPr>
        <p:spPr>
          <a:xfrm>
            <a:off x="53949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" name="Thread 15 (block 0, warp 0) selected"/>
          <p:cNvSpPr/>
          <p:nvPr/>
        </p:nvSpPr>
        <p:spPr>
          <a:xfrm>
            <a:off x="58521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" name="Thread 16 (block 0, warp 0) selected"/>
          <p:cNvSpPr/>
          <p:nvPr/>
        </p:nvSpPr>
        <p:spPr>
          <a:xfrm>
            <a:off x="26517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" name="Thread 17 (block 0, warp 0) selected"/>
          <p:cNvSpPr/>
          <p:nvPr/>
        </p:nvSpPr>
        <p:spPr>
          <a:xfrm>
            <a:off x="31089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" name="Thread 18 (block 0, warp 0) selected"/>
          <p:cNvSpPr/>
          <p:nvPr/>
        </p:nvSpPr>
        <p:spPr>
          <a:xfrm>
            <a:off x="35661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" name="Thread 19 (block 0, warp 0) selected"/>
          <p:cNvSpPr/>
          <p:nvPr/>
        </p:nvSpPr>
        <p:spPr>
          <a:xfrm>
            <a:off x="40233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" name="Thread 20 (block 0, warp 0) selected"/>
          <p:cNvSpPr/>
          <p:nvPr/>
        </p:nvSpPr>
        <p:spPr>
          <a:xfrm>
            <a:off x="44805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" name="Thread 21 (block 0, warp 0) selected"/>
          <p:cNvSpPr/>
          <p:nvPr/>
        </p:nvSpPr>
        <p:spPr>
          <a:xfrm>
            <a:off x="49377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1" name="Thread 22 (block 0, warp 0) selected"/>
          <p:cNvSpPr/>
          <p:nvPr/>
        </p:nvSpPr>
        <p:spPr>
          <a:xfrm>
            <a:off x="53949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2" name="Thread 23 (block 0, warp 0) selected"/>
          <p:cNvSpPr/>
          <p:nvPr/>
        </p:nvSpPr>
        <p:spPr>
          <a:xfrm>
            <a:off x="58521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3" name="Thread 24 (block 0, warp 0) selected"/>
          <p:cNvSpPr/>
          <p:nvPr/>
        </p:nvSpPr>
        <p:spPr>
          <a:xfrm>
            <a:off x="26517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" name="Thread 25 (block 0, warp 0) selected"/>
          <p:cNvSpPr/>
          <p:nvPr/>
        </p:nvSpPr>
        <p:spPr>
          <a:xfrm>
            <a:off x="31089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" name="Thread 26 (block 0, warp 0) selected"/>
          <p:cNvSpPr/>
          <p:nvPr/>
        </p:nvSpPr>
        <p:spPr>
          <a:xfrm>
            <a:off x="35661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" name="Thread 27 (block 0, warp 0) selected"/>
          <p:cNvSpPr/>
          <p:nvPr/>
        </p:nvSpPr>
        <p:spPr>
          <a:xfrm>
            <a:off x="40233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7" name="Thread 28 (block 0, warp 0) selected"/>
          <p:cNvSpPr/>
          <p:nvPr/>
        </p:nvSpPr>
        <p:spPr>
          <a:xfrm>
            <a:off x="44805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8" name="Thread 29 (block 0, warp 0) selected"/>
          <p:cNvSpPr/>
          <p:nvPr/>
        </p:nvSpPr>
        <p:spPr>
          <a:xfrm>
            <a:off x="49377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9" name="Thread 30 (block 0, warp 0) selected"/>
          <p:cNvSpPr/>
          <p:nvPr/>
        </p:nvSpPr>
        <p:spPr>
          <a:xfrm>
            <a:off x="53949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0" name="Thread 31 (block 0, warp 0) selected"/>
          <p:cNvSpPr/>
          <p:nvPr/>
        </p:nvSpPr>
        <p:spPr>
          <a:xfrm>
            <a:off x="58521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1" name="Thread 32 (block 0, warp 1)"/>
          <p:cNvSpPr/>
          <p:nvPr/>
        </p:nvSpPr>
        <p:spPr>
          <a:xfrm>
            <a:off x="26517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" name="Thread 33 (block 0, warp 1)"/>
          <p:cNvSpPr/>
          <p:nvPr/>
        </p:nvSpPr>
        <p:spPr>
          <a:xfrm>
            <a:off x="31089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" name="Thread 34 (block 0, warp 1)"/>
          <p:cNvSpPr/>
          <p:nvPr/>
        </p:nvSpPr>
        <p:spPr>
          <a:xfrm>
            <a:off x="35661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" name="Thread 35 (block 0, warp 1)"/>
          <p:cNvSpPr/>
          <p:nvPr/>
        </p:nvSpPr>
        <p:spPr>
          <a:xfrm>
            <a:off x="40233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" name="Thread 36 (block 0, warp 1)"/>
          <p:cNvSpPr/>
          <p:nvPr/>
        </p:nvSpPr>
        <p:spPr>
          <a:xfrm>
            <a:off x="44805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" name="Thread 37 (block 0, warp 1)"/>
          <p:cNvSpPr/>
          <p:nvPr/>
        </p:nvSpPr>
        <p:spPr>
          <a:xfrm>
            <a:off x="49377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" name="Thread 38 (block 0, warp 1)"/>
          <p:cNvSpPr/>
          <p:nvPr/>
        </p:nvSpPr>
        <p:spPr>
          <a:xfrm>
            <a:off x="53949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" name="Thread 39 (block 0, warp 1)"/>
          <p:cNvSpPr/>
          <p:nvPr/>
        </p:nvSpPr>
        <p:spPr>
          <a:xfrm>
            <a:off x="58521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" name="Thread 40 (block 0, warp 1)"/>
          <p:cNvSpPr/>
          <p:nvPr/>
        </p:nvSpPr>
        <p:spPr>
          <a:xfrm>
            <a:off x="26517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" name="Thread 41 (block 0, warp 1)"/>
          <p:cNvSpPr/>
          <p:nvPr/>
        </p:nvSpPr>
        <p:spPr>
          <a:xfrm>
            <a:off x="31089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" name="Thread 42 (block 0, warp 1)"/>
          <p:cNvSpPr/>
          <p:nvPr/>
        </p:nvSpPr>
        <p:spPr>
          <a:xfrm>
            <a:off x="35661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" name="Thread 43 (block 0, warp 1)"/>
          <p:cNvSpPr/>
          <p:nvPr/>
        </p:nvSpPr>
        <p:spPr>
          <a:xfrm>
            <a:off x="40233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3" name="Thread 44 (block 0, warp 1)"/>
          <p:cNvSpPr/>
          <p:nvPr/>
        </p:nvSpPr>
        <p:spPr>
          <a:xfrm>
            <a:off x="44805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4" name="Thread 45 (block 0, warp 1)"/>
          <p:cNvSpPr/>
          <p:nvPr/>
        </p:nvSpPr>
        <p:spPr>
          <a:xfrm>
            <a:off x="49377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" name="Thread 46 (block 0, warp 1)"/>
          <p:cNvSpPr/>
          <p:nvPr/>
        </p:nvSpPr>
        <p:spPr>
          <a:xfrm>
            <a:off x="53949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6" name="Thread 47 (block 0, warp 1)"/>
          <p:cNvSpPr/>
          <p:nvPr/>
        </p:nvSpPr>
        <p:spPr>
          <a:xfrm>
            <a:off x="58521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" name="Thread 48 (block 0, warp 1)"/>
          <p:cNvSpPr/>
          <p:nvPr/>
        </p:nvSpPr>
        <p:spPr>
          <a:xfrm>
            <a:off x="26517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" name="Thread 49 (block 0, warp 1)"/>
          <p:cNvSpPr/>
          <p:nvPr/>
        </p:nvSpPr>
        <p:spPr>
          <a:xfrm>
            <a:off x="31089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" name="Thread 50 (block 0, warp 1)"/>
          <p:cNvSpPr/>
          <p:nvPr/>
        </p:nvSpPr>
        <p:spPr>
          <a:xfrm>
            <a:off x="35661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" name="Thread 51 (block 0, warp 1)"/>
          <p:cNvSpPr/>
          <p:nvPr/>
        </p:nvSpPr>
        <p:spPr>
          <a:xfrm>
            <a:off x="40233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" name="Thread 52 (block 0, warp 1)"/>
          <p:cNvSpPr/>
          <p:nvPr/>
        </p:nvSpPr>
        <p:spPr>
          <a:xfrm>
            <a:off x="44805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" name="Thread 53 (block 0, warp 1)"/>
          <p:cNvSpPr/>
          <p:nvPr/>
        </p:nvSpPr>
        <p:spPr>
          <a:xfrm>
            <a:off x="49377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" name="Thread 54 (block 0, warp 1)"/>
          <p:cNvSpPr/>
          <p:nvPr/>
        </p:nvSpPr>
        <p:spPr>
          <a:xfrm>
            <a:off x="53949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" name="Thread 55 (block 0, warp 1)"/>
          <p:cNvSpPr/>
          <p:nvPr/>
        </p:nvSpPr>
        <p:spPr>
          <a:xfrm>
            <a:off x="58521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" name="Thread 56 (block 0, warp 1)"/>
          <p:cNvSpPr/>
          <p:nvPr/>
        </p:nvSpPr>
        <p:spPr>
          <a:xfrm>
            <a:off x="26517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" name="Thread 57 (block 0, warp 1)"/>
          <p:cNvSpPr/>
          <p:nvPr/>
        </p:nvSpPr>
        <p:spPr>
          <a:xfrm>
            <a:off x="31089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" name="Thread 58 (block 0, warp 1)"/>
          <p:cNvSpPr/>
          <p:nvPr/>
        </p:nvSpPr>
        <p:spPr>
          <a:xfrm>
            <a:off x="35661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" name="Thread 59 (block 0, warp 1)"/>
          <p:cNvSpPr/>
          <p:nvPr/>
        </p:nvSpPr>
        <p:spPr>
          <a:xfrm>
            <a:off x="40233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" name="Thread 60 (block 0, warp 1)"/>
          <p:cNvSpPr/>
          <p:nvPr/>
        </p:nvSpPr>
        <p:spPr>
          <a:xfrm>
            <a:off x="44805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" name="Thread 61 (block 0, warp 1)"/>
          <p:cNvSpPr/>
          <p:nvPr/>
        </p:nvSpPr>
        <p:spPr>
          <a:xfrm>
            <a:off x="49377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" name="Thread 62 (block 0, warp 1)"/>
          <p:cNvSpPr/>
          <p:nvPr/>
        </p:nvSpPr>
        <p:spPr>
          <a:xfrm>
            <a:off x="53949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" name="Thread 63 (block 0, warp 1)"/>
          <p:cNvSpPr/>
          <p:nvPr/>
        </p:nvSpPr>
        <p:spPr>
          <a:xfrm>
            <a:off x="58521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" name="Thread 64 (block 0, warp 2) selected"/>
          <p:cNvSpPr/>
          <p:nvPr/>
        </p:nvSpPr>
        <p:spPr>
          <a:xfrm>
            <a:off x="26517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4" name="Thread 65 (block 0, warp 2) selected"/>
          <p:cNvSpPr/>
          <p:nvPr/>
        </p:nvSpPr>
        <p:spPr>
          <a:xfrm>
            <a:off x="31089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5" name="Thread 66 (block 0, warp 2) selected"/>
          <p:cNvSpPr/>
          <p:nvPr/>
        </p:nvSpPr>
        <p:spPr>
          <a:xfrm>
            <a:off x="35661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6" name="Thread 67 (block 0, warp 2) selected"/>
          <p:cNvSpPr/>
          <p:nvPr/>
        </p:nvSpPr>
        <p:spPr>
          <a:xfrm>
            <a:off x="40233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7" name="Thread 68 (block 0, warp 2) selected"/>
          <p:cNvSpPr/>
          <p:nvPr/>
        </p:nvSpPr>
        <p:spPr>
          <a:xfrm>
            <a:off x="44805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8" name="Thread 69 (block 0, warp 2) selected"/>
          <p:cNvSpPr/>
          <p:nvPr/>
        </p:nvSpPr>
        <p:spPr>
          <a:xfrm>
            <a:off x="49377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9" name="Thread 70 (block 0, warp 2) selected"/>
          <p:cNvSpPr/>
          <p:nvPr/>
        </p:nvSpPr>
        <p:spPr>
          <a:xfrm>
            <a:off x="53949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0" name="Thread 71 (block 0, warp 2) selected"/>
          <p:cNvSpPr/>
          <p:nvPr/>
        </p:nvSpPr>
        <p:spPr>
          <a:xfrm>
            <a:off x="58521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1" name="Thread 72 (block 0, warp 2) selected"/>
          <p:cNvSpPr/>
          <p:nvPr/>
        </p:nvSpPr>
        <p:spPr>
          <a:xfrm>
            <a:off x="26517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2" name="Thread 73 (block 0, warp 2) selected"/>
          <p:cNvSpPr/>
          <p:nvPr/>
        </p:nvSpPr>
        <p:spPr>
          <a:xfrm>
            <a:off x="31089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3" name="Thread 74 (block 0, warp 2) selected"/>
          <p:cNvSpPr/>
          <p:nvPr/>
        </p:nvSpPr>
        <p:spPr>
          <a:xfrm>
            <a:off x="35661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4" name="Thread 75 (block 0, warp 2) selected"/>
          <p:cNvSpPr/>
          <p:nvPr/>
        </p:nvSpPr>
        <p:spPr>
          <a:xfrm>
            <a:off x="40233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5" name="Thread 76 (block 0, warp 2) selected"/>
          <p:cNvSpPr/>
          <p:nvPr/>
        </p:nvSpPr>
        <p:spPr>
          <a:xfrm>
            <a:off x="44805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6" name="Thread 77 (block 0, warp 2) selected"/>
          <p:cNvSpPr/>
          <p:nvPr/>
        </p:nvSpPr>
        <p:spPr>
          <a:xfrm>
            <a:off x="49377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7" name="Thread 78 (block 0, warp 2) selected"/>
          <p:cNvSpPr/>
          <p:nvPr/>
        </p:nvSpPr>
        <p:spPr>
          <a:xfrm>
            <a:off x="53949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8" name="Thread 79 (block 0, warp 2) selected"/>
          <p:cNvSpPr/>
          <p:nvPr/>
        </p:nvSpPr>
        <p:spPr>
          <a:xfrm>
            <a:off x="58521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9" name="Thread 80 (block 0, warp 2) selected"/>
          <p:cNvSpPr/>
          <p:nvPr/>
        </p:nvSpPr>
        <p:spPr>
          <a:xfrm>
            <a:off x="26517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0" name="Thread 81 (block 0, warp 2) selected"/>
          <p:cNvSpPr/>
          <p:nvPr/>
        </p:nvSpPr>
        <p:spPr>
          <a:xfrm>
            <a:off x="31089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1" name="Thread 82 (block 0, warp 2) selected"/>
          <p:cNvSpPr/>
          <p:nvPr/>
        </p:nvSpPr>
        <p:spPr>
          <a:xfrm>
            <a:off x="35661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2" name="Thread 83 (block 0, warp 2) selected"/>
          <p:cNvSpPr/>
          <p:nvPr/>
        </p:nvSpPr>
        <p:spPr>
          <a:xfrm>
            <a:off x="40233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3" name="Thread 84 (block 0, warp 2) selected"/>
          <p:cNvSpPr/>
          <p:nvPr/>
        </p:nvSpPr>
        <p:spPr>
          <a:xfrm>
            <a:off x="44805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4" name="Thread 85 (block 0, warp 2) selected"/>
          <p:cNvSpPr/>
          <p:nvPr/>
        </p:nvSpPr>
        <p:spPr>
          <a:xfrm>
            <a:off x="49377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5" name="Thread 86 (block 0, warp 2) selected"/>
          <p:cNvSpPr/>
          <p:nvPr/>
        </p:nvSpPr>
        <p:spPr>
          <a:xfrm>
            <a:off x="53949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6" name="Thread 87 (block 0, warp 2) selected"/>
          <p:cNvSpPr/>
          <p:nvPr/>
        </p:nvSpPr>
        <p:spPr>
          <a:xfrm>
            <a:off x="58521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7" name="Thread 88 (block 0, warp 2) selected"/>
          <p:cNvSpPr/>
          <p:nvPr/>
        </p:nvSpPr>
        <p:spPr>
          <a:xfrm>
            <a:off x="26517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8" name="Thread 89 (block 0, warp 2) selected"/>
          <p:cNvSpPr/>
          <p:nvPr/>
        </p:nvSpPr>
        <p:spPr>
          <a:xfrm>
            <a:off x="31089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9" name="Thread 90 (block 0, warp 2) selected"/>
          <p:cNvSpPr/>
          <p:nvPr/>
        </p:nvSpPr>
        <p:spPr>
          <a:xfrm>
            <a:off x="35661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0" name="Thread 91 (block 0, warp 2) selected"/>
          <p:cNvSpPr/>
          <p:nvPr/>
        </p:nvSpPr>
        <p:spPr>
          <a:xfrm>
            <a:off x="40233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1" name="Thread 92 (block 0, warp 2) selected"/>
          <p:cNvSpPr/>
          <p:nvPr/>
        </p:nvSpPr>
        <p:spPr>
          <a:xfrm>
            <a:off x="44805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2" name="Thread 93 (block 0, warp 2) selected"/>
          <p:cNvSpPr/>
          <p:nvPr/>
        </p:nvSpPr>
        <p:spPr>
          <a:xfrm>
            <a:off x="49377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3" name="Thread 94 (block 0, warp 2) selected"/>
          <p:cNvSpPr/>
          <p:nvPr/>
        </p:nvSpPr>
        <p:spPr>
          <a:xfrm>
            <a:off x="53949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4" name="Thread 95 (block 0, warp 2) selected"/>
          <p:cNvSpPr/>
          <p:nvPr/>
        </p:nvSpPr>
        <p:spPr>
          <a:xfrm>
            <a:off x="58521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5" name="Thread 96 (block 0, warp 3)"/>
          <p:cNvSpPr/>
          <p:nvPr/>
        </p:nvSpPr>
        <p:spPr>
          <a:xfrm>
            <a:off x="26517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6" name="Thread 97 (block 0, warp 3)"/>
          <p:cNvSpPr/>
          <p:nvPr/>
        </p:nvSpPr>
        <p:spPr>
          <a:xfrm>
            <a:off x="31089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7" name="Thread 98 (block 0, warp 3)"/>
          <p:cNvSpPr/>
          <p:nvPr/>
        </p:nvSpPr>
        <p:spPr>
          <a:xfrm>
            <a:off x="35661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8" name="Thread 99 (block 0, warp 3)"/>
          <p:cNvSpPr/>
          <p:nvPr/>
        </p:nvSpPr>
        <p:spPr>
          <a:xfrm>
            <a:off x="40233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09" name="Thread 100 (block 0, warp 3)"/>
          <p:cNvSpPr/>
          <p:nvPr/>
        </p:nvSpPr>
        <p:spPr>
          <a:xfrm>
            <a:off x="44805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0" name="Thread 101 (block 0, warp 3)"/>
          <p:cNvSpPr/>
          <p:nvPr/>
        </p:nvSpPr>
        <p:spPr>
          <a:xfrm>
            <a:off x="49377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1" name="Thread 102 (block 0, warp 3)"/>
          <p:cNvSpPr/>
          <p:nvPr/>
        </p:nvSpPr>
        <p:spPr>
          <a:xfrm>
            <a:off x="53949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2" name="Thread 103 (block 0, warp 3)"/>
          <p:cNvSpPr/>
          <p:nvPr/>
        </p:nvSpPr>
        <p:spPr>
          <a:xfrm>
            <a:off x="58521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3" name="Thread 104 (block 0, warp 3)"/>
          <p:cNvSpPr/>
          <p:nvPr/>
        </p:nvSpPr>
        <p:spPr>
          <a:xfrm>
            <a:off x="26517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4" name="Thread 105 (block 0, warp 3)"/>
          <p:cNvSpPr/>
          <p:nvPr/>
        </p:nvSpPr>
        <p:spPr>
          <a:xfrm>
            <a:off x="31089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5" name="Thread 106 (block 0, warp 3)"/>
          <p:cNvSpPr/>
          <p:nvPr/>
        </p:nvSpPr>
        <p:spPr>
          <a:xfrm>
            <a:off x="35661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6" name="Thread 107 (block 0, warp 3)"/>
          <p:cNvSpPr/>
          <p:nvPr/>
        </p:nvSpPr>
        <p:spPr>
          <a:xfrm>
            <a:off x="40233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7" name="Thread 108 (block 0, warp 3)"/>
          <p:cNvSpPr/>
          <p:nvPr/>
        </p:nvSpPr>
        <p:spPr>
          <a:xfrm>
            <a:off x="44805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8" name="Thread 109 (block 0, warp 3)"/>
          <p:cNvSpPr/>
          <p:nvPr/>
        </p:nvSpPr>
        <p:spPr>
          <a:xfrm>
            <a:off x="49377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9" name="Thread 110 (block 0, warp 3)"/>
          <p:cNvSpPr/>
          <p:nvPr/>
        </p:nvSpPr>
        <p:spPr>
          <a:xfrm>
            <a:off x="53949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0" name="Thread 111 (block 0, warp 3)"/>
          <p:cNvSpPr/>
          <p:nvPr/>
        </p:nvSpPr>
        <p:spPr>
          <a:xfrm>
            <a:off x="58521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1" name="Thread 112 (block 0, warp 3)"/>
          <p:cNvSpPr/>
          <p:nvPr/>
        </p:nvSpPr>
        <p:spPr>
          <a:xfrm>
            <a:off x="26517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2" name="Thread 113 (block 0, warp 3)"/>
          <p:cNvSpPr/>
          <p:nvPr/>
        </p:nvSpPr>
        <p:spPr>
          <a:xfrm>
            <a:off x="31089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3" name="Thread 114 (block 0, warp 3)"/>
          <p:cNvSpPr/>
          <p:nvPr/>
        </p:nvSpPr>
        <p:spPr>
          <a:xfrm>
            <a:off x="35661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4" name="Thread 115 (block 0, warp 3)"/>
          <p:cNvSpPr/>
          <p:nvPr/>
        </p:nvSpPr>
        <p:spPr>
          <a:xfrm>
            <a:off x="40233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5" name="Thread 116 (block 0, warp 3)"/>
          <p:cNvSpPr/>
          <p:nvPr/>
        </p:nvSpPr>
        <p:spPr>
          <a:xfrm>
            <a:off x="44805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6" name="Thread 117 (block 0, warp 3)"/>
          <p:cNvSpPr/>
          <p:nvPr/>
        </p:nvSpPr>
        <p:spPr>
          <a:xfrm>
            <a:off x="49377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7" name="Thread 118 (block 0, warp 3)"/>
          <p:cNvSpPr/>
          <p:nvPr/>
        </p:nvSpPr>
        <p:spPr>
          <a:xfrm>
            <a:off x="53949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8" name="Thread 119 (block 0, warp 3)"/>
          <p:cNvSpPr/>
          <p:nvPr/>
        </p:nvSpPr>
        <p:spPr>
          <a:xfrm>
            <a:off x="58521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9" name="Thread 120 (block 0, warp 3)"/>
          <p:cNvSpPr/>
          <p:nvPr/>
        </p:nvSpPr>
        <p:spPr>
          <a:xfrm>
            <a:off x="26517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0" name="Thread 121 (block 0, warp 3)"/>
          <p:cNvSpPr/>
          <p:nvPr/>
        </p:nvSpPr>
        <p:spPr>
          <a:xfrm>
            <a:off x="31089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1" name="Thread 122 (block 0, warp 3)"/>
          <p:cNvSpPr/>
          <p:nvPr/>
        </p:nvSpPr>
        <p:spPr>
          <a:xfrm>
            <a:off x="35661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2" name="Thread 123 (block 0, warp 3)"/>
          <p:cNvSpPr/>
          <p:nvPr/>
        </p:nvSpPr>
        <p:spPr>
          <a:xfrm>
            <a:off x="40233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3" name="Thread 124 (block 0, warp 3)"/>
          <p:cNvSpPr/>
          <p:nvPr/>
        </p:nvSpPr>
        <p:spPr>
          <a:xfrm>
            <a:off x="44805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4" name="Thread 125 (block 0, warp 3)"/>
          <p:cNvSpPr/>
          <p:nvPr/>
        </p:nvSpPr>
        <p:spPr>
          <a:xfrm>
            <a:off x="49377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5" name="Thread 126 (block 0, warp 3)"/>
          <p:cNvSpPr/>
          <p:nvPr/>
        </p:nvSpPr>
        <p:spPr>
          <a:xfrm>
            <a:off x="53949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6" name="Thread 127 (block 0, warp 3)"/>
          <p:cNvSpPr/>
          <p:nvPr/>
        </p:nvSpPr>
        <p:spPr>
          <a:xfrm>
            <a:off x="58521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7" name="Block 1"/>
          <p:cNvSpPr/>
          <p:nvPr/>
        </p:nvSpPr>
        <p:spPr>
          <a:xfrm>
            <a:off x="749808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1</a:t>
            </a:r>
          </a:p>
        </p:txBody>
      </p:sp>
      <p:sp>
        <p:nvSpPr>
          <p:cNvPr id="138" name="Block 1: 128 threads"/>
          <p:cNvSpPr/>
          <p:nvPr/>
        </p:nvSpPr>
        <p:spPr>
          <a:xfrm>
            <a:off x="749808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139" name="Thread 0 (block 1, warp 0) selected"/>
          <p:cNvSpPr/>
          <p:nvPr/>
        </p:nvSpPr>
        <p:spPr>
          <a:xfrm>
            <a:off x="781812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0" name="Thread 1 (block 1, warp 0) selected"/>
          <p:cNvSpPr/>
          <p:nvPr/>
        </p:nvSpPr>
        <p:spPr>
          <a:xfrm>
            <a:off x="827532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1" name="Thread 2 (block 1, warp 0) selected"/>
          <p:cNvSpPr/>
          <p:nvPr/>
        </p:nvSpPr>
        <p:spPr>
          <a:xfrm>
            <a:off x="873252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2" name="Thread 3 (block 1, warp 0) selected"/>
          <p:cNvSpPr/>
          <p:nvPr/>
        </p:nvSpPr>
        <p:spPr>
          <a:xfrm>
            <a:off x="918972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3" name="Thread 4 (block 1, warp 0) selected"/>
          <p:cNvSpPr/>
          <p:nvPr/>
        </p:nvSpPr>
        <p:spPr>
          <a:xfrm>
            <a:off x="964692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4" name="Thread 5 (block 1, warp 0) selected"/>
          <p:cNvSpPr/>
          <p:nvPr/>
        </p:nvSpPr>
        <p:spPr>
          <a:xfrm>
            <a:off x="1010412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5" name="Thread 6 (block 1, warp 0) selected"/>
          <p:cNvSpPr/>
          <p:nvPr/>
        </p:nvSpPr>
        <p:spPr>
          <a:xfrm>
            <a:off x="1056132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6" name="Thread 7 (block 1, warp 0) selected"/>
          <p:cNvSpPr/>
          <p:nvPr/>
        </p:nvSpPr>
        <p:spPr>
          <a:xfrm>
            <a:off x="1101852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7" name="Thread 8 (block 1, warp 0) selected"/>
          <p:cNvSpPr/>
          <p:nvPr/>
        </p:nvSpPr>
        <p:spPr>
          <a:xfrm>
            <a:off x="781812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8" name="Thread 9 (block 1, warp 0) selected"/>
          <p:cNvSpPr/>
          <p:nvPr/>
        </p:nvSpPr>
        <p:spPr>
          <a:xfrm>
            <a:off x="827532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9" name="Thread 10 (block 1, warp 0) selected"/>
          <p:cNvSpPr/>
          <p:nvPr/>
        </p:nvSpPr>
        <p:spPr>
          <a:xfrm>
            <a:off x="873252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0" name="Thread 11 (block 1, warp 0) selected"/>
          <p:cNvSpPr/>
          <p:nvPr/>
        </p:nvSpPr>
        <p:spPr>
          <a:xfrm>
            <a:off x="918972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1" name="Thread 12 (block 1, warp 0) selected"/>
          <p:cNvSpPr/>
          <p:nvPr/>
        </p:nvSpPr>
        <p:spPr>
          <a:xfrm>
            <a:off x="964692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2" name="Thread 13 (block 1, warp 0) selected"/>
          <p:cNvSpPr/>
          <p:nvPr/>
        </p:nvSpPr>
        <p:spPr>
          <a:xfrm>
            <a:off x="1010412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3" name="Thread 14 (block 1, warp 0) selected"/>
          <p:cNvSpPr/>
          <p:nvPr/>
        </p:nvSpPr>
        <p:spPr>
          <a:xfrm>
            <a:off x="1056132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4" name="Thread 15 (block 1, warp 0) selected"/>
          <p:cNvSpPr/>
          <p:nvPr/>
        </p:nvSpPr>
        <p:spPr>
          <a:xfrm>
            <a:off x="1101852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5" name="Thread 16 (block 1, warp 0) selected"/>
          <p:cNvSpPr/>
          <p:nvPr/>
        </p:nvSpPr>
        <p:spPr>
          <a:xfrm>
            <a:off x="781812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6" name="Thread 17 (block 1, warp 0) selected"/>
          <p:cNvSpPr/>
          <p:nvPr/>
        </p:nvSpPr>
        <p:spPr>
          <a:xfrm>
            <a:off x="827532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7" name="Thread 18 (block 1, warp 0) selected"/>
          <p:cNvSpPr/>
          <p:nvPr/>
        </p:nvSpPr>
        <p:spPr>
          <a:xfrm>
            <a:off x="873252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8" name="Thread 19 (block 1, warp 0) selected"/>
          <p:cNvSpPr/>
          <p:nvPr/>
        </p:nvSpPr>
        <p:spPr>
          <a:xfrm>
            <a:off x="918972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9" name="Thread 20 (block 1, warp 0) selected"/>
          <p:cNvSpPr/>
          <p:nvPr/>
        </p:nvSpPr>
        <p:spPr>
          <a:xfrm>
            <a:off x="964692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0" name="Thread 21 (block 1, warp 0) selected"/>
          <p:cNvSpPr/>
          <p:nvPr/>
        </p:nvSpPr>
        <p:spPr>
          <a:xfrm>
            <a:off x="1010412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1" name="Thread 22 (block 1, warp 0) selected"/>
          <p:cNvSpPr/>
          <p:nvPr/>
        </p:nvSpPr>
        <p:spPr>
          <a:xfrm>
            <a:off x="1056132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2" name="Thread 23 (block 1, warp 0) selected"/>
          <p:cNvSpPr/>
          <p:nvPr/>
        </p:nvSpPr>
        <p:spPr>
          <a:xfrm>
            <a:off x="1101852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3" name="Thread 24 (block 1, warp 0) selected"/>
          <p:cNvSpPr/>
          <p:nvPr/>
        </p:nvSpPr>
        <p:spPr>
          <a:xfrm>
            <a:off x="781812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4" name="Thread 25 (block 1, warp 0) selected"/>
          <p:cNvSpPr/>
          <p:nvPr/>
        </p:nvSpPr>
        <p:spPr>
          <a:xfrm>
            <a:off x="827532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5" name="Thread 26 (block 1, warp 0) selected"/>
          <p:cNvSpPr/>
          <p:nvPr/>
        </p:nvSpPr>
        <p:spPr>
          <a:xfrm>
            <a:off x="873252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6" name="Thread 27 (block 1, warp 0) selected"/>
          <p:cNvSpPr/>
          <p:nvPr/>
        </p:nvSpPr>
        <p:spPr>
          <a:xfrm>
            <a:off x="918972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7" name="Thread 28 (block 1, warp 0) selected"/>
          <p:cNvSpPr/>
          <p:nvPr/>
        </p:nvSpPr>
        <p:spPr>
          <a:xfrm>
            <a:off x="964692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8" name="Thread 29 (block 1, warp 0) selected"/>
          <p:cNvSpPr/>
          <p:nvPr/>
        </p:nvSpPr>
        <p:spPr>
          <a:xfrm>
            <a:off x="1010412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9" name="Thread 30 (block 1, warp 0) selected"/>
          <p:cNvSpPr/>
          <p:nvPr/>
        </p:nvSpPr>
        <p:spPr>
          <a:xfrm>
            <a:off x="1056132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0" name="Thread 31 (block 1, warp 0) selected"/>
          <p:cNvSpPr/>
          <p:nvPr/>
        </p:nvSpPr>
        <p:spPr>
          <a:xfrm>
            <a:off x="1101852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1" name="Thread 32 (block 1, warp 1)"/>
          <p:cNvSpPr/>
          <p:nvPr/>
        </p:nvSpPr>
        <p:spPr>
          <a:xfrm>
            <a:off x="78181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2" name="Thread 33 (block 1, warp 1)"/>
          <p:cNvSpPr/>
          <p:nvPr/>
        </p:nvSpPr>
        <p:spPr>
          <a:xfrm>
            <a:off x="82753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3" name="Thread 34 (block 1, warp 1)"/>
          <p:cNvSpPr/>
          <p:nvPr/>
        </p:nvSpPr>
        <p:spPr>
          <a:xfrm>
            <a:off x="87325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4" name="Thread 35 (block 1, warp 1)"/>
          <p:cNvSpPr/>
          <p:nvPr/>
        </p:nvSpPr>
        <p:spPr>
          <a:xfrm>
            <a:off x="91897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5" name="Thread 36 (block 1, warp 1)"/>
          <p:cNvSpPr/>
          <p:nvPr/>
        </p:nvSpPr>
        <p:spPr>
          <a:xfrm>
            <a:off x="96469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6" name="Thread 37 (block 1, warp 1)"/>
          <p:cNvSpPr/>
          <p:nvPr/>
        </p:nvSpPr>
        <p:spPr>
          <a:xfrm>
            <a:off x="101041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7" name="Thread 38 (block 1, warp 1)"/>
          <p:cNvSpPr/>
          <p:nvPr/>
        </p:nvSpPr>
        <p:spPr>
          <a:xfrm>
            <a:off x="105613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8" name="Thread 39 (block 1, warp 1)"/>
          <p:cNvSpPr/>
          <p:nvPr/>
        </p:nvSpPr>
        <p:spPr>
          <a:xfrm>
            <a:off x="110185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79" name="Thread 40 (block 1, warp 1)"/>
          <p:cNvSpPr/>
          <p:nvPr/>
        </p:nvSpPr>
        <p:spPr>
          <a:xfrm>
            <a:off x="78181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0" name="Thread 41 (block 1, warp 1)"/>
          <p:cNvSpPr/>
          <p:nvPr/>
        </p:nvSpPr>
        <p:spPr>
          <a:xfrm>
            <a:off x="82753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1" name="Thread 42 (block 1, warp 1)"/>
          <p:cNvSpPr/>
          <p:nvPr/>
        </p:nvSpPr>
        <p:spPr>
          <a:xfrm>
            <a:off x="87325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2" name="Thread 43 (block 1, warp 1)"/>
          <p:cNvSpPr/>
          <p:nvPr/>
        </p:nvSpPr>
        <p:spPr>
          <a:xfrm>
            <a:off x="91897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3" name="Thread 44 (block 1, warp 1)"/>
          <p:cNvSpPr/>
          <p:nvPr/>
        </p:nvSpPr>
        <p:spPr>
          <a:xfrm>
            <a:off x="96469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4" name="Thread 45 (block 1, warp 1)"/>
          <p:cNvSpPr/>
          <p:nvPr/>
        </p:nvSpPr>
        <p:spPr>
          <a:xfrm>
            <a:off x="101041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5" name="Thread 46 (block 1, warp 1)"/>
          <p:cNvSpPr/>
          <p:nvPr/>
        </p:nvSpPr>
        <p:spPr>
          <a:xfrm>
            <a:off x="105613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6" name="Thread 47 (block 1, warp 1)"/>
          <p:cNvSpPr/>
          <p:nvPr/>
        </p:nvSpPr>
        <p:spPr>
          <a:xfrm>
            <a:off x="110185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7" name="Thread 48 (block 1, warp 1)"/>
          <p:cNvSpPr/>
          <p:nvPr/>
        </p:nvSpPr>
        <p:spPr>
          <a:xfrm>
            <a:off x="78181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8" name="Thread 49 (block 1, warp 1)"/>
          <p:cNvSpPr/>
          <p:nvPr/>
        </p:nvSpPr>
        <p:spPr>
          <a:xfrm>
            <a:off x="82753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9" name="Thread 50 (block 1, warp 1)"/>
          <p:cNvSpPr/>
          <p:nvPr/>
        </p:nvSpPr>
        <p:spPr>
          <a:xfrm>
            <a:off x="87325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0" name="Thread 51 (block 1, warp 1)"/>
          <p:cNvSpPr/>
          <p:nvPr/>
        </p:nvSpPr>
        <p:spPr>
          <a:xfrm>
            <a:off x="91897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1" name="Thread 52 (block 1, warp 1)"/>
          <p:cNvSpPr/>
          <p:nvPr/>
        </p:nvSpPr>
        <p:spPr>
          <a:xfrm>
            <a:off x="96469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2" name="Thread 53 (block 1, warp 1)"/>
          <p:cNvSpPr/>
          <p:nvPr/>
        </p:nvSpPr>
        <p:spPr>
          <a:xfrm>
            <a:off x="101041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3" name="Thread 54 (block 1, warp 1)"/>
          <p:cNvSpPr/>
          <p:nvPr/>
        </p:nvSpPr>
        <p:spPr>
          <a:xfrm>
            <a:off x="105613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4" name="Thread 55 (block 1, warp 1)"/>
          <p:cNvSpPr/>
          <p:nvPr/>
        </p:nvSpPr>
        <p:spPr>
          <a:xfrm>
            <a:off x="110185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5" name="Thread 56 (block 1, warp 1)"/>
          <p:cNvSpPr/>
          <p:nvPr/>
        </p:nvSpPr>
        <p:spPr>
          <a:xfrm>
            <a:off x="78181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6" name="Thread 57 (block 1, warp 1)"/>
          <p:cNvSpPr/>
          <p:nvPr/>
        </p:nvSpPr>
        <p:spPr>
          <a:xfrm>
            <a:off x="82753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7" name="Thread 58 (block 1, warp 1)"/>
          <p:cNvSpPr/>
          <p:nvPr/>
        </p:nvSpPr>
        <p:spPr>
          <a:xfrm>
            <a:off x="87325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8" name="Thread 59 (block 1, warp 1)"/>
          <p:cNvSpPr/>
          <p:nvPr/>
        </p:nvSpPr>
        <p:spPr>
          <a:xfrm>
            <a:off x="91897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9" name="Thread 60 (block 1, warp 1)"/>
          <p:cNvSpPr/>
          <p:nvPr/>
        </p:nvSpPr>
        <p:spPr>
          <a:xfrm>
            <a:off x="96469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0" name="Thread 61 (block 1, warp 1)"/>
          <p:cNvSpPr/>
          <p:nvPr/>
        </p:nvSpPr>
        <p:spPr>
          <a:xfrm>
            <a:off x="101041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1" name="Thread 62 (block 1, warp 1)"/>
          <p:cNvSpPr/>
          <p:nvPr/>
        </p:nvSpPr>
        <p:spPr>
          <a:xfrm>
            <a:off x="105613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2" name="Thread 63 (block 1, warp 1)"/>
          <p:cNvSpPr/>
          <p:nvPr/>
        </p:nvSpPr>
        <p:spPr>
          <a:xfrm>
            <a:off x="110185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3" name="Thread 64 (block 1, warp 2) selected"/>
          <p:cNvSpPr/>
          <p:nvPr/>
        </p:nvSpPr>
        <p:spPr>
          <a:xfrm>
            <a:off x="781812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4" name="Thread 65 (block 1, warp 2) selected"/>
          <p:cNvSpPr/>
          <p:nvPr/>
        </p:nvSpPr>
        <p:spPr>
          <a:xfrm>
            <a:off x="827532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5" name="Thread 66 (block 1, warp 2) selected"/>
          <p:cNvSpPr/>
          <p:nvPr/>
        </p:nvSpPr>
        <p:spPr>
          <a:xfrm>
            <a:off x="873252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6" name="Thread 67 (block 1, warp 2) selected"/>
          <p:cNvSpPr/>
          <p:nvPr/>
        </p:nvSpPr>
        <p:spPr>
          <a:xfrm>
            <a:off x="918972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7" name="Thread 68 (block 1, warp 2) selected"/>
          <p:cNvSpPr/>
          <p:nvPr/>
        </p:nvSpPr>
        <p:spPr>
          <a:xfrm>
            <a:off x="964692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8" name="Thread 69 (block 1, warp 2) selected"/>
          <p:cNvSpPr/>
          <p:nvPr/>
        </p:nvSpPr>
        <p:spPr>
          <a:xfrm>
            <a:off x="1010412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9" name="Thread 70 (block 1, warp 2) selected"/>
          <p:cNvSpPr/>
          <p:nvPr/>
        </p:nvSpPr>
        <p:spPr>
          <a:xfrm>
            <a:off x="1056132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0" name="Thread 71 (block 1, warp 2) selected"/>
          <p:cNvSpPr/>
          <p:nvPr/>
        </p:nvSpPr>
        <p:spPr>
          <a:xfrm>
            <a:off x="1101852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1" name="Thread 72 (block 1, warp 2) selected"/>
          <p:cNvSpPr/>
          <p:nvPr/>
        </p:nvSpPr>
        <p:spPr>
          <a:xfrm>
            <a:off x="781812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2" name="Thread 73 (block 1, warp 2) selected"/>
          <p:cNvSpPr/>
          <p:nvPr/>
        </p:nvSpPr>
        <p:spPr>
          <a:xfrm>
            <a:off x="827532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3" name="Thread 74 (block 1, warp 2) selected"/>
          <p:cNvSpPr/>
          <p:nvPr/>
        </p:nvSpPr>
        <p:spPr>
          <a:xfrm>
            <a:off x="873252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4" name="Thread 75 (block 1, warp 2) selected"/>
          <p:cNvSpPr/>
          <p:nvPr/>
        </p:nvSpPr>
        <p:spPr>
          <a:xfrm>
            <a:off x="918972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5" name="Thread 76 (block 1, warp 2) selected"/>
          <p:cNvSpPr/>
          <p:nvPr/>
        </p:nvSpPr>
        <p:spPr>
          <a:xfrm>
            <a:off x="964692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6" name="Thread 77 (block 1, warp 2) selected"/>
          <p:cNvSpPr/>
          <p:nvPr/>
        </p:nvSpPr>
        <p:spPr>
          <a:xfrm>
            <a:off x="1010412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7" name="Thread 78 (block 1, warp 2) selected"/>
          <p:cNvSpPr/>
          <p:nvPr/>
        </p:nvSpPr>
        <p:spPr>
          <a:xfrm>
            <a:off x="1056132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8" name="Thread 79 (block 1, warp 2) selected"/>
          <p:cNvSpPr/>
          <p:nvPr/>
        </p:nvSpPr>
        <p:spPr>
          <a:xfrm>
            <a:off x="1101852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9" name="Thread 80 (block 1, warp 2) selected"/>
          <p:cNvSpPr/>
          <p:nvPr/>
        </p:nvSpPr>
        <p:spPr>
          <a:xfrm>
            <a:off x="781812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0" name="Thread 81 (block 1, warp 2) selected"/>
          <p:cNvSpPr/>
          <p:nvPr/>
        </p:nvSpPr>
        <p:spPr>
          <a:xfrm>
            <a:off x="827532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1" name="Thread 82 (block 1, warp 2) selected"/>
          <p:cNvSpPr/>
          <p:nvPr/>
        </p:nvSpPr>
        <p:spPr>
          <a:xfrm>
            <a:off x="873252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2" name="Thread 83 (block 1, warp 2) selected"/>
          <p:cNvSpPr/>
          <p:nvPr/>
        </p:nvSpPr>
        <p:spPr>
          <a:xfrm>
            <a:off x="918972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3" name="Thread 84 (block 1, warp 2) selected"/>
          <p:cNvSpPr/>
          <p:nvPr/>
        </p:nvSpPr>
        <p:spPr>
          <a:xfrm>
            <a:off x="964692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4" name="Thread 85 (block 1, warp 2) selected"/>
          <p:cNvSpPr/>
          <p:nvPr/>
        </p:nvSpPr>
        <p:spPr>
          <a:xfrm>
            <a:off x="1010412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5" name="Thread 86 (block 1, warp 2) selected"/>
          <p:cNvSpPr/>
          <p:nvPr/>
        </p:nvSpPr>
        <p:spPr>
          <a:xfrm>
            <a:off x="1056132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6" name="Thread 87 (block 1, warp 2) selected"/>
          <p:cNvSpPr/>
          <p:nvPr/>
        </p:nvSpPr>
        <p:spPr>
          <a:xfrm>
            <a:off x="1101852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7" name="Thread 88 (block 1, warp 2) selected"/>
          <p:cNvSpPr/>
          <p:nvPr/>
        </p:nvSpPr>
        <p:spPr>
          <a:xfrm>
            <a:off x="781812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8" name="Thread 89 (block 1, warp 2) selected"/>
          <p:cNvSpPr/>
          <p:nvPr/>
        </p:nvSpPr>
        <p:spPr>
          <a:xfrm>
            <a:off x="827532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9" name="Thread 90 (block 1, warp 2) selected"/>
          <p:cNvSpPr/>
          <p:nvPr/>
        </p:nvSpPr>
        <p:spPr>
          <a:xfrm>
            <a:off x="873252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0" name="Thread 91 (block 1, warp 2) selected"/>
          <p:cNvSpPr/>
          <p:nvPr/>
        </p:nvSpPr>
        <p:spPr>
          <a:xfrm>
            <a:off x="918972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1" name="Thread 92 (block 1, warp 2) selected"/>
          <p:cNvSpPr/>
          <p:nvPr/>
        </p:nvSpPr>
        <p:spPr>
          <a:xfrm>
            <a:off x="964692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2" name="Thread 93 (block 1, warp 2) selected"/>
          <p:cNvSpPr/>
          <p:nvPr/>
        </p:nvSpPr>
        <p:spPr>
          <a:xfrm>
            <a:off x="1010412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3" name="Thread 94 (block 1, warp 2) selected"/>
          <p:cNvSpPr/>
          <p:nvPr/>
        </p:nvSpPr>
        <p:spPr>
          <a:xfrm>
            <a:off x="1056132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4" name="Thread 95 (block 1, warp 2) selected"/>
          <p:cNvSpPr/>
          <p:nvPr/>
        </p:nvSpPr>
        <p:spPr>
          <a:xfrm>
            <a:off x="1101852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5" name="Thread 96 (block 1, warp 3)"/>
          <p:cNvSpPr/>
          <p:nvPr/>
        </p:nvSpPr>
        <p:spPr>
          <a:xfrm>
            <a:off x="78181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6" name="Thread 97 (block 1, warp 3)"/>
          <p:cNvSpPr/>
          <p:nvPr/>
        </p:nvSpPr>
        <p:spPr>
          <a:xfrm>
            <a:off x="82753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7" name="Thread 98 (block 1, warp 3)"/>
          <p:cNvSpPr/>
          <p:nvPr/>
        </p:nvSpPr>
        <p:spPr>
          <a:xfrm>
            <a:off x="87325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8" name="Thread 99 (block 1, warp 3)"/>
          <p:cNvSpPr/>
          <p:nvPr/>
        </p:nvSpPr>
        <p:spPr>
          <a:xfrm>
            <a:off x="91897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39" name="Thread 100 (block 1, warp 3)"/>
          <p:cNvSpPr/>
          <p:nvPr/>
        </p:nvSpPr>
        <p:spPr>
          <a:xfrm>
            <a:off x="96469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0" name="Thread 101 (block 1, warp 3)"/>
          <p:cNvSpPr/>
          <p:nvPr/>
        </p:nvSpPr>
        <p:spPr>
          <a:xfrm>
            <a:off x="101041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1" name="Thread 102 (block 1, warp 3)"/>
          <p:cNvSpPr/>
          <p:nvPr/>
        </p:nvSpPr>
        <p:spPr>
          <a:xfrm>
            <a:off x="105613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2" name="Thread 103 (block 1, warp 3)"/>
          <p:cNvSpPr/>
          <p:nvPr/>
        </p:nvSpPr>
        <p:spPr>
          <a:xfrm>
            <a:off x="110185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3" name="Thread 104 (block 1, warp 3)"/>
          <p:cNvSpPr/>
          <p:nvPr/>
        </p:nvSpPr>
        <p:spPr>
          <a:xfrm>
            <a:off x="78181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4" name="Thread 105 (block 1, warp 3)"/>
          <p:cNvSpPr/>
          <p:nvPr/>
        </p:nvSpPr>
        <p:spPr>
          <a:xfrm>
            <a:off x="82753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5" name="Thread 106 (block 1, warp 3)"/>
          <p:cNvSpPr/>
          <p:nvPr/>
        </p:nvSpPr>
        <p:spPr>
          <a:xfrm>
            <a:off x="87325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6" name="Thread 107 (block 1, warp 3)"/>
          <p:cNvSpPr/>
          <p:nvPr/>
        </p:nvSpPr>
        <p:spPr>
          <a:xfrm>
            <a:off x="91897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7" name="Thread 108 (block 1, warp 3)"/>
          <p:cNvSpPr/>
          <p:nvPr/>
        </p:nvSpPr>
        <p:spPr>
          <a:xfrm>
            <a:off x="96469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8" name="Thread 109 (block 1, warp 3)"/>
          <p:cNvSpPr/>
          <p:nvPr/>
        </p:nvSpPr>
        <p:spPr>
          <a:xfrm>
            <a:off x="101041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49" name="Thread 110 (block 1, warp 3)"/>
          <p:cNvSpPr/>
          <p:nvPr/>
        </p:nvSpPr>
        <p:spPr>
          <a:xfrm>
            <a:off x="105613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0" name="Thread 111 (block 1, warp 3)"/>
          <p:cNvSpPr/>
          <p:nvPr/>
        </p:nvSpPr>
        <p:spPr>
          <a:xfrm>
            <a:off x="110185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1" name="Thread 112 (block 1, warp 3)"/>
          <p:cNvSpPr/>
          <p:nvPr/>
        </p:nvSpPr>
        <p:spPr>
          <a:xfrm>
            <a:off x="78181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2" name="Thread 113 (block 1, warp 3)"/>
          <p:cNvSpPr/>
          <p:nvPr/>
        </p:nvSpPr>
        <p:spPr>
          <a:xfrm>
            <a:off x="82753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3" name="Thread 114 (block 1, warp 3)"/>
          <p:cNvSpPr/>
          <p:nvPr/>
        </p:nvSpPr>
        <p:spPr>
          <a:xfrm>
            <a:off x="87325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4" name="Thread 115 (block 1, warp 3)"/>
          <p:cNvSpPr/>
          <p:nvPr/>
        </p:nvSpPr>
        <p:spPr>
          <a:xfrm>
            <a:off x="91897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5" name="Thread 116 (block 1, warp 3)"/>
          <p:cNvSpPr/>
          <p:nvPr/>
        </p:nvSpPr>
        <p:spPr>
          <a:xfrm>
            <a:off x="96469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6" name="Thread 117 (block 1, warp 3)"/>
          <p:cNvSpPr/>
          <p:nvPr/>
        </p:nvSpPr>
        <p:spPr>
          <a:xfrm>
            <a:off x="101041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7" name="Thread 118 (block 1, warp 3)"/>
          <p:cNvSpPr/>
          <p:nvPr/>
        </p:nvSpPr>
        <p:spPr>
          <a:xfrm>
            <a:off x="105613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8" name="Thread 119 (block 1, warp 3)"/>
          <p:cNvSpPr/>
          <p:nvPr/>
        </p:nvSpPr>
        <p:spPr>
          <a:xfrm>
            <a:off x="110185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9" name="Thread 120 (block 1, warp 3)"/>
          <p:cNvSpPr/>
          <p:nvPr/>
        </p:nvSpPr>
        <p:spPr>
          <a:xfrm>
            <a:off x="78181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0" name="Thread 121 (block 1, warp 3)"/>
          <p:cNvSpPr/>
          <p:nvPr/>
        </p:nvSpPr>
        <p:spPr>
          <a:xfrm>
            <a:off x="82753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1" name="Thread 122 (block 1, warp 3)"/>
          <p:cNvSpPr/>
          <p:nvPr/>
        </p:nvSpPr>
        <p:spPr>
          <a:xfrm>
            <a:off x="87325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2" name="Thread 123 (block 1, warp 3)"/>
          <p:cNvSpPr/>
          <p:nvPr/>
        </p:nvSpPr>
        <p:spPr>
          <a:xfrm>
            <a:off x="91897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3" name="Thread 124 (block 1, warp 3)"/>
          <p:cNvSpPr/>
          <p:nvPr/>
        </p:nvSpPr>
        <p:spPr>
          <a:xfrm>
            <a:off x="96469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4" name="Thread 125 (block 1, warp 3)"/>
          <p:cNvSpPr/>
          <p:nvPr/>
        </p:nvSpPr>
        <p:spPr>
          <a:xfrm>
            <a:off x="101041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5" name="Thread 126 (block 1, warp 3)"/>
          <p:cNvSpPr/>
          <p:nvPr/>
        </p:nvSpPr>
        <p:spPr>
          <a:xfrm>
            <a:off x="105613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6" name="Thread 127 (block 1, warp 3)"/>
          <p:cNvSpPr/>
          <p:nvPr/>
        </p:nvSpPr>
        <p:spPr>
          <a:xfrm>
            <a:off x="110185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7" name="No upper boundary specified"/>
          <p:cNvSpPr/>
          <p:nvPr/>
        </p:nvSpPr>
        <p:spPr>
          <a:xfrm>
            <a:off x="2057400" y="17167860"/>
            <a:ext cx="10012680" cy="7086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780" b="0">
                <a:solidFill>
                  <a:schemeClr val="dk2"/>
                </a:solidFill>
                <a:latin typeface="NVIDIA Sans"/>
              </a:rPr>
              <a:t xml:space="preserve">No upper boundary specified</a:t>
            </a:r>
          </a:p>
        </p:txBody>
      </p:sp>
      <p:sp>
        <p:nvSpPr>
          <p:cNvPr id="268" name="Threads across both blocks"/>
          <p:cNvSpPr/>
          <p:nvPr/>
        </p:nvSpPr>
        <p:spPr>
          <a:xfrm>
            <a:off x="2057400" y="18013680"/>
            <a:ext cx="1001268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Threads across both blocks</a:t>
            </a:r>
          </a:p>
        </p:txBody>
      </p:sp>
      <p:sp>
        <p:nvSpPr>
          <p:cNvPr id="269" name="Shape"/>
          <p:cNvSpPr/>
          <p:nvPr/>
        </p:nvSpPr>
        <p:spPr>
          <a:xfrm>
            <a:off x="13030200" y="544068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270" name="CTK’s&#10;Cooperative Groups"/>
          <p:cNvSpPr/>
          <p:nvPr/>
        </p:nvSpPr>
        <p:spPr>
          <a:xfrm>
            <a:off x="13533120" y="6080760"/>
            <a:ext cx="9715500" cy="1828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CTK’s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Cooperative Groups</a:t>
            </a:r>
          </a:p>
        </p:txBody>
      </p:sp>
      <p:sp>
        <p:nvSpPr>
          <p:cNvPr id="271" name="Block 0"/>
          <p:cNvSpPr/>
          <p:nvPr/>
        </p:nvSpPr>
        <p:spPr>
          <a:xfrm>
            <a:off x="1353312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0</a:t>
            </a:r>
          </a:p>
        </p:txBody>
      </p:sp>
      <p:sp>
        <p:nvSpPr>
          <p:cNvPr id="272" name="Block 0: 128 threads"/>
          <p:cNvSpPr/>
          <p:nvPr/>
        </p:nvSpPr>
        <p:spPr>
          <a:xfrm>
            <a:off x="1353312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273" name="Upper boundary: block 0"/>
          <p:cNvSpPr/>
          <p:nvPr/>
        </p:nvSpPr>
        <p:spPr>
          <a:xfrm>
            <a:off x="13373100" y="8595360"/>
            <a:ext cx="4434840" cy="8092440"/>
          </a:xfrm>
          <a:prstGeom prst="roundRect">
            <a:avLst>
              <a:gd name="adj" fmla="val 6000"/>
            </a:avLst>
          </a:prstGeom>
          <a:noFill/>
          <a:ln w="57150">
            <a:solidFill>
              <a:schemeClr val="dk2"/>
            </a:solidFill>
            <a:prstDash val="dash"/>
          </a:ln>
        </p:spPr>
      </p:sp>
      <p:sp>
        <p:nvSpPr>
          <p:cNvPr id="274" name="Thread 0 (block 0, warp 0) selected"/>
          <p:cNvSpPr/>
          <p:nvPr/>
        </p:nvSpPr>
        <p:spPr>
          <a:xfrm>
            <a:off x="138531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5" name="Thread 1 (block 0, warp 0) selected"/>
          <p:cNvSpPr/>
          <p:nvPr/>
        </p:nvSpPr>
        <p:spPr>
          <a:xfrm>
            <a:off x="143103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6" name="Thread 2 (block 0, warp 0) selected"/>
          <p:cNvSpPr/>
          <p:nvPr/>
        </p:nvSpPr>
        <p:spPr>
          <a:xfrm>
            <a:off x="147675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7" name="Thread 3 (block 0, warp 0) selected"/>
          <p:cNvSpPr/>
          <p:nvPr/>
        </p:nvSpPr>
        <p:spPr>
          <a:xfrm>
            <a:off x="152247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8" name="Thread 4 (block 0, warp 0) selected"/>
          <p:cNvSpPr/>
          <p:nvPr/>
        </p:nvSpPr>
        <p:spPr>
          <a:xfrm>
            <a:off x="156819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9" name="Thread 5 (block 0, warp 0) selected"/>
          <p:cNvSpPr/>
          <p:nvPr/>
        </p:nvSpPr>
        <p:spPr>
          <a:xfrm>
            <a:off x="161391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0" name="Thread 6 (block 0, warp 0) selected"/>
          <p:cNvSpPr/>
          <p:nvPr/>
        </p:nvSpPr>
        <p:spPr>
          <a:xfrm>
            <a:off x="165963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1" name="Thread 7 (block 0, warp 0) selected"/>
          <p:cNvSpPr/>
          <p:nvPr/>
        </p:nvSpPr>
        <p:spPr>
          <a:xfrm>
            <a:off x="170535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2" name="Thread 8 (block 0, warp 0) selected"/>
          <p:cNvSpPr/>
          <p:nvPr/>
        </p:nvSpPr>
        <p:spPr>
          <a:xfrm>
            <a:off x="138531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3" name="Thread 9 (block 0, warp 0) selected"/>
          <p:cNvSpPr/>
          <p:nvPr/>
        </p:nvSpPr>
        <p:spPr>
          <a:xfrm>
            <a:off x="143103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4" name="Thread 10 (block 0, warp 0) selected"/>
          <p:cNvSpPr/>
          <p:nvPr/>
        </p:nvSpPr>
        <p:spPr>
          <a:xfrm>
            <a:off x="147675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5" name="Thread 11 (block 0, warp 0) selected"/>
          <p:cNvSpPr/>
          <p:nvPr/>
        </p:nvSpPr>
        <p:spPr>
          <a:xfrm>
            <a:off x="152247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6" name="Thread 12 (block 0, warp 0) selected"/>
          <p:cNvSpPr/>
          <p:nvPr/>
        </p:nvSpPr>
        <p:spPr>
          <a:xfrm>
            <a:off x="156819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7" name="Thread 13 (block 0, warp 0) selected"/>
          <p:cNvSpPr/>
          <p:nvPr/>
        </p:nvSpPr>
        <p:spPr>
          <a:xfrm>
            <a:off x="161391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8" name="Thread 14 (block 0, warp 0) selected"/>
          <p:cNvSpPr/>
          <p:nvPr/>
        </p:nvSpPr>
        <p:spPr>
          <a:xfrm>
            <a:off x="165963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9" name="Thread 15 (block 0, warp 0) selected"/>
          <p:cNvSpPr/>
          <p:nvPr/>
        </p:nvSpPr>
        <p:spPr>
          <a:xfrm>
            <a:off x="170535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0" name="Thread 16 (block 0, warp 0) selected"/>
          <p:cNvSpPr/>
          <p:nvPr/>
        </p:nvSpPr>
        <p:spPr>
          <a:xfrm>
            <a:off x="138531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1" name="Thread 17 (block 0, warp 0) selected"/>
          <p:cNvSpPr/>
          <p:nvPr/>
        </p:nvSpPr>
        <p:spPr>
          <a:xfrm>
            <a:off x="143103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2" name="Thread 18 (block 0, warp 0) selected"/>
          <p:cNvSpPr/>
          <p:nvPr/>
        </p:nvSpPr>
        <p:spPr>
          <a:xfrm>
            <a:off x="147675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3" name="Thread 19 (block 0, warp 0) selected"/>
          <p:cNvSpPr/>
          <p:nvPr/>
        </p:nvSpPr>
        <p:spPr>
          <a:xfrm>
            <a:off x="152247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4" name="Thread 20 (block 0, warp 0) selected"/>
          <p:cNvSpPr/>
          <p:nvPr/>
        </p:nvSpPr>
        <p:spPr>
          <a:xfrm>
            <a:off x="156819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5" name="Thread 21 (block 0, warp 0) selected"/>
          <p:cNvSpPr/>
          <p:nvPr/>
        </p:nvSpPr>
        <p:spPr>
          <a:xfrm>
            <a:off x="161391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6" name="Thread 22 (block 0, warp 0) selected"/>
          <p:cNvSpPr/>
          <p:nvPr/>
        </p:nvSpPr>
        <p:spPr>
          <a:xfrm>
            <a:off x="165963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7" name="Thread 23 (block 0, warp 0) selected"/>
          <p:cNvSpPr/>
          <p:nvPr/>
        </p:nvSpPr>
        <p:spPr>
          <a:xfrm>
            <a:off x="170535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8" name="Thread 24 (block 0, warp 0) selected"/>
          <p:cNvSpPr/>
          <p:nvPr/>
        </p:nvSpPr>
        <p:spPr>
          <a:xfrm>
            <a:off x="138531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9" name="Thread 25 (block 0, warp 0) selected"/>
          <p:cNvSpPr/>
          <p:nvPr/>
        </p:nvSpPr>
        <p:spPr>
          <a:xfrm>
            <a:off x="143103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0" name="Thread 26 (block 0, warp 0) selected"/>
          <p:cNvSpPr/>
          <p:nvPr/>
        </p:nvSpPr>
        <p:spPr>
          <a:xfrm>
            <a:off x="147675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1" name="Thread 27 (block 0, warp 0) selected"/>
          <p:cNvSpPr/>
          <p:nvPr/>
        </p:nvSpPr>
        <p:spPr>
          <a:xfrm>
            <a:off x="152247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2" name="Thread 28 (block 0, warp 0) selected"/>
          <p:cNvSpPr/>
          <p:nvPr/>
        </p:nvSpPr>
        <p:spPr>
          <a:xfrm>
            <a:off x="156819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3" name="Thread 29 (block 0, warp 0) selected"/>
          <p:cNvSpPr/>
          <p:nvPr/>
        </p:nvSpPr>
        <p:spPr>
          <a:xfrm>
            <a:off x="161391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4" name="Thread 30 (block 0, warp 0) selected"/>
          <p:cNvSpPr/>
          <p:nvPr/>
        </p:nvSpPr>
        <p:spPr>
          <a:xfrm>
            <a:off x="165963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5" name="Thread 31 (block 0, warp 0) selected"/>
          <p:cNvSpPr/>
          <p:nvPr/>
        </p:nvSpPr>
        <p:spPr>
          <a:xfrm>
            <a:off x="170535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6" name="Thread 32 (block 0, warp 1)"/>
          <p:cNvSpPr/>
          <p:nvPr/>
        </p:nvSpPr>
        <p:spPr>
          <a:xfrm>
            <a:off x="138531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7" name="Thread 33 (block 0, warp 1)"/>
          <p:cNvSpPr/>
          <p:nvPr/>
        </p:nvSpPr>
        <p:spPr>
          <a:xfrm>
            <a:off x="143103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8" name="Thread 34 (block 0, warp 1)"/>
          <p:cNvSpPr/>
          <p:nvPr/>
        </p:nvSpPr>
        <p:spPr>
          <a:xfrm>
            <a:off x="147675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09" name="Thread 35 (block 0, warp 1)"/>
          <p:cNvSpPr/>
          <p:nvPr/>
        </p:nvSpPr>
        <p:spPr>
          <a:xfrm>
            <a:off x="152247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0" name="Thread 36 (block 0, warp 1)"/>
          <p:cNvSpPr/>
          <p:nvPr/>
        </p:nvSpPr>
        <p:spPr>
          <a:xfrm>
            <a:off x="156819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1" name="Thread 37 (block 0, warp 1)"/>
          <p:cNvSpPr/>
          <p:nvPr/>
        </p:nvSpPr>
        <p:spPr>
          <a:xfrm>
            <a:off x="161391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2" name="Thread 38 (block 0, warp 1)"/>
          <p:cNvSpPr/>
          <p:nvPr/>
        </p:nvSpPr>
        <p:spPr>
          <a:xfrm>
            <a:off x="165963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3" name="Thread 39 (block 0, warp 1)"/>
          <p:cNvSpPr/>
          <p:nvPr/>
        </p:nvSpPr>
        <p:spPr>
          <a:xfrm>
            <a:off x="170535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4" name="Thread 40 (block 0, warp 1)"/>
          <p:cNvSpPr/>
          <p:nvPr/>
        </p:nvSpPr>
        <p:spPr>
          <a:xfrm>
            <a:off x="138531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5" name="Thread 41 (block 0, warp 1)"/>
          <p:cNvSpPr/>
          <p:nvPr/>
        </p:nvSpPr>
        <p:spPr>
          <a:xfrm>
            <a:off x="143103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6" name="Thread 42 (block 0, warp 1)"/>
          <p:cNvSpPr/>
          <p:nvPr/>
        </p:nvSpPr>
        <p:spPr>
          <a:xfrm>
            <a:off x="147675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7" name="Thread 43 (block 0, warp 1)"/>
          <p:cNvSpPr/>
          <p:nvPr/>
        </p:nvSpPr>
        <p:spPr>
          <a:xfrm>
            <a:off x="152247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8" name="Thread 44 (block 0, warp 1)"/>
          <p:cNvSpPr/>
          <p:nvPr/>
        </p:nvSpPr>
        <p:spPr>
          <a:xfrm>
            <a:off x="156819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19" name="Thread 45 (block 0, warp 1)"/>
          <p:cNvSpPr/>
          <p:nvPr/>
        </p:nvSpPr>
        <p:spPr>
          <a:xfrm>
            <a:off x="161391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0" name="Thread 46 (block 0, warp 1)"/>
          <p:cNvSpPr/>
          <p:nvPr/>
        </p:nvSpPr>
        <p:spPr>
          <a:xfrm>
            <a:off x="165963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1" name="Thread 47 (block 0, warp 1)"/>
          <p:cNvSpPr/>
          <p:nvPr/>
        </p:nvSpPr>
        <p:spPr>
          <a:xfrm>
            <a:off x="170535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2" name="Thread 48 (block 0, warp 1)"/>
          <p:cNvSpPr/>
          <p:nvPr/>
        </p:nvSpPr>
        <p:spPr>
          <a:xfrm>
            <a:off x="138531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3" name="Thread 49 (block 0, warp 1)"/>
          <p:cNvSpPr/>
          <p:nvPr/>
        </p:nvSpPr>
        <p:spPr>
          <a:xfrm>
            <a:off x="143103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4" name="Thread 50 (block 0, warp 1)"/>
          <p:cNvSpPr/>
          <p:nvPr/>
        </p:nvSpPr>
        <p:spPr>
          <a:xfrm>
            <a:off x="147675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5" name="Thread 51 (block 0, warp 1)"/>
          <p:cNvSpPr/>
          <p:nvPr/>
        </p:nvSpPr>
        <p:spPr>
          <a:xfrm>
            <a:off x="152247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6" name="Thread 52 (block 0, warp 1)"/>
          <p:cNvSpPr/>
          <p:nvPr/>
        </p:nvSpPr>
        <p:spPr>
          <a:xfrm>
            <a:off x="156819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7" name="Thread 53 (block 0, warp 1)"/>
          <p:cNvSpPr/>
          <p:nvPr/>
        </p:nvSpPr>
        <p:spPr>
          <a:xfrm>
            <a:off x="161391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8" name="Thread 54 (block 0, warp 1)"/>
          <p:cNvSpPr/>
          <p:nvPr/>
        </p:nvSpPr>
        <p:spPr>
          <a:xfrm>
            <a:off x="165963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29" name="Thread 55 (block 0, warp 1)"/>
          <p:cNvSpPr/>
          <p:nvPr/>
        </p:nvSpPr>
        <p:spPr>
          <a:xfrm>
            <a:off x="170535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0" name="Thread 56 (block 0, warp 1)"/>
          <p:cNvSpPr/>
          <p:nvPr/>
        </p:nvSpPr>
        <p:spPr>
          <a:xfrm>
            <a:off x="138531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1" name="Thread 57 (block 0, warp 1)"/>
          <p:cNvSpPr/>
          <p:nvPr/>
        </p:nvSpPr>
        <p:spPr>
          <a:xfrm>
            <a:off x="143103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2" name="Thread 58 (block 0, warp 1)"/>
          <p:cNvSpPr/>
          <p:nvPr/>
        </p:nvSpPr>
        <p:spPr>
          <a:xfrm>
            <a:off x="147675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3" name="Thread 59 (block 0, warp 1)"/>
          <p:cNvSpPr/>
          <p:nvPr/>
        </p:nvSpPr>
        <p:spPr>
          <a:xfrm>
            <a:off x="152247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4" name="Thread 60 (block 0, warp 1)"/>
          <p:cNvSpPr/>
          <p:nvPr/>
        </p:nvSpPr>
        <p:spPr>
          <a:xfrm>
            <a:off x="156819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5" name="Thread 61 (block 0, warp 1)"/>
          <p:cNvSpPr/>
          <p:nvPr/>
        </p:nvSpPr>
        <p:spPr>
          <a:xfrm>
            <a:off x="161391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6" name="Thread 62 (block 0, warp 1)"/>
          <p:cNvSpPr/>
          <p:nvPr/>
        </p:nvSpPr>
        <p:spPr>
          <a:xfrm>
            <a:off x="165963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7" name="Thread 63 (block 0, warp 1)"/>
          <p:cNvSpPr/>
          <p:nvPr/>
        </p:nvSpPr>
        <p:spPr>
          <a:xfrm>
            <a:off x="170535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38" name="Thread 64 (block 0, warp 2) selected"/>
          <p:cNvSpPr/>
          <p:nvPr/>
        </p:nvSpPr>
        <p:spPr>
          <a:xfrm>
            <a:off x="138531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39" name="Thread 65 (block 0, warp 2) selected"/>
          <p:cNvSpPr/>
          <p:nvPr/>
        </p:nvSpPr>
        <p:spPr>
          <a:xfrm>
            <a:off x="143103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0" name="Thread 66 (block 0, warp 2) selected"/>
          <p:cNvSpPr/>
          <p:nvPr/>
        </p:nvSpPr>
        <p:spPr>
          <a:xfrm>
            <a:off x="147675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1" name="Thread 67 (block 0, warp 2) selected"/>
          <p:cNvSpPr/>
          <p:nvPr/>
        </p:nvSpPr>
        <p:spPr>
          <a:xfrm>
            <a:off x="152247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2" name="Thread 68 (block 0, warp 2) selected"/>
          <p:cNvSpPr/>
          <p:nvPr/>
        </p:nvSpPr>
        <p:spPr>
          <a:xfrm>
            <a:off x="156819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3" name="Thread 69 (block 0, warp 2) selected"/>
          <p:cNvSpPr/>
          <p:nvPr/>
        </p:nvSpPr>
        <p:spPr>
          <a:xfrm>
            <a:off x="161391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4" name="Thread 70 (block 0, warp 2) selected"/>
          <p:cNvSpPr/>
          <p:nvPr/>
        </p:nvSpPr>
        <p:spPr>
          <a:xfrm>
            <a:off x="165963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5" name="Thread 71 (block 0, warp 2) selected"/>
          <p:cNvSpPr/>
          <p:nvPr/>
        </p:nvSpPr>
        <p:spPr>
          <a:xfrm>
            <a:off x="170535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6" name="Thread 72 (block 0, warp 2) selected"/>
          <p:cNvSpPr/>
          <p:nvPr/>
        </p:nvSpPr>
        <p:spPr>
          <a:xfrm>
            <a:off x="138531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7" name="Thread 73 (block 0, warp 2) selected"/>
          <p:cNvSpPr/>
          <p:nvPr/>
        </p:nvSpPr>
        <p:spPr>
          <a:xfrm>
            <a:off x="143103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8" name="Thread 74 (block 0, warp 2) selected"/>
          <p:cNvSpPr/>
          <p:nvPr/>
        </p:nvSpPr>
        <p:spPr>
          <a:xfrm>
            <a:off x="147675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9" name="Thread 75 (block 0, warp 2) selected"/>
          <p:cNvSpPr/>
          <p:nvPr/>
        </p:nvSpPr>
        <p:spPr>
          <a:xfrm>
            <a:off x="152247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0" name="Thread 76 (block 0, warp 2) selected"/>
          <p:cNvSpPr/>
          <p:nvPr/>
        </p:nvSpPr>
        <p:spPr>
          <a:xfrm>
            <a:off x="156819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1" name="Thread 77 (block 0, warp 2) selected"/>
          <p:cNvSpPr/>
          <p:nvPr/>
        </p:nvSpPr>
        <p:spPr>
          <a:xfrm>
            <a:off x="161391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2" name="Thread 78 (block 0, warp 2) selected"/>
          <p:cNvSpPr/>
          <p:nvPr/>
        </p:nvSpPr>
        <p:spPr>
          <a:xfrm>
            <a:off x="165963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3" name="Thread 79 (block 0, warp 2) selected"/>
          <p:cNvSpPr/>
          <p:nvPr/>
        </p:nvSpPr>
        <p:spPr>
          <a:xfrm>
            <a:off x="170535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4" name="Thread 80 (block 0, warp 2) selected"/>
          <p:cNvSpPr/>
          <p:nvPr/>
        </p:nvSpPr>
        <p:spPr>
          <a:xfrm>
            <a:off x="138531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5" name="Thread 81 (block 0, warp 2) selected"/>
          <p:cNvSpPr/>
          <p:nvPr/>
        </p:nvSpPr>
        <p:spPr>
          <a:xfrm>
            <a:off x="143103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6" name="Thread 82 (block 0, warp 2) selected"/>
          <p:cNvSpPr/>
          <p:nvPr/>
        </p:nvSpPr>
        <p:spPr>
          <a:xfrm>
            <a:off x="147675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7" name="Thread 83 (block 0, warp 2) selected"/>
          <p:cNvSpPr/>
          <p:nvPr/>
        </p:nvSpPr>
        <p:spPr>
          <a:xfrm>
            <a:off x="152247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8" name="Thread 84 (block 0, warp 2) selected"/>
          <p:cNvSpPr/>
          <p:nvPr/>
        </p:nvSpPr>
        <p:spPr>
          <a:xfrm>
            <a:off x="156819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9" name="Thread 85 (block 0, warp 2) selected"/>
          <p:cNvSpPr/>
          <p:nvPr/>
        </p:nvSpPr>
        <p:spPr>
          <a:xfrm>
            <a:off x="161391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0" name="Thread 86 (block 0, warp 2) selected"/>
          <p:cNvSpPr/>
          <p:nvPr/>
        </p:nvSpPr>
        <p:spPr>
          <a:xfrm>
            <a:off x="165963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1" name="Thread 87 (block 0, warp 2) selected"/>
          <p:cNvSpPr/>
          <p:nvPr/>
        </p:nvSpPr>
        <p:spPr>
          <a:xfrm>
            <a:off x="170535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2" name="Thread 88 (block 0, warp 2) selected"/>
          <p:cNvSpPr/>
          <p:nvPr/>
        </p:nvSpPr>
        <p:spPr>
          <a:xfrm>
            <a:off x="138531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3" name="Thread 89 (block 0, warp 2) selected"/>
          <p:cNvSpPr/>
          <p:nvPr/>
        </p:nvSpPr>
        <p:spPr>
          <a:xfrm>
            <a:off x="143103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4" name="Thread 90 (block 0, warp 2) selected"/>
          <p:cNvSpPr/>
          <p:nvPr/>
        </p:nvSpPr>
        <p:spPr>
          <a:xfrm>
            <a:off x="147675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5" name="Thread 91 (block 0, warp 2) selected"/>
          <p:cNvSpPr/>
          <p:nvPr/>
        </p:nvSpPr>
        <p:spPr>
          <a:xfrm>
            <a:off x="152247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6" name="Thread 92 (block 0, warp 2) selected"/>
          <p:cNvSpPr/>
          <p:nvPr/>
        </p:nvSpPr>
        <p:spPr>
          <a:xfrm>
            <a:off x="156819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7" name="Thread 93 (block 0, warp 2) selected"/>
          <p:cNvSpPr/>
          <p:nvPr/>
        </p:nvSpPr>
        <p:spPr>
          <a:xfrm>
            <a:off x="161391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8" name="Thread 94 (block 0, warp 2) selected"/>
          <p:cNvSpPr/>
          <p:nvPr/>
        </p:nvSpPr>
        <p:spPr>
          <a:xfrm>
            <a:off x="165963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9" name="Thread 95 (block 0, warp 2) selected"/>
          <p:cNvSpPr/>
          <p:nvPr/>
        </p:nvSpPr>
        <p:spPr>
          <a:xfrm>
            <a:off x="170535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70" name="Thread 96 (block 0, warp 3)"/>
          <p:cNvSpPr/>
          <p:nvPr/>
        </p:nvSpPr>
        <p:spPr>
          <a:xfrm>
            <a:off x="138531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1" name="Thread 97 (block 0, warp 3)"/>
          <p:cNvSpPr/>
          <p:nvPr/>
        </p:nvSpPr>
        <p:spPr>
          <a:xfrm>
            <a:off x="143103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2" name="Thread 98 (block 0, warp 3)"/>
          <p:cNvSpPr/>
          <p:nvPr/>
        </p:nvSpPr>
        <p:spPr>
          <a:xfrm>
            <a:off x="147675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3" name="Thread 99 (block 0, warp 3)"/>
          <p:cNvSpPr/>
          <p:nvPr/>
        </p:nvSpPr>
        <p:spPr>
          <a:xfrm>
            <a:off x="152247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4" name="Thread 100 (block 0, warp 3)"/>
          <p:cNvSpPr/>
          <p:nvPr/>
        </p:nvSpPr>
        <p:spPr>
          <a:xfrm>
            <a:off x="156819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5" name="Thread 101 (block 0, warp 3)"/>
          <p:cNvSpPr/>
          <p:nvPr/>
        </p:nvSpPr>
        <p:spPr>
          <a:xfrm>
            <a:off x="161391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6" name="Thread 102 (block 0, warp 3)"/>
          <p:cNvSpPr/>
          <p:nvPr/>
        </p:nvSpPr>
        <p:spPr>
          <a:xfrm>
            <a:off x="165963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7" name="Thread 103 (block 0, warp 3)"/>
          <p:cNvSpPr/>
          <p:nvPr/>
        </p:nvSpPr>
        <p:spPr>
          <a:xfrm>
            <a:off x="170535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8" name="Thread 104 (block 0, warp 3)"/>
          <p:cNvSpPr/>
          <p:nvPr/>
        </p:nvSpPr>
        <p:spPr>
          <a:xfrm>
            <a:off x="138531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79" name="Thread 105 (block 0, warp 3)"/>
          <p:cNvSpPr/>
          <p:nvPr/>
        </p:nvSpPr>
        <p:spPr>
          <a:xfrm>
            <a:off x="143103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0" name="Thread 106 (block 0, warp 3)"/>
          <p:cNvSpPr/>
          <p:nvPr/>
        </p:nvSpPr>
        <p:spPr>
          <a:xfrm>
            <a:off x="147675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1" name="Thread 107 (block 0, warp 3)"/>
          <p:cNvSpPr/>
          <p:nvPr/>
        </p:nvSpPr>
        <p:spPr>
          <a:xfrm>
            <a:off x="152247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2" name="Thread 108 (block 0, warp 3)"/>
          <p:cNvSpPr/>
          <p:nvPr/>
        </p:nvSpPr>
        <p:spPr>
          <a:xfrm>
            <a:off x="156819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3" name="Thread 109 (block 0, warp 3)"/>
          <p:cNvSpPr/>
          <p:nvPr/>
        </p:nvSpPr>
        <p:spPr>
          <a:xfrm>
            <a:off x="161391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4" name="Thread 110 (block 0, warp 3)"/>
          <p:cNvSpPr/>
          <p:nvPr/>
        </p:nvSpPr>
        <p:spPr>
          <a:xfrm>
            <a:off x="165963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5" name="Thread 111 (block 0, warp 3)"/>
          <p:cNvSpPr/>
          <p:nvPr/>
        </p:nvSpPr>
        <p:spPr>
          <a:xfrm>
            <a:off x="170535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6" name="Thread 112 (block 0, warp 3)"/>
          <p:cNvSpPr/>
          <p:nvPr/>
        </p:nvSpPr>
        <p:spPr>
          <a:xfrm>
            <a:off x="138531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7" name="Thread 113 (block 0, warp 3)"/>
          <p:cNvSpPr/>
          <p:nvPr/>
        </p:nvSpPr>
        <p:spPr>
          <a:xfrm>
            <a:off x="143103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8" name="Thread 114 (block 0, warp 3)"/>
          <p:cNvSpPr/>
          <p:nvPr/>
        </p:nvSpPr>
        <p:spPr>
          <a:xfrm>
            <a:off x="147675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89" name="Thread 115 (block 0, warp 3)"/>
          <p:cNvSpPr/>
          <p:nvPr/>
        </p:nvSpPr>
        <p:spPr>
          <a:xfrm>
            <a:off x="152247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0" name="Thread 116 (block 0, warp 3)"/>
          <p:cNvSpPr/>
          <p:nvPr/>
        </p:nvSpPr>
        <p:spPr>
          <a:xfrm>
            <a:off x="156819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1" name="Thread 117 (block 0, warp 3)"/>
          <p:cNvSpPr/>
          <p:nvPr/>
        </p:nvSpPr>
        <p:spPr>
          <a:xfrm>
            <a:off x="161391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2" name="Thread 118 (block 0, warp 3)"/>
          <p:cNvSpPr/>
          <p:nvPr/>
        </p:nvSpPr>
        <p:spPr>
          <a:xfrm>
            <a:off x="165963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3" name="Thread 119 (block 0, warp 3)"/>
          <p:cNvSpPr/>
          <p:nvPr/>
        </p:nvSpPr>
        <p:spPr>
          <a:xfrm>
            <a:off x="170535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4" name="Thread 120 (block 0, warp 3)"/>
          <p:cNvSpPr/>
          <p:nvPr/>
        </p:nvSpPr>
        <p:spPr>
          <a:xfrm>
            <a:off x="138531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5" name="Thread 121 (block 0, warp 3)"/>
          <p:cNvSpPr/>
          <p:nvPr/>
        </p:nvSpPr>
        <p:spPr>
          <a:xfrm>
            <a:off x="143103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6" name="Thread 122 (block 0, warp 3)"/>
          <p:cNvSpPr/>
          <p:nvPr/>
        </p:nvSpPr>
        <p:spPr>
          <a:xfrm>
            <a:off x="147675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7" name="Thread 123 (block 0, warp 3)"/>
          <p:cNvSpPr/>
          <p:nvPr/>
        </p:nvSpPr>
        <p:spPr>
          <a:xfrm>
            <a:off x="152247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8" name="Thread 124 (block 0, warp 3)"/>
          <p:cNvSpPr/>
          <p:nvPr/>
        </p:nvSpPr>
        <p:spPr>
          <a:xfrm>
            <a:off x="156819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399" name="Thread 125 (block 0, warp 3)"/>
          <p:cNvSpPr/>
          <p:nvPr/>
        </p:nvSpPr>
        <p:spPr>
          <a:xfrm>
            <a:off x="161391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0" name="Thread 126 (block 0, warp 3)"/>
          <p:cNvSpPr/>
          <p:nvPr/>
        </p:nvSpPr>
        <p:spPr>
          <a:xfrm>
            <a:off x="165963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1" name="Thread 127 (block 0, warp 3)"/>
          <p:cNvSpPr/>
          <p:nvPr/>
        </p:nvSpPr>
        <p:spPr>
          <a:xfrm>
            <a:off x="170535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2" name="Block 1"/>
          <p:cNvSpPr/>
          <p:nvPr/>
        </p:nvSpPr>
        <p:spPr>
          <a:xfrm>
            <a:off x="1869948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1</a:t>
            </a:r>
          </a:p>
        </p:txBody>
      </p:sp>
      <p:sp>
        <p:nvSpPr>
          <p:cNvPr id="403" name="Block 1: 128 threads"/>
          <p:cNvSpPr/>
          <p:nvPr/>
        </p:nvSpPr>
        <p:spPr>
          <a:xfrm>
            <a:off x="1869948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404" name="Thread 0 (block 1, warp 0)"/>
          <p:cNvSpPr/>
          <p:nvPr/>
        </p:nvSpPr>
        <p:spPr>
          <a:xfrm>
            <a:off x="190195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5" name="Thread 1 (block 1, warp 0)"/>
          <p:cNvSpPr/>
          <p:nvPr/>
        </p:nvSpPr>
        <p:spPr>
          <a:xfrm>
            <a:off x="194767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6" name="Thread 2 (block 1, warp 0)"/>
          <p:cNvSpPr/>
          <p:nvPr/>
        </p:nvSpPr>
        <p:spPr>
          <a:xfrm>
            <a:off x="199339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7" name="Thread 3 (block 1, warp 0)"/>
          <p:cNvSpPr/>
          <p:nvPr/>
        </p:nvSpPr>
        <p:spPr>
          <a:xfrm>
            <a:off x="203911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8" name="Thread 4 (block 1, warp 0)"/>
          <p:cNvSpPr/>
          <p:nvPr/>
        </p:nvSpPr>
        <p:spPr>
          <a:xfrm>
            <a:off x="208483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09" name="Thread 5 (block 1, warp 0)"/>
          <p:cNvSpPr/>
          <p:nvPr/>
        </p:nvSpPr>
        <p:spPr>
          <a:xfrm>
            <a:off x="213055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0" name="Thread 6 (block 1, warp 0)"/>
          <p:cNvSpPr/>
          <p:nvPr/>
        </p:nvSpPr>
        <p:spPr>
          <a:xfrm>
            <a:off x="217627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1" name="Thread 7 (block 1, warp 0)"/>
          <p:cNvSpPr/>
          <p:nvPr/>
        </p:nvSpPr>
        <p:spPr>
          <a:xfrm>
            <a:off x="222199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2" name="Thread 8 (block 1, warp 0)"/>
          <p:cNvSpPr/>
          <p:nvPr/>
        </p:nvSpPr>
        <p:spPr>
          <a:xfrm>
            <a:off x="190195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3" name="Thread 9 (block 1, warp 0)"/>
          <p:cNvSpPr/>
          <p:nvPr/>
        </p:nvSpPr>
        <p:spPr>
          <a:xfrm>
            <a:off x="194767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4" name="Thread 10 (block 1, warp 0)"/>
          <p:cNvSpPr/>
          <p:nvPr/>
        </p:nvSpPr>
        <p:spPr>
          <a:xfrm>
            <a:off x="199339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5" name="Thread 11 (block 1, warp 0)"/>
          <p:cNvSpPr/>
          <p:nvPr/>
        </p:nvSpPr>
        <p:spPr>
          <a:xfrm>
            <a:off x="203911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6" name="Thread 12 (block 1, warp 0)"/>
          <p:cNvSpPr/>
          <p:nvPr/>
        </p:nvSpPr>
        <p:spPr>
          <a:xfrm>
            <a:off x="208483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7" name="Thread 13 (block 1, warp 0)"/>
          <p:cNvSpPr/>
          <p:nvPr/>
        </p:nvSpPr>
        <p:spPr>
          <a:xfrm>
            <a:off x="213055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8" name="Thread 14 (block 1, warp 0)"/>
          <p:cNvSpPr/>
          <p:nvPr/>
        </p:nvSpPr>
        <p:spPr>
          <a:xfrm>
            <a:off x="217627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19" name="Thread 15 (block 1, warp 0)"/>
          <p:cNvSpPr/>
          <p:nvPr/>
        </p:nvSpPr>
        <p:spPr>
          <a:xfrm>
            <a:off x="222199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0" name="Thread 16 (block 1, warp 0)"/>
          <p:cNvSpPr/>
          <p:nvPr/>
        </p:nvSpPr>
        <p:spPr>
          <a:xfrm>
            <a:off x="190195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1" name="Thread 17 (block 1, warp 0)"/>
          <p:cNvSpPr/>
          <p:nvPr/>
        </p:nvSpPr>
        <p:spPr>
          <a:xfrm>
            <a:off x="194767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2" name="Thread 18 (block 1, warp 0)"/>
          <p:cNvSpPr/>
          <p:nvPr/>
        </p:nvSpPr>
        <p:spPr>
          <a:xfrm>
            <a:off x="199339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3" name="Thread 19 (block 1, warp 0)"/>
          <p:cNvSpPr/>
          <p:nvPr/>
        </p:nvSpPr>
        <p:spPr>
          <a:xfrm>
            <a:off x="203911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4" name="Thread 20 (block 1, warp 0)"/>
          <p:cNvSpPr/>
          <p:nvPr/>
        </p:nvSpPr>
        <p:spPr>
          <a:xfrm>
            <a:off x="208483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5" name="Thread 21 (block 1, warp 0)"/>
          <p:cNvSpPr/>
          <p:nvPr/>
        </p:nvSpPr>
        <p:spPr>
          <a:xfrm>
            <a:off x="213055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6" name="Thread 22 (block 1, warp 0)"/>
          <p:cNvSpPr/>
          <p:nvPr/>
        </p:nvSpPr>
        <p:spPr>
          <a:xfrm>
            <a:off x="217627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7" name="Thread 23 (block 1, warp 0)"/>
          <p:cNvSpPr/>
          <p:nvPr/>
        </p:nvSpPr>
        <p:spPr>
          <a:xfrm>
            <a:off x="222199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8" name="Thread 24 (block 1, warp 0)"/>
          <p:cNvSpPr/>
          <p:nvPr/>
        </p:nvSpPr>
        <p:spPr>
          <a:xfrm>
            <a:off x="190195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29" name="Thread 25 (block 1, warp 0)"/>
          <p:cNvSpPr/>
          <p:nvPr/>
        </p:nvSpPr>
        <p:spPr>
          <a:xfrm>
            <a:off x="194767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0" name="Thread 26 (block 1, warp 0)"/>
          <p:cNvSpPr/>
          <p:nvPr/>
        </p:nvSpPr>
        <p:spPr>
          <a:xfrm>
            <a:off x="199339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1" name="Thread 27 (block 1, warp 0)"/>
          <p:cNvSpPr/>
          <p:nvPr/>
        </p:nvSpPr>
        <p:spPr>
          <a:xfrm>
            <a:off x="203911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2" name="Thread 28 (block 1, warp 0)"/>
          <p:cNvSpPr/>
          <p:nvPr/>
        </p:nvSpPr>
        <p:spPr>
          <a:xfrm>
            <a:off x="208483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3" name="Thread 29 (block 1, warp 0)"/>
          <p:cNvSpPr/>
          <p:nvPr/>
        </p:nvSpPr>
        <p:spPr>
          <a:xfrm>
            <a:off x="213055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4" name="Thread 30 (block 1, warp 0)"/>
          <p:cNvSpPr/>
          <p:nvPr/>
        </p:nvSpPr>
        <p:spPr>
          <a:xfrm>
            <a:off x="217627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5" name="Thread 31 (block 1, warp 0)"/>
          <p:cNvSpPr/>
          <p:nvPr/>
        </p:nvSpPr>
        <p:spPr>
          <a:xfrm>
            <a:off x="222199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6" name="Thread 32 (block 1, warp 1)"/>
          <p:cNvSpPr/>
          <p:nvPr/>
        </p:nvSpPr>
        <p:spPr>
          <a:xfrm>
            <a:off x="190195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7" name="Thread 33 (block 1, warp 1)"/>
          <p:cNvSpPr/>
          <p:nvPr/>
        </p:nvSpPr>
        <p:spPr>
          <a:xfrm>
            <a:off x="194767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8" name="Thread 34 (block 1, warp 1)"/>
          <p:cNvSpPr/>
          <p:nvPr/>
        </p:nvSpPr>
        <p:spPr>
          <a:xfrm>
            <a:off x="199339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39" name="Thread 35 (block 1, warp 1)"/>
          <p:cNvSpPr/>
          <p:nvPr/>
        </p:nvSpPr>
        <p:spPr>
          <a:xfrm>
            <a:off x="203911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0" name="Thread 36 (block 1, warp 1)"/>
          <p:cNvSpPr/>
          <p:nvPr/>
        </p:nvSpPr>
        <p:spPr>
          <a:xfrm>
            <a:off x="208483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1" name="Thread 37 (block 1, warp 1)"/>
          <p:cNvSpPr/>
          <p:nvPr/>
        </p:nvSpPr>
        <p:spPr>
          <a:xfrm>
            <a:off x="213055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2" name="Thread 38 (block 1, warp 1)"/>
          <p:cNvSpPr/>
          <p:nvPr/>
        </p:nvSpPr>
        <p:spPr>
          <a:xfrm>
            <a:off x="217627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3" name="Thread 39 (block 1, warp 1)"/>
          <p:cNvSpPr/>
          <p:nvPr/>
        </p:nvSpPr>
        <p:spPr>
          <a:xfrm>
            <a:off x="222199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4" name="Thread 40 (block 1, warp 1)"/>
          <p:cNvSpPr/>
          <p:nvPr/>
        </p:nvSpPr>
        <p:spPr>
          <a:xfrm>
            <a:off x="190195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5" name="Thread 41 (block 1, warp 1)"/>
          <p:cNvSpPr/>
          <p:nvPr/>
        </p:nvSpPr>
        <p:spPr>
          <a:xfrm>
            <a:off x="194767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6" name="Thread 42 (block 1, warp 1)"/>
          <p:cNvSpPr/>
          <p:nvPr/>
        </p:nvSpPr>
        <p:spPr>
          <a:xfrm>
            <a:off x="199339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7" name="Thread 43 (block 1, warp 1)"/>
          <p:cNvSpPr/>
          <p:nvPr/>
        </p:nvSpPr>
        <p:spPr>
          <a:xfrm>
            <a:off x="203911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8" name="Thread 44 (block 1, warp 1)"/>
          <p:cNvSpPr/>
          <p:nvPr/>
        </p:nvSpPr>
        <p:spPr>
          <a:xfrm>
            <a:off x="208483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49" name="Thread 45 (block 1, warp 1)"/>
          <p:cNvSpPr/>
          <p:nvPr/>
        </p:nvSpPr>
        <p:spPr>
          <a:xfrm>
            <a:off x="213055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0" name="Thread 46 (block 1, warp 1)"/>
          <p:cNvSpPr/>
          <p:nvPr/>
        </p:nvSpPr>
        <p:spPr>
          <a:xfrm>
            <a:off x="217627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1" name="Thread 47 (block 1, warp 1)"/>
          <p:cNvSpPr/>
          <p:nvPr/>
        </p:nvSpPr>
        <p:spPr>
          <a:xfrm>
            <a:off x="222199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2" name="Thread 48 (block 1, warp 1)"/>
          <p:cNvSpPr/>
          <p:nvPr/>
        </p:nvSpPr>
        <p:spPr>
          <a:xfrm>
            <a:off x="190195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3" name="Thread 49 (block 1, warp 1)"/>
          <p:cNvSpPr/>
          <p:nvPr/>
        </p:nvSpPr>
        <p:spPr>
          <a:xfrm>
            <a:off x="194767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4" name="Thread 50 (block 1, warp 1)"/>
          <p:cNvSpPr/>
          <p:nvPr/>
        </p:nvSpPr>
        <p:spPr>
          <a:xfrm>
            <a:off x="199339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5" name="Thread 51 (block 1, warp 1)"/>
          <p:cNvSpPr/>
          <p:nvPr/>
        </p:nvSpPr>
        <p:spPr>
          <a:xfrm>
            <a:off x="203911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6" name="Thread 52 (block 1, warp 1)"/>
          <p:cNvSpPr/>
          <p:nvPr/>
        </p:nvSpPr>
        <p:spPr>
          <a:xfrm>
            <a:off x="208483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7" name="Thread 53 (block 1, warp 1)"/>
          <p:cNvSpPr/>
          <p:nvPr/>
        </p:nvSpPr>
        <p:spPr>
          <a:xfrm>
            <a:off x="213055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8" name="Thread 54 (block 1, warp 1)"/>
          <p:cNvSpPr/>
          <p:nvPr/>
        </p:nvSpPr>
        <p:spPr>
          <a:xfrm>
            <a:off x="217627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9" name="Thread 55 (block 1, warp 1)"/>
          <p:cNvSpPr/>
          <p:nvPr/>
        </p:nvSpPr>
        <p:spPr>
          <a:xfrm>
            <a:off x="222199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0" name="Thread 56 (block 1, warp 1)"/>
          <p:cNvSpPr/>
          <p:nvPr/>
        </p:nvSpPr>
        <p:spPr>
          <a:xfrm>
            <a:off x="190195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1" name="Thread 57 (block 1, warp 1)"/>
          <p:cNvSpPr/>
          <p:nvPr/>
        </p:nvSpPr>
        <p:spPr>
          <a:xfrm>
            <a:off x="194767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2" name="Thread 58 (block 1, warp 1)"/>
          <p:cNvSpPr/>
          <p:nvPr/>
        </p:nvSpPr>
        <p:spPr>
          <a:xfrm>
            <a:off x="199339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3" name="Thread 59 (block 1, warp 1)"/>
          <p:cNvSpPr/>
          <p:nvPr/>
        </p:nvSpPr>
        <p:spPr>
          <a:xfrm>
            <a:off x="203911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4" name="Thread 60 (block 1, warp 1)"/>
          <p:cNvSpPr/>
          <p:nvPr/>
        </p:nvSpPr>
        <p:spPr>
          <a:xfrm>
            <a:off x="208483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5" name="Thread 61 (block 1, warp 1)"/>
          <p:cNvSpPr/>
          <p:nvPr/>
        </p:nvSpPr>
        <p:spPr>
          <a:xfrm>
            <a:off x="213055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6" name="Thread 62 (block 1, warp 1)"/>
          <p:cNvSpPr/>
          <p:nvPr/>
        </p:nvSpPr>
        <p:spPr>
          <a:xfrm>
            <a:off x="217627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7" name="Thread 63 (block 1, warp 1)"/>
          <p:cNvSpPr/>
          <p:nvPr/>
        </p:nvSpPr>
        <p:spPr>
          <a:xfrm>
            <a:off x="222199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8" name="Thread 64 (block 1, warp 2)"/>
          <p:cNvSpPr/>
          <p:nvPr/>
        </p:nvSpPr>
        <p:spPr>
          <a:xfrm>
            <a:off x="190195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9" name="Thread 65 (block 1, warp 2)"/>
          <p:cNvSpPr/>
          <p:nvPr/>
        </p:nvSpPr>
        <p:spPr>
          <a:xfrm>
            <a:off x="194767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0" name="Thread 66 (block 1, warp 2)"/>
          <p:cNvSpPr/>
          <p:nvPr/>
        </p:nvSpPr>
        <p:spPr>
          <a:xfrm>
            <a:off x="199339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1" name="Thread 67 (block 1, warp 2)"/>
          <p:cNvSpPr/>
          <p:nvPr/>
        </p:nvSpPr>
        <p:spPr>
          <a:xfrm>
            <a:off x="203911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2" name="Thread 68 (block 1, warp 2)"/>
          <p:cNvSpPr/>
          <p:nvPr/>
        </p:nvSpPr>
        <p:spPr>
          <a:xfrm>
            <a:off x="208483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3" name="Thread 69 (block 1, warp 2)"/>
          <p:cNvSpPr/>
          <p:nvPr/>
        </p:nvSpPr>
        <p:spPr>
          <a:xfrm>
            <a:off x="213055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4" name="Thread 70 (block 1, warp 2)"/>
          <p:cNvSpPr/>
          <p:nvPr/>
        </p:nvSpPr>
        <p:spPr>
          <a:xfrm>
            <a:off x="217627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5" name="Thread 71 (block 1, warp 2)"/>
          <p:cNvSpPr/>
          <p:nvPr/>
        </p:nvSpPr>
        <p:spPr>
          <a:xfrm>
            <a:off x="222199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6" name="Thread 72 (block 1, warp 2)"/>
          <p:cNvSpPr/>
          <p:nvPr/>
        </p:nvSpPr>
        <p:spPr>
          <a:xfrm>
            <a:off x="190195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7" name="Thread 73 (block 1, warp 2)"/>
          <p:cNvSpPr/>
          <p:nvPr/>
        </p:nvSpPr>
        <p:spPr>
          <a:xfrm>
            <a:off x="194767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8" name="Thread 74 (block 1, warp 2)"/>
          <p:cNvSpPr/>
          <p:nvPr/>
        </p:nvSpPr>
        <p:spPr>
          <a:xfrm>
            <a:off x="199339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9" name="Thread 75 (block 1, warp 2)"/>
          <p:cNvSpPr/>
          <p:nvPr/>
        </p:nvSpPr>
        <p:spPr>
          <a:xfrm>
            <a:off x="203911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0" name="Thread 76 (block 1, warp 2)"/>
          <p:cNvSpPr/>
          <p:nvPr/>
        </p:nvSpPr>
        <p:spPr>
          <a:xfrm>
            <a:off x="208483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1" name="Thread 77 (block 1, warp 2)"/>
          <p:cNvSpPr/>
          <p:nvPr/>
        </p:nvSpPr>
        <p:spPr>
          <a:xfrm>
            <a:off x="213055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2" name="Thread 78 (block 1, warp 2)"/>
          <p:cNvSpPr/>
          <p:nvPr/>
        </p:nvSpPr>
        <p:spPr>
          <a:xfrm>
            <a:off x="217627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3" name="Thread 79 (block 1, warp 2)"/>
          <p:cNvSpPr/>
          <p:nvPr/>
        </p:nvSpPr>
        <p:spPr>
          <a:xfrm>
            <a:off x="222199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4" name="Thread 80 (block 1, warp 2)"/>
          <p:cNvSpPr/>
          <p:nvPr/>
        </p:nvSpPr>
        <p:spPr>
          <a:xfrm>
            <a:off x="190195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5" name="Thread 81 (block 1, warp 2)"/>
          <p:cNvSpPr/>
          <p:nvPr/>
        </p:nvSpPr>
        <p:spPr>
          <a:xfrm>
            <a:off x="194767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6" name="Thread 82 (block 1, warp 2)"/>
          <p:cNvSpPr/>
          <p:nvPr/>
        </p:nvSpPr>
        <p:spPr>
          <a:xfrm>
            <a:off x="199339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7" name="Thread 83 (block 1, warp 2)"/>
          <p:cNvSpPr/>
          <p:nvPr/>
        </p:nvSpPr>
        <p:spPr>
          <a:xfrm>
            <a:off x="203911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8" name="Thread 84 (block 1, warp 2)"/>
          <p:cNvSpPr/>
          <p:nvPr/>
        </p:nvSpPr>
        <p:spPr>
          <a:xfrm>
            <a:off x="208483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9" name="Thread 85 (block 1, warp 2)"/>
          <p:cNvSpPr/>
          <p:nvPr/>
        </p:nvSpPr>
        <p:spPr>
          <a:xfrm>
            <a:off x="213055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0" name="Thread 86 (block 1, warp 2)"/>
          <p:cNvSpPr/>
          <p:nvPr/>
        </p:nvSpPr>
        <p:spPr>
          <a:xfrm>
            <a:off x="217627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1" name="Thread 87 (block 1, warp 2)"/>
          <p:cNvSpPr/>
          <p:nvPr/>
        </p:nvSpPr>
        <p:spPr>
          <a:xfrm>
            <a:off x="222199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2" name="Thread 88 (block 1, warp 2)"/>
          <p:cNvSpPr/>
          <p:nvPr/>
        </p:nvSpPr>
        <p:spPr>
          <a:xfrm>
            <a:off x="190195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3" name="Thread 89 (block 1, warp 2)"/>
          <p:cNvSpPr/>
          <p:nvPr/>
        </p:nvSpPr>
        <p:spPr>
          <a:xfrm>
            <a:off x="194767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4" name="Thread 90 (block 1, warp 2)"/>
          <p:cNvSpPr/>
          <p:nvPr/>
        </p:nvSpPr>
        <p:spPr>
          <a:xfrm>
            <a:off x="199339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5" name="Thread 91 (block 1, warp 2)"/>
          <p:cNvSpPr/>
          <p:nvPr/>
        </p:nvSpPr>
        <p:spPr>
          <a:xfrm>
            <a:off x="203911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6" name="Thread 92 (block 1, warp 2)"/>
          <p:cNvSpPr/>
          <p:nvPr/>
        </p:nvSpPr>
        <p:spPr>
          <a:xfrm>
            <a:off x="208483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7" name="Thread 93 (block 1, warp 2)"/>
          <p:cNvSpPr/>
          <p:nvPr/>
        </p:nvSpPr>
        <p:spPr>
          <a:xfrm>
            <a:off x="213055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8" name="Thread 94 (block 1, warp 2)"/>
          <p:cNvSpPr/>
          <p:nvPr/>
        </p:nvSpPr>
        <p:spPr>
          <a:xfrm>
            <a:off x="217627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9" name="Thread 95 (block 1, warp 2)"/>
          <p:cNvSpPr/>
          <p:nvPr/>
        </p:nvSpPr>
        <p:spPr>
          <a:xfrm>
            <a:off x="222199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0" name="Thread 96 (block 1, warp 3)"/>
          <p:cNvSpPr/>
          <p:nvPr/>
        </p:nvSpPr>
        <p:spPr>
          <a:xfrm>
            <a:off x="190195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1" name="Thread 97 (block 1, warp 3)"/>
          <p:cNvSpPr/>
          <p:nvPr/>
        </p:nvSpPr>
        <p:spPr>
          <a:xfrm>
            <a:off x="194767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2" name="Thread 98 (block 1, warp 3)"/>
          <p:cNvSpPr/>
          <p:nvPr/>
        </p:nvSpPr>
        <p:spPr>
          <a:xfrm>
            <a:off x="199339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3" name="Thread 99 (block 1, warp 3)"/>
          <p:cNvSpPr/>
          <p:nvPr/>
        </p:nvSpPr>
        <p:spPr>
          <a:xfrm>
            <a:off x="203911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4" name="Thread 100 (block 1, warp 3)"/>
          <p:cNvSpPr/>
          <p:nvPr/>
        </p:nvSpPr>
        <p:spPr>
          <a:xfrm>
            <a:off x="208483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5" name="Thread 101 (block 1, warp 3)"/>
          <p:cNvSpPr/>
          <p:nvPr/>
        </p:nvSpPr>
        <p:spPr>
          <a:xfrm>
            <a:off x="213055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6" name="Thread 102 (block 1, warp 3)"/>
          <p:cNvSpPr/>
          <p:nvPr/>
        </p:nvSpPr>
        <p:spPr>
          <a:xfrm>
            <a:off x="217627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7" name="Thread 103 (block 1, warp 3)"/>
          <p:cNvSpPr/>
          <p:nvPr/>
        </p:nvSpPr>
        <p:spPr>
          <a:xfrm>
            <a:off x="222199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8" name="Thread 104 (block 1, warp 3)"/>
          <p:cNvSpPr/>
          <p:nvPr/>
        </p:nvSpPr>
        <p:spPr>
          <a:xfrm>
            <a:off x="190195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9" name="Thread 105 (block 1, warp 3)"/>
          <p:cNvSpPr/>
          <p:nvPr/>
        </p:nvSpPr>
        <p:spPr>
          <a:xfrm>
            <a:off x="194767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0" name="Thread 106 (block 1, warp 3)"/>
          <p:cNvSpPr/>
          <p:nvPr/>
        </p:nvSpPr>
        <p:spPr>
          <a:xfrm>
            <a:off x="199339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1" name="Thread 107 (block 1, warp 3)"/>
          <p:cNvSpPr/>
          <p:nvPr/>
        </p:nvSpPr>
        <p:spPr>
          <a:xfrm>
            <a:off x="203911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2" name="Thread 108 (block 1, warp 3)"/>
          <p:cNvSpPr/>
          <p:nvPr/>
        </p:nvSpPr>
        <p:spPr>
          <a:xfrm>
            <a:off x="208483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3" name="Thread 109 (block 1, warp 3)"/>
          <p:cNvSpPr/>
          <p:nvPr/>
        </p:nvSpPr>
        <p:spPr>
          <a:xfrm>
            <a:off x="213055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4" name="Thread 110 (block 1, warp 3)"/>
          <p:cNvSpPr/>
          <p:nvPr/>
        </p:nvSpPr>
        <p:spPr>
          <a:xfrm>
            <a:off x="217627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5" name="Thread 111 (block 1, warp 3)"/>
          <p:cNvSpPr/>
          <p:nvPr/>
        </p:nvSpPr>
        <p:spPr>
          <a:xfrm>
            <a:off x="222199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6" name="Thread 112 (block 1, warp 3)"/>
          <p:cNvSpPr/>
          <p:nvPr/>
        </p:nvSpPr>
        <p:spPr>
          <a:xfrm>
            <a:off x="190195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7" name="Thread 113 (block 1, warp 3)"/>
          <p:cNvSpPr/>
          <p:nvPr/>
        </p:nvSpPr>
        <p:spPr>
          <a:xfrm>
            <a:off x="194767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8" name="Thread 114 (block 1, warp 3)"/>
          <p:cNvSpPr/>
          <p:nvPr/>
        </p:nvSpPr>
        <p:spPr>
          <a:xfrm>
            <a:off x="199339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9" name="Thread 115 (block 1, warp 3)"/>
          <p:cNvSpPr/>
          <p:nvPr/>
        </p:nvSpPr>
        <p:spPr>
          <a:xfrm>
            <a:off x="203911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0" name="Thread 116 (block 1, warp 3)"/>
          <p:cNvSpPr/>
          <p:nvPr/>
        </p:nvSpPr>
        <p:spPr>
          <a:xfrm>
            <a:off x="208483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1" name="Thread 117 (block 1, warp 3)"/>
          <p:cNvSpPr/>
          <p:nvPr/>
        </p:nvSpPr>
        <p:spPr>
          <a:xfrm>
            <a:off x="213055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2" name="Thread 118 (block 1, warp 3)"/>
          <p:cNvSpPr/>
          <p:nvPr/>
        </p:nvSpPr>
        <p:spPr>
          <a:xfrm>
            <a:off x="217627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3" name="Thread 119 (block 1, warp 3)"/>
          <p:cNvSpPr/>
          <p:nvPr/>
        </p:nvSpPr>
        <p:spPr>
          <a:xfrm>
            <a:off x="222199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4" name="Thread 120 (block 1, warp 3)"/>
          <p:cNvSpPr/>
          <p:nvPr/>
        </p:nvSpPr>
        <p:spPr>
          <a:xfrm>
            <a:off x="190195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5" name="Thread 121 (block 1, warp 3)"/>
          <p:cNvSpPr/>
          <p:nvPr/>
        </p:nvSpPr>
        <p:spPr>
          <a:xfrm>
            <a:off x="194767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6" name="Thread 122 (block 1, warp 3)"/>
          <p:cNvSpPr/>
          <p:nvPr/>
        </p:nvSpPr>
        <p:spPr>
          <a:xfrm>
            <a:off x="199339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7" name="Thread 123 (block 1, warp 3)"/>
          <p:cNvSpPr/>
          <p:nvPr/>
        </p:nvSpPr>
        <p:spPr>
          <a:xfrm>
            <a:off x="203911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8" name="Thread 124 (block 1, warp 3)"/>
          <p:cNvSpPr/>
          <p:nvPr/>
        </p:nvSpPr>
        <p:spPr>
          <a:xfrm>
            <a:off x="208483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9" name="Thread 125 (block 1, warp 3)"/>
          <p:cNvSpPr/>
          <p:nvPr/>
        </p:nvSpPr>
        <p:spPr>
          <a:xfrm>
            <a:off x="213055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30" name="Thread 126 (block 1, warp 3)"/>
          <p:cNvSpPr/>
          <p:nvPr/>
        </p:nvSpPr>
        <p:spPr>
          <a:xfrm>
            <a:off x="217627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31" name="Thread 127 (block 1, warp 3)"/>
          <p:cNvSpPr/>
          <p:nvPr/>
        </p:nvSpPr>
        <p:spPr>
          <a:xfrm>
            <a:off x="222199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32" name="Upper boundary: block"/>
          <p:cNvSpPr/>
          <p:nvPr/>
        </p:nvSpPr>
        <p:spPr>
          <a:xfrm>
            <a:off x="13258800" y="17167860"/>
            <a:ext cx="10012680" cy="7086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780" b="0">
                <a:solidFill>
                  <a:schemeClr val="dk2"/>
                </a:solidFill>
                <a:latin typeface="NVIDIA Sans"/>
              </a:rPr>
              <a:t xml:space="preserve">Upper boundary: block</a:t>
            </a:r>
          </a:p>
        </p:txBody>
      </p:sp>
      <p:sp>
        <p:nvSpPr>
          <p:cNvPr id="533" name="Threads in the first + third warps"/>
          <p:cNvSpPr/>
          <p:nvPr/>
        </p:nvSpPr>
        <p:spPr>
          <a:xfrm>
            <a:off x="13258800" y="18013680"/>
            <a:ext cx="1001268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Threads in the first + third warps</a:t>
            </a:r>
          </a:p>
        </p:txBody>
      </p:sp>
      <p:sp>
        <p:nvSpPr>
          <p:cNvPr id="534" name="Shape"/>
          <p:cNvSpPr/>
          <p:nvPr/>
        </p:nvSpPr>
        <p:spPr>
          <a:xfrm>
            <a:off x="24231600" y="544068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535" name="CCCL&#10;Cooperative Groups"/>
          <p:cNvSpPr/>
          <p:nvPr/>
        </p:nvSpPr>
        <p:spPr>
          <a:xfrm>
            <a:off x="24734520" y="6080760"/>
            <a:ext cx="9715500" cy="1828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CCCL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Cooperative Groups</a:t>
            </a:r>
          </a:p>
        </p:txBody>
      </p:sp>
      <p:sp>
        <p:nvSpPr>
          <p:cNvPr id="536" name="Block 0"/>
          <p:cNvSpPr/>
          <p:nvPr/>
        </p:nvSpPr>
        <p:spPr>
          <a:xfrm>
            <a:off x="2473452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0</a:t>
            </a:r>
          </a:p>
        </p:txBody>
      </p:sp>
      <p:sp>
        <p:nvSpPr>
          <p:cNvPr id="537" name="Block 0: 128 threads"/>
          <p:cNvSpPr/>
          <p:nvPr/>
        </p:nvSpPr>
        <p:spPr>
          <a:xfrm>
            <a:off x="2473452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538" name="Upper boundary: block 0"/>
          <p:cNvSpPr/>
          <p:nvPr/>
        </p:nvSpPr>
        <p:spPr>
          <a:xfrm>
            <a:off x="24574500" y="8595360"/>
            <a:ext cx="4434840" cy="8092440"/>
          </a:xfrm>
          <a:prstGeom prst="roundRect">
            <a:avLst>
              <a:gd name="adj" fmla="val 6000"/>
            </a:avLst>
          </a:prstGeom>
          <a:noFill/>
          <a:ln w="57150">
            <a:solidFill>
              <a:schemeClr val="dk2"/>
            </a:solidFill>
            <a:prstDash val="dash"/>
          </a:ln>
        </p:spPr>
      </p:sp>
      <p:sp>
        <p:nvSpPr>
          <p:cNvPr id="539" name="Selected warp 0: 32-thread unit"/>
          <p:cNvSpPr/>
          <p:nvPr/>
        </p:nvSpPr>
        <p:spPr>
          <a:xfrm>
            <a:off x="24894540" y="8983980"/>
            <a:ext cx="3794760" cy="171450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45720">
            <a:solidFill>
              <a:schemeClr val="accent1">
                <a:shade val="65000"/>
              </a:schemeClr>
            </a:solidFill>
          </a:ln>
        </p:spPr>
      </p:sp>
      <p:sp>
        <p:nvSpPr>
          <p:cNvPr id="540" name="Selected warp 2: 32-thread unit"/>
          <p:cNvSpPr/>
          <p:nvPr/>
        </p:nvSpPr>
        <p:spPr>
          <a:xfrm>
            <a:off x="24894540" y="12687300"/>
            <a:ext cx="3794760" cy="171450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45720">
            <a:solidFill>
              <a:schemeClr val="accent1">
                <a:shade val="65000"/>
              </a:schemeClr>
            </a:solidFill>
          </a:ln>
        </p:spPr>
      </p:sp>
      <p:sp>
        <p:nvSpPr>
          <p:cNvPr id="541" name="Thread 0 (block 0, warp 0) selected"/>
          <p:cNvSpPr/>
          <p:nvPr/>
        </p:nvSpPr>
        <p:spPr>
          <a:xfrm>
            <a:off x="250545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42" name="Thread 1 (block 0, warp 0) selected"/>
          <p:cNvSpPr/>
          <p:nvPr/>
        </p:nvSpPr>
        <p:spPr>
          <a:xfrm>
            <a:off x="255117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43" name="Thread 2 (block 0, warp 0) selected"/>
          <p:cNvSpPr/>
          <p:nvPr/>
        </p:nvSpPr>
        <p:spPr>
          <a:xfrm>
            <a:off x="259689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44" name="Thread 3 (block 0, warp 0) selected"/>
          <p:cNvSpPr/>
          <p:nvPr/>
        </p:nvSpPr>
        <p:spPr>
          <a:xfrm>
            <a:off x="264261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45" name="Thread 4 (block 0, warp 0) selected"/>
          <p:cNvSpPr/>
          <p:nvPr/>
        </p:nvSpPr>
        <p:spPr>
          <a:xfrm>
            <a:off x="268833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46" name="Thread 5 (block 0, warp 0) selected"/>
          <p:cNvSpPr/>
          <p:nvPr/>
        </p:nvSpPr>
        <p:spPr>
          <a:xfrm>
            <a:off x="273405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47" name="Thread 6 (block 0, warp 0) selected"/>
          <p:cNvSpPr/>
          <p:nvPr/>
        </p:nvSpPr>
        <p:spPr>
          <a:xfrm>
            <a:off x="277977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48" name="Thread 7 (block 0, warp 0) selected"/>
          <p:cNvSpPr/>
          <p:nvPr/>
        </p:nvSpPr>
        <p:spPr>
          <a:xfrm>
            <a:off x="28254960" y="91668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49" name="Thread 8 (block 0, warp 0) selected"/>
          <p:cNvSpPr/>
          <p:nvPr/>
        </p:nvSpPr>
        <p:spPr>
          <a:xfrm>
            <a:off x="250545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0" name="Thread 9 (block 0, warp 0) selected"/>
          <p:cNvSpPr/>
          <p:nvPr/>
        </p:nvSpPr>
        <p:spPr>
          <a:xfrm>
            <a:off x="255117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1" name="Thread 10 (block 0, warp 0) selected"/>
          <p:cNvSpPr/>
          <p:nvPr/>
        </p:nvSpPr>
        <p:spPr>
          <a:xfrm>
            <a:off x="259689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2" name="Thread 11 (block 0, warp 0) selected"/>
          <p:cNvSpPr/>
          <p:nvPr/>
        </p:nvSpPr>
        <p:spPr>
          <a:xfrm>
            <a:off x="264261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3" name="Thread 12 (block 0, warp 0) selected"/>
          <p:cNvSpPr/>
          <p:nvPr/>
        </p:nvSpPr>
        <p:spPr>
          <a:xfrm>
            <a:off x="268833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4" name="Thread 13 (block 0, warp 0) selected"/>
          <p:cNvSpPr/>
          <p:nvPr/>
        </p:nvSpPr>
        <p:spPr>
          <a:xfrm>
            <a:off x="273405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5" name="Thread 14 (block 0, warp 0) selected"/>
          <p:cNvSpPr/>
          <p:nvPr/>
        </p:nvSpPr>
        <p:spPr>
          <a:xfrm>
            <a:off x="277977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6" name="Thread 15 (block 0, warp 0) selected"/>
          <p:cNvSpPr/>
          <p:nvPr/>
        </p:nvSpPr>
        <p:spPr>
          <a:xfrm>
            <a:off x="28254960" y="95783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7" name="Thread 16 (block 0, warp 0) selected"/>
          <p:cNvSpPr/>
          <p:nvPr/>
        </p:nvSpPr>
        <p:spPr>
          <a:xfrm>
            <a:off x="250545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8" name="Thread 17 (block 0, warp 0) selected"/>
          <p:cNvSpPr/>
          <p:nvPr/>
        </p:nvSpPr>
        <p:spPr>
          <a:xfrm>
            <a:off x="255117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9" name="Thread 18 (block 0, warp 0) selected"/>
          <p:cNvSpPr/>
          <p:nvPr/>
        </p:nvSpPr>
        <p:spPr>
          <a:xfrm>
            <a:off x="259689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0" name="Thread 19 (block 0, warp 0) selected"/>
          <p:cNvSpPr/>
          <p:nvPr/>
        </p:nvSpPr>
        <p:spPr>
          <a:xfrm>
            <a:off x="264261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1" name="Thread 20 (block 0, warp 0) selected"/>
          <p:cNvSpPr/>
          <p:nvPr/>
        </p:nvSpPr>
        <p:spPr>
          <a:xfrm>
            <a:off x="268833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2" name="Thread 21 (block 0, warp 0) selected"/>
          <p:cNvSpPr/>
          <p:nvPr/>
        </p:nvSpPr>
        <p:spPr>
          <a:xfrm>
            <a:off x="273405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3" name="Thread 22 (block 0, warp 0) selected"/>
          <p:cNvSpPr/>
          <p:nvPr/>
        </p:nvSpPr>
        <p:spPr>
          <a:xfrm>
            <a:off x="277977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4" name="Thread 23 (block 0, warp 0) selected"/>
          <p:cNvSpPr/>
          <p:nvPr/>
        </p:nvSpPr>
        <p:spPr>
          <a:xfrm>
            <a:off x="28254960" y="99898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5" name="Thread 24 (block 0, warp 0) selected"/>
          <p:cNvSpPr/>
          <p:nvPr/>
        </p:nvSpPr>
        <p:spPr>
          <a:xfrm>
            <a:off x="250545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6" name="Thread 25 (block 0, warp 0) selected"/>
          <p:cNvSpPr/>
          <p:nvPr/>
        </p:nvSpPr>
        <p:spPr>
          <a:xfrm>
            <a:off x="255117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7" name="Thread 26 (block 0, warp 0) selected"/>
          <p:cNvSpPr/>
          <p:nvPr/>
        </p:nvSpPr>
        <p:spPr>
          <a:xfrm>
            <a:off x="259689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8" name="Thread 27 (block 0, warp 0) selected"/>
          <p:cNvSpPr/>
          <p:nvPr/>
        </p:nvSpPr>
        <p:spPr>
          <a:xfrm>
            <a:off x="264261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9" name="Thread 28 (block 0, warp 0) selected"/>
          <p:cNvSpPr/>
          <p:nvPr/>
        </p:nvSpPr>
        <p:spPr>
          <a:xfrm>
            <a:off x="268833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70" name="Thread 29 (block 0, warp 0) selected"/>
          <p:cNvSpPr/>
          <p:nvPr/>
        </p:nvSpPr>
        <p:spPr>
          <a:xfrm>
            <a:off x="273405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71" name="Thread 30 (block 0, warp 0) selected"/>
          <p:cNvSpPr/>
          <p:nvPr/>
        </p:nvSpPr>
        <p:spPr>
          <a:xfrm>
            <a:off x="277977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72" name="Thread 31 (block 0, warp 0) selected"/>
          <p:cNvSpPr/>
          <p:nvPr/>
        </p:nvSpPr>
        <p:spPr>
          <a:xfrm>
            <a:off x="28254960" y="1040130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73" name="Thread 32 (block 0, warp 1)"/>
          <p:cNvSpPr/>
          <p:nvPr/>
        </p:nvSpPr>
        <p:spPr>
          <a:xfrm>
            <a:off x="250545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4" name="Thread 33 (block 0, warp 1)"/>
          <p:cNvSpPr/>
          <p:nvPr/>
        </p:nvSpPr>
        <p:spPr>
          <a:xfrm>
            <a:off x="255117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5" name="Thread 34 (block 0, warp 1)"/>
          <p:cNvSpPr/>
          <p:nvPr/>
        </p:nvSpPr>
        <p:spPr>
          <a:xfrm>
            <a:off x="259689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6" name="Thread 35 (block 0, warp 1)"/>
          <p:cNvSpPr/>
          <p:nvPr/>
        </p:nvSpPr>
        <p:spPr>
          <a:xfrm>
            <a:off x="264261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7" name="Thread 36 (block 0, warp 1)"/>
          <p:cNvSpPr/>
          <p:nvPr/>
        </p:nvSpPr>
        <p:spPr>
          <a:xfrm>
            <a:off x="268833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8" name="Thread 37 (block 0, warp 1)"/>
          <p:cNvSpPr/>
          <p:nvPr/>
        </p:nvSpPr>
        <p:spPr>
          <a:xfrm>
            <a:off x="273405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9" name="Thread 38 (block 0, warp 1)"/>
          <p:cNvSpPr/>
          <p:nvPr/>
        </p:nvSpPr>
        <p:spPr>
          <a:xfrm>
            <a:off x="277977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0" name="Thread 39 (block 0, warp 1)"/>
          <p:cNvSpPr/>
          <p:nvPr/>
        </p:nvSpPr>
        <p:spPr>
          <a:xfrm>
            <a:off x="2825496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1" name="Thread 40 (block 0, warp 1)"/>
          <p:cNvSpPr/>
          <p:nvPr/>
        </p:nvSpPr>
        <p:spPr>
          <a:xfrm>
            <a:off x="250545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2" name="Thread 41 (block 0, warp 1)"/>
          <p:cNvSpPr/>
          <p:nvPr/>
        </p:nvSpPr>
        <p:spPr>
          <a:xfrm>
            <a:off x="255117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3" name="Thread 42 (block 0, warp 1)"/>
          <p:cNvSpPr/>
          <p:nvPr/>
        </p:nvSpPr>
        <p:spPr>
          <a:xfrm>
            <a:off x="259689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4" name="Thread 43 (block 0, warp 1)"/>
          <p:cNvSpPr/>
          <p:nvPr/>
        </p:nvSpPr>
        <p:spPr>
          <a:xfrm>
            <a:off x="264261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5" name="Thread 44 (block 0, warp 1)"/>
          <p:cNvSpPr/>
          <p:nvPr/>
        </p:nvSpPr>
        <p:spPr>
          <a:xfrm>
            <a:off x="268833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6" name="Thread 45 (block 0, warp 1)"/>
          <p:cNvSpPr/>
          <p:nvPr/>
        </p:nvSpPr>
        <p:spPr>
          <a:xfrm>
            <a:off x="273405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7" name="Thread 46 (block 0, warp 1)"/>
          <p:cNvSpPr/>
          <p:nvPr/>
        </p:nvSpPr>
        <p:spPr>
          <a:xfrm>
            <a:off x="277977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8" name="Thread 47 (block 0, warp 1)"/>
          <p:cNvSpPr/>
          <p:nvPr/>
        </p:nvSpPr>
        <p:spPr>
          <a:xfrm>
            <a:off x="2825496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9" name="Thread 48 (block 0, warp 1)"/>
          <p:cNvSpPr/>
          <p:nvPr/>
        </p:nvSpPr>
        <p:spPr>
          <a:xfrm>
            <a:off x="250545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0" name="Thread 49 (block 0, warp 1)"/>
          <p:cNvSpPr/>
          <p:nvPr/>
        </p:nvSpPr>
        <p:spPr>
          <a:xfrm>
            <a:off x="255117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1" name="Thread 50 (block 0, warp 1)"/>
          <p:cNvSpPr/>
          <p:nvPr/>
        </p:nvSpPr>
        <p:spPr>
          <a:xfrm>
            <a:off x="259689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2" name="Thread 51 (block 0, warp 1)"/>
          <p:cNvSpPr/>
          <p:nvPr/>
        </p:nvSpPr>
        <p:spPr>
          <a:xfrm>
            <a:off x="264261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3" name="Thread 52 (block 0, warp 1)"/>
          <p:cNvSpPr/>
          <p:nvPr/>
        </p:nvSpPr>
        <p:spPr>
          <a:xfrm>
            <a:off x="268833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4" name="Thread 53 (block 0, warp 1)"/>
          <p:cNvSpPr/>
          <p:nvPr/>
        </p:nvSpPr>
        <p:spPr>
          <a:xfrm>
            <a:off x="273405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5" name="Thread 54 (block 0, warp 1)"/>
          <p:cNvSpPr/>
          <p:nvPr/>
        </p:nvSpPr>
        <p:spPr>
          <a:xfrm>
            <a:off x="277977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6" name="Thread 55 (block 0, warp 1)"/>
          <p:cNvSpPr/>
          <p:nvPr/>
        </p:nvSpPr>
        <p:spPr>
          <a:xfrm>
            <a:off x="2825496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7" name="Thread 56 (block 0, warp 1)"/>
          <p:cNvSpPr/>
          <p:nvPr/>
        </p:nvSpPr>
        <p:spPr>
          <a:xfrm>
            <a:off x="250545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8" name="Thread 57 (block 0, warp 1)"/>
          <p:cNvSpPr/>
          <p:nvPr/>
        </p:nvSpPr>
        <p:spPr>
          <a:xfrm>
            <a:off x="255117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9" name="Thread 58 (block 0, warp 1)"/>
          <p:cNvSpPr/>
          <p:nvPr/>
        </p:nvSpPr>
        <p:spPr>
          <a:xfrm>
            <a:off x="259689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0" name="Thread 59 (block 0, warp 1)"/>
          <p:cNvSpPr/>
          <p:nvPr/>
        </p:nvSpPr>
        <p:spPr>
          <a:xfrm>
            <a:off x="264261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1" name="Thread 60 (block 0, warp 1)"/>
          <p:cNvSpPr/>
          <p:nvPr/>
        </p:nvSpPr>
        <p:spPr>
          <a:xfrm>
            <a:off x="268833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2" name="Thread 61 (block 0, warp 1)"/>
          <p:cNvSpPr/>
          <p:nvPr/>
        </p:nvSpPr>
        <p:spPr>
          <a:xfrm>
            <a:off x="273405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3" name="Thread 62 (block 0, warp 1)"/>
          <p:cNvSpPr/>
          <p:nvPr/>
        </p:nvSpPr>
        <p:spPr>
          <a:xfrm>
            <a:off x="277977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4" name="Thread 63 (block 0, warp 1)"/>
          <p:cNvSpPr/>
          <p:nvPr/>
        </p:nvSpPr>
        <p:spPr>
          <a:xfrm>
            <a:off x="2825496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5" name="Thread 64 (block 0, warp 2) selected"/>
          <p:cNvSpPr/>
          <p:nvPr/>
        </p:nvSpPr>
        <p:spPr>
          <a:xfrm>
            <a:off x="250545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06" name="Thread 65 (block 0, warp 2) selected"/>
          <p:cNvSpPr/>
          <p:nvPr/>
        </p:nvSpPr>
        <p:spPr>
          <a:xfrm>
            <a:off x="255117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07" name="Thread 66 (block 0, warp 2) selected"/>
          <p:cNvSpPr/>
          <p:nvPr/>
        </p:nvSpPr>
        <p:spPr>
          <a:xfrm>
            <a:off x="259689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08" name="Thread 67 (block 0, warp 2) selected"/>
          <p:cNvSpPr/>
          <p:nvPr/>
        </p:nvSpPr>
        <p:spPr>
          <a:xfrm>
            <a:off x="264261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09" name="Thread 68 (block 0, warp 2) selected"/>
          <p:cNvSpPr/>
          <p:nvPr/>
        </p:nvSpPr>
        <p:spPr>
          <a:xfrm>
            <a:off x="268833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0" name="Thread 69 (block 0, warp 2) selected"/>
          <p:cNvSpPr/>
          <p:nvPr/>
        </p:nvSpPr>
        <p:spPr>
          <a:xfrm>
            <a:off x="273405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1" name="Thread 70 (block 0, warp 2) selected"/>
          <p:cNvSpPr/>
          <p:nvPr/>
        </p:nvSpPr>
        <p:spPr>
          <a:xfrm>
            <a:off x="277977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2" name="Thread 71 (block 0, warp 2) selected"/>
          <p:cNvSpPr/>
          <p:nvPr/>
        </p:nvSpPr>
        <p:spPr>
          <a:xfrm>
            <a:off x="28254960" y="1287018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3" name="Thread 72 (block 0, warp 2) selected"/>
          <p:cNvSpPr/>
          <p:nvPr/>
        </p:nvSpPr>
        <p:spPr>
          <a:xfrm>
            <a:off x="250545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4" name="Thread 73 (block 0, warp 2) selected"/>
          <p:cNvSpPr/>
          <p:nvPr/>
        </p:nvSpPr>
        <p:spPr>
          <a:xfrm>
            <a:off x="255117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5" name="Thread 74 (block 0, warp 2) selected"/>
          <p:cNvSpPr/>
          <p:nvPr/>
        </p:nvSpPr>
        <p:spPr>
          <a:xfrm>
            <a:off x="259689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6" name="Thread 75 (block 0, warp 2) selected"/>
          <p:cNvSpPr/>
          <p:nvPr/>
        </p:nvSpPr>
        <p:spPr>
          <a:xfrm>
            <a:off x="264261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7" name="Thread 76 (block 0, warp 2) selected"/>
          <p:cNvSpPr/>
          <p:nvPr/>
        </p:nvSpPr>
        <p:spPr>
          <a:xfrm>
            <a:off x="268833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8" name="Thread 77 (block 0, warp 2) selected"/>
          <p:cNvSpPr/>
          <p:nvPr/>
        </p:nvSpPr>
        <p:spPr>
          <a:xfrm>
            <a:off x="273405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9" name="Thread 78 (block 0, warp 2) selected"/>
          <p:cNvSpPr/>
          <p:nvPr/>
        </p:nvSpPr>
        <p:spPr>
          <a:xfrm>
            <a:off x="277977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0" name="Thread 79 (block 0, warp 2) selected"/>
          <p:cNvSpPr/>
          <p:nvPr/>
        </p:nvSpPr>
        <p:spPr>
          <a:xfrm>
            <a:off x="28254960" y="132816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1" name="Thread 80 (block 0, warp 2) selected"/>
          <p:cNvSpPr/>
          <p:nvPr/>
        </p:nvSpPr>
        <p:spPr>
          <a:xfrm>
            <a:off x="250545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2" name="Thread 81 (block 0, warp 2) selected"/>
          <p:cNvSpPr/>
          <p:nvPr/>
        </p:nvSpPr>
        <p:spPr>
          <a:xfrm>
            <a:off x="255117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3" name="Thread 82 (block 0, warp 2) selected"/>
          <p:cNvSpPr/>
          <p:nvPr/>
        </p:nvSpPr>
        <p:spPr>
          <a:xfrm>
            <a:off x="259689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4" name="Thread 83 (block 0, warp 2) selected"/>
          <p:cNvSpPr/>
          <p:nvPr/>
        </p:nvSpPr>
        <p:spPr>
          <a:xfrm>
            <a:off x="264261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5" name="Thread 84 (block 0, warp 2) selected"/>
          <p:cNvSpPr/>
          <p:nvPr/>
        </p:nvSpPr>
        <p:spPr>
          <a:xfrm>
            <a:off x="268833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6" name="Thread 85 (block 0, warp 2) selected"/>
          <p:cNvSpPr/>
          <p:nvPr/>
        </p:nvSpPr>
        <p:spPr>
          <a:xfrm>
            <a:off x="273405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7" name="Thread 86 (block 0, warp 2) selected"/>
          <p:cNvSpPr/>
          <p:nvPr/>
        </p:nvSpPr>
        <p:spPr>
          <a:xfrm>
            <a:off x="277977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8" name="Thread 87 (block 0, warp 2) selected"/>
          <p:cNvSpPr/>
          <p:nvPr/>
        </p:nvSpPr>
        <p:spPr>
          <a:xfrm>
            <a:off x="28254960" y="1369314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9" name="Thread 88 (block 0, warp 2) selected"/>
          <p:cNvSpPr/>
          <p:nvPr/>
        </p:nvSpPr>
        <p:spPr>
          <a:xfrm>
            <a:off x="250545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0" name="Thread 89 (block 0, warp 2) selected"/>
          <p:cNvSpPr/>
          <p:nvPr/>
        </p:nvSpPr>
        <p:spPr>
          <a:xfrm>
            <a:off x="255117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1" name="Thread 90 (block 0, warp 2) selected"/>
          <p:cNvSpPr/>
          <p:nvPr/>
        </p:nvSpPr>
        <p:spPr>
          <a:xfrm>
            <a:off x="259689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2" name="Thread 91 (block 0, warp 2) selected"/>
          <p:cNvSpPr/>
          <p:nvPr/>
        </p:nvSpPr>
        <p:spPr>
          <a:xfrm>
            <a:off x="264261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3" name="Thread 92 (block 0, warp 2) selected"/>
          <p:cNvSpPr/>
          <p:nvPr/>
        </p:nvSpPr>
        <p:spPr>
          <a:xfrm>
            <a:off x="268833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4" name="Thread 93 (block 0, warp 2) selected"/>
          <p:cNvSpPr/>
          <p:nvPr/>
        </p:nvSpPr>
        <p:spPr>
          <a:xfrm>
            <a:off x="273405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5" name="Thread 94 (block 0, warp 2) selected"/>
          <p:cNvSpPr/>
          <p:nvPr/>
        </p:nvSpPr>
        <p:spPr>
          <a:xfrm>
            <a:off x="277977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6" name="Thread 95 (block 0, warp 2) selected"/>
          <p:cNvSpPr/>
          <p:nvPr/>
        </p:nvSpPr>
        <p:spPr>
          <a:xfrm>
            <a:off x="28254960" y="1410462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7" name="Thread 96 (block 0, warp 3)"/>
          <p:cNvSpPr/>
          <p:nvPr/>
        </p:nvSpPr>
        <p:spPr>
          <a:xfrm>
            <a:off x="250545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8" name="Thread 97 (block 0, warp 3)"/>
          <p:cNvSpPr/>
          <p:nvPr/>
        </p:nvSpPr>
        <p:spPr>
          <a:xfrm>
            <a:off x="255117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9" name="Thread 98 (block 0, warp 3)"/>
          <p:cNvSpPr/>
          <p:nvPr/>
        </p:nvSpPr>
        <p:spPr>
          <a:xfrm>
            <a:off x="259689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0" name="Thread 99 (block 0, warp 3)"/>
          <p:cNvSpPr/>
          <p:nvPr/>
        </p:nvSpPr>
        <p:spPr>
          <a:xfrm>
            <a:off x="264261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1" name="Thread 100 (block 0, warp 3)"/>
          <p:cNvSpPr/>
          <p:nvPr/>
        </p:nvSpPr>
        <p:spPr>
          <a:xfrm>
            <a:off x="268833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2" name="Thread 101 (block 0, warp 3)"/>
          <p:cNvSpPr/>
          <p:nvPr/>
        </p:nvSpPr>
        <p:spPr>
          <a:xfrm>
            <a:off x="273405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3" name="Thread 102 (block 0, warp 3)"/>
          <p:cNvSpPr/>
          <p:nvPr/>
        </p:nvSpPr>
        <p:spPr>
          <a:xfrm>
            <a:off x="277977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4" name="Thread 103 (block 0, warp 3)"/>
          <p:cNvSpPr/>
          <p:nvPr/>
        </p:nvSpPr>
        <p:spPr>
          <a:xfrm>
            <a:off x="2825496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5" name="Thread 104 (block 0, warp 3)"/>
          <p:cNvSpPr/>
          <p:nvPr/>
        </p:nvSpPr>
        <p:spPr>
          <a:xfrm>
            <a:off x="250545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6" name="Thread 105 (block 0, warp 3)"/>
          <p:cNvSpPr/>
          <p:nvPr/>
        </p:nvSpPr>
        <p:spPr>
          <a:xfrm>
            <a:off x="255117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7" name="Thread 106 (block 0, warp 3)"/>
          <p:cNvSpPr/>
          <p:nvPr/>
        </p:nvSpPr>
        <p:spPr>
          <a:xfrm>
            <a:off x="259689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8" name="Thread 107 (block 0, warp 3)"/>
          <p:cNvSpPr/>
          <p:nvPr/>
        </p:nvSpPr>
        <p:spPr>
          <a:xfrm>
            <a:off x="264261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9" name="Thread 108 (block 0, warp 3)"/>
          <p:cNvSpPr/>
          <p:nvPr/>
        </p:nvSpPr>
        <p:spPr>
          <a:xfrm>
            <a:off x="268833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0" name="Thread 109 (block 0, warp 3)"/>
          <p:cNvSpPr/>
          <p:nvPr/>
        </p:nvSpPr>
        <p:spPr>
          <a:xfrm>
            <a:off x="273405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1" name="Thread 110 (block 0, warp 3)"/>
          <p:cNvSpPr/>
          <p:nvPr/>
        </p:nvSpPr>
        <p:spPr>
          <a:xfrm>
            <a:off x="277977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2" name="Thread 111 (block 0, warp 3)"/>
          <p:cNvSpPr/>
          <p:nvPr/>
        </p:nvSpPr>
        <p:spPr>
          <a:xfrm>
            <a:off x="2825496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3" name="Thread 112 (block 0, warp 3)"/>
          <p:cNvSpPr/>
          <p:nvPr/>
        </p:nvSpPr>
        <p:spPr>
          <a:xfrm>
            <a:off x="250545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4" name="Thread 113 (block 0, warp 3)"/>
          <p:cNvSpPr/>
          <p:nvPr/>
        </p:nvSpPr>
        <p:spPr>
          <a:xfrm>
            <a:off x="255117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5" name="Thread 114 (block 0, warp 3)"/>
          <p:cNvSpPr/>
          <p:nvPr/>
        </p:nvSpPr>
        <p:spPr>
          <a:xfrm>
            <a:off x="259689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6" name="Thread 115 (block 0, warp 3)"/>
          <p:cNvSpPr/>
          <p:nvPr/>
        </p:nvSpPr>
        <p:spPr>
          <a:xfrm>
            <a:off x="264261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7" name="Thread 116 (block 0, warp 3)"/>
          <p:cNvSpPr/>
          <p:nvPr/>
        </p:nvSpPr>
        <p:spPr>
          <a:xfrm>
            <a:off x="268833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8" name="Thread 117 (block 0, warp 3)"/>
          <p:cNvSpPr/>
          <p:nvPr/>
        </p:nvSpPr>
        <p:spPr>
          <a:xfrm>
            <a:off x="273405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9" name="Thread 118 (block 0, warp 3)"/>
          <p:cNvSpPr/>
          <p:nvPr/>
        </p:nvSpPr>
        <p:spPr>
          <a:xfrm>
            <a:off x="277977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0" name="Thread 119 (block 0, warp 3)"/>
          <p:cNvSpPr/>
          <p:nvPr/>
        </p:nvSpPr>
        <p:spPr>
          <a:xfrm>
            <a:off x="2825496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1" name="Thread 120 (block 0, warp 3)"/>
          <p:cNvSpPr/>
          <p:nvPr/>
        </p:nvSpPr>
        <p:spPr>
          <a:xfrm>
            <a:off x="250545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2" name="Thread 121 (block 0, warp 3)"/>
          <p:cNvSpPr/>
          <p:nvPr/>
        </p:nvSpPr>
        <p:spPr>
          <a:xfrm>
            <a:off x="255117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3" name="Thread 122 (block 0, warp 3)"/>
          <p:cNvSpPr/>
          <p:nvPr/>
        </p:nvSpPr>
        <p:spPr>
          <a:xfrm>
            <a:off x="259689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4" name="Thread 123 (block 0, warp 3)"/>
          <p:cNvSpPr/>
          <p:nvPr/>
        </p:nvSpPr>
        <p:spPr>
          <a:xfrm>
            <a:off x="264261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5" name="Thread 124 (block 0, warp 3)"/>
          <p:cNvSpPr/>
          <p:nvPr/>
        </p:nvSpPr>
        <p:spPr>
          <a:xfrm>
            <a:off x="268833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6" name="Thread 125 (block 0, warp 3)"/>
          <p:cNvSpPr/>
          <p:nvPr/>
        </p:nvSpPr>
        <p:spPr>
          <a:xfrm>
            <a:off x="273405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7" name="Thread 126 (block 0, warp 3)"/>
          <p:cNvSpPr/>
          <p:nvPr/>
        </p:nvSpPr>
        <p:spPr>
          <a:xfrm>
            <a:off x="277977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8" name="Thread 127 (block 0, warp 3)"/>
          <p:cNvSpPr/>
          <p:nvPr/>
        </p:nvSpPr>
        <p:spPr>
          <a:xfrm>
            <a:off x="2825496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9" name="Block 1"/>
          <p:cNvSpPr/>
          <p:nvPr/>
        </p:nvSpPr>
        <p:spPr>
          <a:xfrm>
            <a:off x="29900880" y="7932420"/>
            <a:ext cx="41148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dk2"/>
                </a:solidFill>
                <a:latin typeface="NVIDIA Sans"/>
              </a:rPr>
              <a:t xml:space="preserve">Block 1</a:t>
            </a:r>
          </a:p>
        </p:txBody>
      </p:sp>
      <p:sp>
        <p:nvSpPr>
          <p:cNvPr id="670" name="Block 1: 128 threads"/>
          <p:cNvSpPr/>
          <p:nvPr/>
        </p:nvSpPr>
        <p:spPr>
          <a:xfrm>
            <a:off x="29900880" y="8755380"/>
            <a:ext cx="4114800" cy="77724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671" name="Thread 0 (block 1, warp 0)"/>
          <p:cNvSpPr/>
          <p:nvPr/>
        </p:nvSpPr>
        <p:spPr>
          <a:xfrm>
            <a:off x="302209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2" name="Thread 1 (block 1, warp 0)"/>
          <p:cNvSpPr/>
          <p:nvPr/>
        </p:nvSpPr>
        <p:spPr>
          <a:xfrm>
            <a:off x="306781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3" name="Thread 2 (block 1, warp 0)"/>
          <p:cNvSpPr/>
          <p:nvPr/>
        </p:nvSpPr>
        <p:spPr>
          <a:xfrm>
            <a:off x="311353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4" name="Thread 3 (block 1, warp 0)"/>
          <p:cNvSpPr/>
          <p:nvPr/>
        </p:nvSpPr>
        <p:spPr>
          <a:xfrm>
            <a:off x="315925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5" name="Thread 4 (block 1, warp 0)"/>
          <p:cNvSpPr/>
          <p:nvPr/>
        </p:nvSpPr>
        <p:spPr>
          <a:xfrm>
            <a:off x="320497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6" name="Thread 5 (block 1, warp 0)"/>
          <p:cNvSpPr/>
          <p:nvPr/>
        </p:nvSpPr>
        <p:spPr>
          <a:xfrm>
            <a:off x="325069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7" name="Thread 6 (block 1, warp 0)"/>
          <p:cNvSpPr/>
          <p:nvPr/>
        </p:nvSpPr>
        <p:spPr>
          <a:xfrm>
            <a:off x="329641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8" name="Thread 7 (block 1, warp 0)"/>
          <p:cNvSpPr/>
          <p:nvPr/>
        </p:nvSpPr>
        <p:spPr>
          <a:xfrm>
            <a:off x="33421320" y="91668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9" name="Thread 8 (block 1, warp 0)"/>
          <p:cNvSpPr/>
          <p:nvPr/>
        </p:nvSpPr>
        <p:spPr>
          <a:xfrm>
            <a:off x="302209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0" name="Thread 9 (block 1, warp 0)"/>
          <p:cNvSpPr/>
          <p:nvPr/>
        </p:nvSpPr>
        <p:spPr>
          <a:xfrm>
            <a:off x="306781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1" name="Thread 10 (block 1, warp 0)"/>
          <p:cNvSpPr/>
          <p:nvPr/>
        </p:nvSpPr>
        <p:spPr>
          <a:xfrm>
            <a:off x="311353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2" name="Thread 11 (block 1, warp 0)"/>
          <p:cNvSpPr/>
          <p:nvPr/>
        </p:nvSpPr>
        <p:spPr>
          <a:xfrm>
            <a:off x="315925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3" name="Thread 12 (block 1, warp 0)"/>
          <p:cNvSpPr/>
          <p:nvPr/>
        </p:nvSpPr>
        <p:spPr>
          <a:xfrm>
            <a:off x="320497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4" name="Thread 13 (block 1, warp 0)"/>
          <p:cNvSpPr/>
          <p:nvPr/>
        </p:nvSpPr>
        <p:spPr>
          <a:xfrm>
            <a:off x="325069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5" name="Thread 14 (block 1, warp 0)"/>
          <p:cNvSpPr/>
          <p:nvPr/>
        </p:nvSpPr>
        <p:spPr>
          <a:xfrm>
            <a:off x="329641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6" name="Thread 15 (block 1, warp 0)"/>
          <p:cNvSpPr/>
          <p:nvPr/>
        </p:nvSpPr>
        <p:spPr>
          <a:xfrm>
            <a:off x="33421320" y="95783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7" name="Thread 16 (block 1, warp 0)"/>
          <p:cNvSpPr/>
          <p:nvPr/>
        </p:nvSpPr>
        <p:spPr>
          <a:xfrm>
            <a:off x="302209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8" name="Thread 17 (block 1, warp 0)"/>
          <p:cNvSpPr/>
          <p:nvPr/>
        </p:nvSpPr>
        <p:spPr>
          <a:xfrm>
            <a:off x="306781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9" name="Thread 18 (block 1, warp 0)"/>
          <p:cNvSpPr/>
          <p:nvPr/>
        </p:nvSpPr>
        <p:spPr>
          <a:xfrm>
            <a:off x="311353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0" name="Thread 19 (block 1, warp 0)"/>
          <p:cNvSpPr/>
          <p:nvPr/>
        </p:nvSpPr>
        <p:spPr>
          <a:xfrm>
            <a:off x="315925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1" name="Thread 20 (block 1, warp 0)"/>
          <p:cNvSpPr/>
          <p:nvPr/>
        </p:nvSpPr>
        <p:spPr>
          <a:xfrm>
            <a:off x="320497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2" name="Thread 21 (block 1, warp 0)"/>
          <p:cNvSpPr/>
          <p:nvPr/>
        </p:nvSpPr>
        <p:spPr>
          <a:xfrm>
            <a:off x="325069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3" name="Thread 22 (block 1, warp 0)"/>
          <p:cNvSpPr/>
          <p:nvPr/>
        </p:nvSpPr>
        <p:spPr>
          <a:xfrm>
            <a:off x="329641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4" name="Thread 23 (block 1, warp 0)"/>
          <p:cNvSpPr/>
          <p:nvPr/>
        </p:nvSpPr>
        <p:spPr>
          <a:xfrm>
            <a:off x="33421320" y="99898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5" name="Thread 24 (block 1, warp 0)"/>
          <p:cNvSpPr/>
          <p:nvPr/>
        </p:nvSpPr>
        <p:spPr>
          <a:xfrm>
            <a:off x="302209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6" name="Thread 25 (block 1, warp 0)"/>
          <p:cNvSpPr/>
          <p:nvPr/>
        </p:nvSpPr>
        <p:spPr>
          <a:xfrm>
            <a:off x="306781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7" name="Thread 26 (block 1, warp 0)"/>
          <p:cNvSpPr/>
          <p:nvPr/>
        </p:nvSpPr>
        <p:spPr>
          <a:xfrm>
            <a:off x="311353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8" name="Thread 27 (block 1, warp 0)"/>
          <p:cNvSpPr/>
          <p:nvPr/>
        </p:nvSpPr>
        <p:spPr>
          <a:xfrm>
            <a:off x="315925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9" name="Thread 28 (block 1, warp 0)"/>
          <p:cNvSpPr/>
          <p:nvPr/>
        </p:nvSpPr>
        <p:spPr>
          <a:xfrm>
            <a:off x="320497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0" name="Thread 29 (block 1, warp 0)"/>
          <p:cNvSpPr/>
          <p:nvPr/>
        </p:nvSpPr>
        <p:spPr>
          <a:xfrm>
            <a:off x="325069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1" name="Thread 30 (block 1, warp 0)"/>
          <p:cNvSpPr/>
          <p:nvPr/>
        </p:nvSpPr>
        <p:spPr>
          <a:xfrm>
            <a:off x="329641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2" name="Thread 31 (block 1, warp 0)"/>
          <p:cNvSpPr/>
          <p:nvPr/>
        </p:nvSpPr>
        <p:spPr>
          <a:xfrm>
            <a:off x="33421320" y="104013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3" name="Thread 32 (block 1, warp 1)"/>
          <p:cNvSpPr/>
          <p:nvPr/>
        </p:nvSpPr>
        <p:spPr>
          <a:xfrm>
            <a:off x="302209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4" name="Thread 33 (block 1, warp 1)"/>
          <p:cNvSpPr/>
          <p:nvPr/>
        </p:nvSpPr>
        <p:spPr>
          <a:xfrm>
            <a:off x="306781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5" name="Thread 34 (block 1, warp 1)"/>
          <p:cNvSpPr/>
          <p:nvPr/>
        </p:nvSpPr>
        <p:spPr>
          <a:xfrm>
            <a:off x="311353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6" name="Thread 35 (block 1, warp 1)"/>
          <p:cNvSpPr/>
          <p:nvPr/>
        </p:nvSpPr>
        <p:spPr>
          <a:xfrm>
            <a:off x="315925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7" name="Thread 36 (block 1, warp 1)"/>
          <p:cNvSpPr/>
          <p:nvPr/>
        </p:nvSpPr>
        <p:spPr>
          <a:xfrm>
            <a:off x="320497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8" name="Thread 37 (block 1, warp 1)"/>
          <p:cNvSpPr/>
          <p:nvPr/>
        </p:nvSpPr>
        <p:spPr>
          <a:xfrm>
            <a:off x="325069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9" name="Thread 38 (block 1, warp 1)"/>
          <p:cNvSpPr/>
          <p:nvPr/>
        </p:nvSpPr>
        <p:spPr>
          <a:xfrm>
            <a:off x="329641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0" name="Thread 39 (block 1, warp 1)"/>
          <p:cNvSpPr/>
          <p:nvPr/>
        </p:nvSpPr>
        <p:spPr>
          <a:xfrm>
            <a:off x="33421320" y="110185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1" name="Thread 40 (block 1, warp 1)"/>
          <p:cNvSpPr/>
          <p:nvPr/>
        </p:nvSpPr>
        <p:spPr>
          <a:xfrm>
            <a:off x="302209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2" name="Thread 41 (block 1, warp 1)"/>
          <p:cNvSpPr/>
          <p:nvPr/>
        </p:nvSpPr>
        <p:spPr>
          <a:xfrm>
            <a:off x="306781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3" name="Thread 42 (block 1, warp 1)"/>
          <p:cNvSpPr/>
          <p:nvPr/>
        </p:nvSpPr>
        <p:spPr>
          <a:xfrm>
            <a:off x="311353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4" name="Thread 43 (block 1, warp 1)"/>
          <p:cNvSpPr/>
          <p:nvPr/>
        </p:nvSpPr>
        <p:spPr>
          <a:xfrm>
            <a:off x="315925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5" name="Thread 44 (block 1, warp 1)"/>
          <p:cNvSpPr/>
          <p:nvPr/>
        </p:nvSpPr>
        <p:spPr>
          <a:xfrm>
            <a:off x="320497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6" name="Thread 45 (block 1, warp 1)"/>
          <p:cNvSpPr/>
          <p:nvPr/>
        </p:nvSpPr>
        <p:spPr>
          <a:xfrm>
            <a:off x="325069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7" name="Thread 46 (block 1, warp 1)"/>
          <p:cNvSpPr/>
          <p:nvPr/>
        </p:nvSpPr>
        <p:spPr>
          <a:xfrm>
            <a:off x="329641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8" name="Thread 47 (block 1, warp 1)"/>
          <p:cNvSpPr/>
          <p:nvPr/>
        </p:nvSpPr>
        <p:spPr>
          <a:xfrm>
            <a:off x="33421320" y="114300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9" name="Thread 48 (block 1, warp 1)"/>
          <p:cNvSpPr/>
          <p:nvPr/>
        </p:nvSpPr>
        <p:spPr>
          <a:xfrm>
            <a:off x="302209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0" name="Thread 49 (block 1, warp 1)"/>
          <p:cNvSpPr/>
          <p:nvPr/>
        </p:nvSpPr>
        <p:spPr>
          <a:xfrm>
            <a:off x="306781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1" name="Thread 50 (block 1, warp 1)"/>
          <p:cNvSpPr/>
          <p:nvPr/>
        </p:nvSpPr>
        <p:spPr>
          <a:xfrm>
            <a:off x="311353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2" name="Thread 51 (block 1, warp 1)"/>
          <p:cNvSpPr/>
          <p:nvPr/>
        </p:nvSpPr>
        <p:spPr>
          <a:xfrm>
            <a:off x="315925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3" name="Thread 52 (block 1, warp 1)"/>
          <p:cNvSpPr/>
          <p:nvPr/>
        </p:nvSpPr>
        <p:spPr>
          <a:xfrm>
            <a:off x="320497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4" name="Thread 53 (block 1, warp 1)"/>
          <p:cNvSpPr/>
          <p:nvPr/>
        </p:nvSpPr>
        <p:spPr>
          <a:xfrm>
            <a:off x="325069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5" name="Thread 54 (block 1, warp 1)"/>
          <p:cNvSpPr/>
          <p:nvPr/>
        </p:nvSpPr>
        <p:spPr>
          <a:xfrm>
            <a:off x="329641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6" name="Thread 55 (block 1, warp 1)"/>
          <p:cNvSpPr/>
          <p:nvPr/>
        </p:nvSpPr>
        <p:spPr>
          <a:xfrm>
            <a:off x="33421320" y="118414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7" name="Thread 56 (block 1, warp 1)"/>
          <p:cNvSpPr/>
          <p:nvPr/>
        </p:nvSpPr>
        <p:spPr>
          <a:xfrm>
            <a:off x="302209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8" name="Thread 57 (block 1, warp 1)"/>
          <p:cNvSpPr/>
          <p:nvPr/>
        </p:nvSpPr>
        <p:spPr>
          <a:xfrm>
            <a:off x="306781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9" name="Thread 58 (block 1, warp 1)"/>
          <p:cNvSpPr/>
          <p:nvPr/>
        </p:nvSpPr>
        <p:spPr>
          <a:xfrm>
            <a:off x="311353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0" name="Thread 59 (block 1, warp 1)"/>
          <p:cNvSpPr/>
          <p:nvPr/>
        </p:nvSpPr>
        <p:spPr>
          <a:xfrm>
            <a:off x="315925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1" name="Thread 60 (block 1, warp 1)"/>
          <p:cNvSpPr/>
          <p:nvPr/>
        </p:nvSpPr>
        <p:spPr>
          <a:xfrm>
            <a:off x="320497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2" name="Thread 61 (block 1, warp 1)"/>
          <p:cNvSpPr/>
          <p:nvPr/>
        </p:nvSpPr>
        <p:spPr>
          <a:xfrm>
            <a:off x="325069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3" name="Thread 62 (block 1, warp 1)"/>
          <p:cNvSpPr/>
          <p:nvPr/>
        </p:nvSpPr>
        <p:spPr>
          <a:xfrm>
            <a:off x="329641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4" name="Thread 63 (block 1, warp 1)"/>
          <p:cNvSpPr/>
          <p:nvPr/>
        </p:nvSpPr>
        <p:spPr>
          <a:xfrm>
            <a:off x="33421320" y="122529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5" name="Thread 64 (block 1, warp 2)"/>
          <p:cNvSpPr/>
          <p:nvPr/>
        </p:nvSpPr>
        <p:spPr>
          <a:xfrm>
            <a:off x="302209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6" name="Thread 65 (block 1, warp 2)"/>
          <p:cNvSpPr/>
          <p:nvPr/>
        </p:nvSpPr>
        <p:spPr>
          <a:xfrm>
            <a:off x="306781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7" name="Thread 66 (block 1, warp 2)"/>
          <p:cNvSpPr/>
          <p:nvPr/>
        </p:nvSpPr>
        <p:spPr>
          <a:xfrm>
            <a:off x="311353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8" name="Thread 67 (block 1, warp 2)"/>
          <p:cNvSpPr/>
          <p:nvPr/>
        </p:nvSpPr>
        <p:spPr>
          <a:xfrm>
            <a:off x="315925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9" name="Thread 68 (block 1, warp 2)"/>
          <p:cNvSpPr/>
          <p:nvPr/>
        </p:nvSpPr>
        <p:spPr>
          <a:xfrm>
            <a:off x="320497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0" name="Thread 69 (block 1, warp 2)"/>
          <p:cNvSpPr/>
          <p:nvPr/>
        </p:nvSpPr>
        <p:spPr>
          <a:xfrm>
            <a:off x="325069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1" name="Thread 70 (block 1, warp 2)"/>
          <p:cNvSpPr/>
          <p:nvPr/>
        </p:nvSpPr>
        <p:spPr>
          <a:xfrm>
            <a:off x="329641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2" name="Thread 71 (block 1, warp 2)"/>
          <p:cNvSpPr/>
          <p:nvPr/>
        </p:nvSpPr>
        <p:spPr>
          <a:xfrm>
            <a:off x="33421320" y="128701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3" name="Thread 72 (block 1, warp 2)"/>
          <p:cNvSpPr/>
          <p:nvPr/>
        </p:nvSpPr>
        <p:spPr>
          <a:xfrm>
            <a:off x="302209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4" name="Thread 73 (block 1, warp 2)"/>
          <p:cNvSpPr/>
          <p:nvPr/>
        </p:nvSpPr>
        <p:spPr>
          <a:xfrm>
            <a:off x="306781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5" name="Thread 74 (block 1, warp 2)"/>
          <p:cNvSpPr/>
          <p:nvPr/>
        </p:nvSpPr>
        <p:spPr>
          <a:xfrm>
            <a:off x="311353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6" name="Thread 75 (block 1, warp 2)"/>
          <p:cNvSpPr/>
          <p:nvPr/>
        </p:nvSpPr>
        <p:spPr>
          <a:xfrm>
            <a:off x="315925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7" name="Thread 76 (block 1, warp 2)"/>
          <p:cNvSpPr/>
          <p:nvPr/>
        </p:nvSpPr>
        <p:spPr>
          <a:xfrm>
            <a:off x="320497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8" name="Thread 77 (block 1, warp 2)"/>
          <p:cNvSpPr/>
          <p:nvPr/>
        </p:nvSpPr>
        <p:spPr>
          <a:xfrm>
            <a:off x="325069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9" name="Thread 78 (block 1, warp 2)"/>
          <p:cNvSpPr/>
          <p:nvPr/>
        </p:nvSpPr>
        <p:spPr>
          <a:xfrm>
            <a:off x="329641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0" name="Thread 79 (block 1, warp 2)"/>
          <p:cNvSpPr/>
          <p:nvPr/>
        </p:nvSpPr>
        <p:spPr>
          <a:xfrm>
            <a:off x="33421320" y="132816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1" name="Thread 80 (block 1, warp 2)"/>
          <p:cNvSpPr/>
          <p:nvPr/>
        </p:nvSpPr>
        <p:spPr>
          <a:xfrm>
            <a:off x="302209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2" name="Thread 81 (block 1, warp 2)"/>
          <p:cNvSpPr/>
          <p:nvPr/>
        </p:nvSpPr>
        <p:spPr>
          <a:xfrm>
            <a:off x="306781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3" name="Thread 82 (block 1, warp 2)"/>
          <p:cNvSpPr/>
          <p:nvPr/>
        </p:nvSpPr>
        <p:spPr>
          <a:xfrm>
            <a:off x="311353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4" name="Thread 83 (block 1, warp 2)"/>
          <p:cNvSpPr/>
          <p:nvPr/>
        </p:nvSpPr>
        <p:spPr>
          <a:xfrm>
            <a:off x="315925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5" name="Thread 84 (block 1, warp 2)"/>
          <p:cNvSpPr/>
          <p:nvPr/>
        </p:nvSpPr>
        <p:spPr>
          <a:xfrm>
            <a:off x="320497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6" name="Thread 85 (block 1, warp 2)"/>
          <p:cNvSpPr/>
          <p:nvPr/>
        </p:nvSpPr>
        <p:spPr>
          <a:xfrm>
            <a:off x="325069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7" name="Thread 86 (block 1, warp 2)"/>
          <p:cNvSpPr/>
          <p:nvPr/>
        </p:nvSpPr>
        <p:spPr>
          <a:xfrm>
            <a:off x="329641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8" name="Thread 87 (block 1, warp 2)"/>
          <p:cNvSpPr/>
          <p:nvPr/>
        </p:nvSpPr>
        <p:spPr>
          <a:xfrm>
            <a:off x="33421320" y="136931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9" name="Thread 88 (block 1, warp 2)"/>
          <p:cNvSpPr/>
          <p:nvPr/>
        </p:nvSpPr>
        <p:spPr>
          <a:xfrm>
            <a:off x="302209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0" name="Thread 89 (block 1, warp 2)"/>
          <p:cNvSpPr/>
          <p:nvPr/>
        </p:nvSpPr>
        <p:spPr>
          <a:xfrm>
            <a:off x="306781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1" name="Thread 90 (block 1, warp 2)"/>
          <p:cNvSpPr/>
          <p:nvPr/>
        </p:nvSpPr>
        <p:spPr>
          <a:xfrm>
            <a:off x="311353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2" name="Thread 91 (block 1, warp 2)"/>
          <p:cNvSpPr/>
          <p:nvPr/>
        </p:nvSpPr>
        <p:spPr>
          <a:xfrm>
            <a:off x="315925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3" name="Thread 92 (block 1, warp 2)"/>
          <p:cNvSpPr/>
          <p:nvPr/>
        </p:nvSpPr>
        <p:spPr>
          <a:xfrm>
            <a:off x="320497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4" name="Thread 93 (block 1, warp 2)"/>
          <p:cNvSpPr/>
          <p:nvPr/>
        </p:nvSpPr>
        <p:spPr>
          <a:xfrm>
            <a:off x="325069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5" name="Thread 94 (block 1, warp 2)"/>
          <p:cNvSpPr/>
          <p:nvPr/>
        </p:nvSpPr>
        <p:spPr>
          <a:xfrm>
            <a:off x="329641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6" name="Thread 95 (block 1, warp 2)"/>
          <p:cNvSpPr/>
          <p:nvPr/>
        </p:nvSpPr>
        <p:spPr>
          <a:xfrm>
            <a:off x="33421320" y="141046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7" name="Thread 96 (block 1, warp 3)"/>
          <p:cNvSpPr/>
          <p:nvPr/>
        </p:nvSpPr>
        <p:spPr>
          <a:xfrm>
            <a:off x="302209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8" name="Thread 97 (block 1, warp 3)"/>
          <p:cNvSpPr/>
          <p:nvPr/>
        </p:nvSpPr>
        <p:spPr>
          <a:xfrm>
            <a:off x="306781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9" name="Thread 98 (block 1, warp 3)"/>
          <p:cNvSpPr/>
          <p:nvPr/>
        </p:nvSpPr>
        <p:spPr>
          <a:xfrm>
            <a:off x="311353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0" name="Thread 99 (block 1, warp 3)"/>
          <p:cNvSpPr/>
          <p:nvPr/>
        </p:nvSpPr>
        <p:spPr>
          <a:xfrm>
            <a:off x="315925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1" name="Thread 100 (block 1, warp 3)"/>
          <p:cNvSpPr/>
          <p:nvPr/>
        </p:nvSpPr>
        <p:spPr>
          <a:xfrm>
            <a:off x="320497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2" name="Thread 101 (block 1, warp 3)"/>
          <p:cNvSpPr/>
          <p:nvPr/>
        </p:nvSpPr>
        <p:spPr>
          <a:xfrm>
            <a:off x="325069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3" name="Thread 102 (block 1, warp 3)"/>
          <p:cNvSpPr/>
          <p:nvPr/>
        </p:nvSpPr>
        <p:spPr>
          <a:xfrm>
            <a:off x="329641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4" name="Thread 103 (block 1, warp 3)"/>
          <p:cNvSpPr/>
          <p:nvPr/>
        </p:nvSpPr>
        <p:spPr>
          <a:xfrm>
            <a:off x="33421320" y="1472184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5" name="Thread 104 (block 1, warp 3)"/>
          <p:cNvSpPr/>
          <p:nvPr/>
        </p:nvSpPr>
        <p:spPr>
          <a:xfrm>
            <a:off x="302209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6" name="Thread 105 (block 1, warp 3)"/>
          <p:cNvSpPr/>
          <p:nvPr/>
        </p:nvSpPr>
        <p:spPr>
          <a:xfrm>
            <a:off x="306781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7" name="Thread 106 (block 1, warp 3)"/>
          <p:cNvSpPr/>
          <p:nvPr/>
        </p:nvSpPr>
        <p:spPr>
          <a:xfrm>
            <a:off x="311353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8" name="Thread 107 (block 1, warp 3)"/>
          <p:cNvSpPr/>
          <p:nvPr/>
        </p:nvSpPr>
        <p:spPr>
          <a:xfrm>
            <a:off x="315925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79" name="Thread 108 (block 1, warp 3)"/>
          <p:cNvSpPr/>
          <p:nvPr/>
        </p:nvSpPr>
        <p:spPr>
          <a:xfrm>
            <a:off x="320497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0" name="Thread 109 (block 1, warp 3)"/>
          <p:cNvSpPr/>
          <p:nvPr/>
        </p:nvSpPr>
        <p:spPr>
          <a:xfrm>
            <a:off x="325069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1" name="Thread 110 (block 1, warp 3)"/>
          <p:cNvSpPr/>
          <p:nvPr/>
        </p:nvSpPr>
        <p:spPr>
          <a:xfrm>
            <a:off x="329641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2" name="Thread 111 (block 1, warp 3)"/>
          <p:cNvSpPr/>
          <p:nvPr/>
        </p:nvSpPr>
        <p:spPr>
          <a:xfrm>
            <a:off x="33421320" y="1513332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3" name="Thread 112 (block 1, warp 3)"/>
          <p:cNvSpPr/>
          <p:nvPr/>
        </p:nvSpPr>
        <p:spPr>
          <a:xfrm>
            <a:off x="302209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4" name="Thread 113 (block 1, warp 3)"/>
          <p:cNvSpPr/>
          <p:nvPr/>
        </p:nvSpPr>
        <p:spPr>
          <a:xfrm>
            <a:off x="306781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5" name="Thread 114 (block 1, warp 3)"/>
          <p:cNvSpPr/>
          <p:nvPr/>
        </p:nvSpPr>
        <p:spPr>
          <a:xfrm>
            <a:off x="311353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6" name="Thread 115 (block 1, warp 3)"/>
          <p:cNvSpPr/>
          <p:nvPr/>
        </p:nvSpPr>
        <p:spPr>
          <a:xfrm>
            <a:off x="315925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7" name="Thread 116 (block 1, warp 3)"/>
          <p:cNvSpPr/>
          <p:nvPr/>
        </p:nvSpPr>
        <p:spPr>
          <a:xfrm>
            <a:off x="320497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8" name="Thread 117 (block 1, warp 3)"/>
          <p:cNvSpPr/>
          <p:nvPr/>
        </p:nvSpPr>
        <p:spPr>
          <a:xfrm>
            <a:off x="325069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89" name="Thread 118 (block 1, warp 3)"/>
          <p:cNvSpPr/>
          <p:nvPr/>
        </p:nvSpPr>
        <p:spPr>
          <a:xfrm>
            <a:off x="329641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0" name="Thread 119 (block 1, warp 3)"/>
          <p:cNvSpPr/>
          <p:nvPr/>
        </p:nvSpPr>
        <p:spPr>
          <a:xfrm>
            <a:off x="33421320" y="1554480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1" name="Thread 120 (block 1, warp 3)"/>
          <p:cNvSpPr/>
          <p:nvPr/>
        </p:nvSpPr>
        <p:spPr>
          <a:xfrm>
            <a:off x="302209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2" name="Thread 121 (block 1, warp 3)"/>
          <p:cNvSpPr/>
          <p:nvPr/>
        </p:nvSpPr>
        <p:spPr>
          <a:xfrm>
            <a:off x="306781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3" name="Thread 122 (block 1, warp 3)"/>
          <p:cNvSpPr/>
          <p:nvPr/>
        </p:nvSpPr>
        <p:spPr>
          <a:xfrm>
            <a:off x="311353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4" name="Thread 123 (block 1, warp 3)"/>
          <p:cNvSpPr/>
          <p:nvPr/>
        </p:nvSpPr>
        <p:spPr>
          <a:xfrm>
            <a:off x="315925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5" name="Thread 124 (block 1, warp 3)"/>
          <p:cNvSpPr/>
          <p:nvPr/>
        </p:nvSpPr>
        <p:spPr>
          <a:xfrm>
            <a:off x="320497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6" name="Thread 125 (block 1, warp 3)"/>
          <p:cNvSpPr/>
          <p:nvPr/>
        </p:nvSpPr>
        <p:spPr>
          <a:xfrm>
            <a:off x="325069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7" name="Thread 126 (block 1, warp 3)"/>
          <p:cNvSpPr/>
          <p:nvPr/>
        </p:nvSpPr>
        <p:spPr>
          <a:xfrm>
            <a:off x="329641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8" name="Thread 127 (block 1, warp 3)"/>
          <p:cNvSpPr/>
          <p:nvPr/>
        </p:nvSpPr>
        <p:spPr>
          <a:xfrm>
            <a:off x="33421320" y="1595628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99" name="Upper boundary: block"/>
          <p:cNvSpPr/>
          <p:nvPr/>
        </p:nvSpPr>
        <p:spPr>
          <a:xfrm>
            <a:off x="24460200" y="17167860"/>
            <a:ext cx="10012680" cy="7086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780" b="0">
                <a:solidFill>
                  <a:schemeClr val="dk2"/>
                </a:solidFill>
                <a:latin typeface="NVIDIA Sans"/>
              </a:rPr>
              <a:t xml:space="preserve">Upper boundary: block</a:t>
            </a:r>
          </a:p>
        </p:txBody>
      </p:sp>
      <p:sp>
        <p:nvSpPr>
          <p:cNvPr id="800" name="Unit: warp · first + third warp"/>
          <p:cNvSpPr/>
          <p:nvPr/>
        </p:nvSpPr>
        <p:spPr>
          <a:xfrm>
            <a:off x="24460200" y="18013680"/>
            <a:ext cx="1001268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Unit: warp · first + third warp</a:t>
            </a:r>
          </a:p>
        </p:txBody>
      </p:sp>
      <p:sp>
        <p:nvSpPr>
          <p:cNvPr id="801" name="Shape"/>
          <p:cNvSpPr/>
          <p:nvPr/>
        </p:nvSpPr>
        <p:spPr>
          <a:xfrm>
            <a:off x="12687300" y="5806440"/>
            <a:ext cx="22860" cy="1284732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802" name="Shape"/>
          <p:cNvSpPr/>
          <p:nvPr/>
        </p:nvSpPr>
        <p:spPr>
          <a:xfrm>
            <a:off x="23888700" y="5806440"/>
            <a:ext cx="22860" cy="1284732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803" name="Shape"/>
          <p:cNvSpPr/>
          <p:nvPr/>
        </p:nvSpPr>
        <p:spPr>
          <a:xfrm>
            <a:off x="1874520" y="19225260"/>
            <a:ext cx="274320" cy="27432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04" name="Thread in the group"/>
          <p:cNvSpPr/>
          <p:nvPr/>
        </p:nvSpPr>
        <p:spPr>
          <a:xfrm>
            <a:off x="2377440" y="19088100"/>
            <a:ext cx="4343400" cy="5943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Thread in the group</a:t>
            </a:r>
          </a:p>
        </p:txBody>
      </p:sp>
      <p:sp>
        <p:nvSpPr>
          <p:cNvPr id="805" name="Shape"/>
          <p:cNvSpPr/>
          <p:nvPr/>
        </p:nvSpPr>
        <p:spPr>
          <a:xfrm>
            <a:off x="7040880" y="19225260"/>
            <a:ext cx="274320" cy="27432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806" name="Other thread"/>
          <p:cNvSpPr/>
          <p:nvPr/>
        </p:nvSpPr>
        <p:spPr>
          <a:xfrm>
            <a:off x="7543800" y="19088100"/>
            <a:ext cx="3429000" cy="5943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Other thread</a:t>
            </a:r>
          </a:p>
        </p:txBody>
      </p:sp>
      <p:sp>
        <p:nvSpPr>
          <p:cNvPr id="807" name="Shape"/>
          <p:cNvSpPr/>
          <p:nvPr/>
        </p:nvSpPr>
        <p:spPr>
          <a:xfrm>
            <a:off x="11407140" y="19110960"/>
            <a:ext cx="640080" cy="457200"/>
          </a:xfrm>
          <a:prstGeom prst="roundRect">
            <a:avLst>
              <a:gd name="adj" fmla="val 6000"/>
            </a:avLst>
          </a:prstGeom>
          <a:noFill/>
          <a:ln w="45720">
            <a:solidFill>
              <a:schemeClr val="dk2"/>
            </a:solidFill>
            <a:prstDash val="dash"/>
          </a:ln>
        </p:spPr>
      </p:sp>
      <p:sp>
        <p:nvSpPr>
          <p:cNvPr id="808" name="Upper boundary"/>
          <p:cNvSpPr/>
          <p:nvPr/>
        </p:nvSpPr>
        <p:spPr>
          <a:xfrm>
            <a:off x="12367260" y="19088100"/>
            <a:ext cx="4572000" cy="5943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Upper boundary</a:t>
            </a:r>
          </a:p>
        </p:txBody>
      </p:sp>
      <p:sp>
        <p:nvSpPr>
          <p:cNvPr id="809" name="Shape"/>
          <p:cNvSpPr/>
          <p:nvPr/>
        </p:nvSpPr>
        <p:spPr>
          <a:xfrm>
            <a:off x="17350740" y="19133820"/>
            <a:ext cx="640080" cy="41148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>
                <a:shade val="65000"/>
              </a:schemeClr>
            </a:solidFill>
          </a:ln>
        </p:spPr>
      </p:sp>
      <p:sp>
        <p:nvSpPr>
          <p:cNvPr id="810" name="Warp as a unit"/>
          <p:cNvSpPr/>
          <p:nvPr/>
        </p:nvSpPr>
        <p:spPr>
          <a:xfrm>
            <a:off x="18310860" y="19088100"/>
            <a:ext cx="4343400" cy="5943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Warp as a unit</a:t>
            </a:r>
          </a:p>
        </p:txBody>
      </p:sp>
      <p:sp>
        <p:nvSpPr>
          <p:cNvPr id="811" name="128 threads / block · schematic layout"/>
          <p:cNvSpPr/>
          <p:nvPr/>
        </p:nvSpPr>
        <p:spPr>
          <a:xfrm>
            <a:off x="23088600" y="19088100"/>
            <a:ext cx="9029700" cy="5943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128 threads / block · schematic 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What makes them different? — Hierarchy-awaren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 makes them different?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What makes them different?</a:t>
            </a:r>
          </a:p>
        </p:txBody>
      </p:sp>
      <p:sp>
        <p:nvSpPr>
          <p:cNvPr id="3" name="Hierarchy-awareness · Block dimensions are not statically known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Hierarchy-awareness · Block dimensions are not statically known</a:t>
            </a:r>
          </a:p>
        </p:txBody>
      </p:sp>
      <p:sp>
        <p:nvSpPr>
          <p:cNvPr id="4" name="08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08</a:t>
            </a:r>
          </a:p>
        </p:txBody>
      </p:sp>
      <p:sp>
        <p:nvSpPr>
          <p:cNvPr id="5" name="Compute the 1D thread rank within a block"/>
          <p:cNvSpPr/>
          <p:nvPr/>
        </p:nvSpPr>
        <p:spPr>
          <a:xfrm>
            <a:off x="1874520" y="5143500"/>
            <a:ext cx="32004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040" b="1">
                <a:solidFill>
                  <a:schemeClr val="dk1"/>
                </a:solidFill>
                <a:latin typeface="NVIDIA Sans Medium"/>
              </a:rPr>
              <a:t xml:space="preserve">Compute the 1D thread rank within a block</a:t>
            </a:r>
          </a:p>
        </p:txBody>
      </p:sp>
      <p:sp>
        <p:nvSpPr>
          <p:cNvPr id="6" name="Shape"/>
          <p:cNvSpPr/>
          <p:nvPr/>
        </p:nvSpPr>
        <p:spPr>
          <a:xfrm>
            <a:off x="1828800" y="7063740"/>
            <a:ext cx="15887700" cy="909828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7" name="Shape"/>
          <p:cNvSpPr/>
          <p:nvPr/>
        </p:nvSpPr>
        <p:spPr>
          <a:xfrm>
            <a:off x="1828800" y="7063740"/>
            <a:ext cx="158877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8" name="CTK’s Cooperative Groups"/>
          <p:cNvSpPr/>
          <p:nvPr/>
        </p:nvSpPr>
        <p:spPr>
          <a:xfrm>
            <a:off x="2468880" y="7726680"/>
            <a:ext cx="14630400" cy="13258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CTK’s Cooperative Groups</a:t>
            </a:r>
          </a:p>
        </p:txBody>
      </p:sp>
      <p:sp>
        <p:nvSpPr>
          <p:cNvPr id="9" name="Verbatim C++ snippet" descr="Verbatim fenced C++ snippet from slides.md"/>
          <p:cNvSpPr/>
          <p:nvPr/>
        </p:nvSpPr>
        <p:spPr>
          <a:xfrm>
            <a:off x="2468880" y="10447020"/>
            <a:ext cx="14607540" cy="297180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378" b="0">
                <a:solidFill>
                  <a:schemeClr val="accent6"/>
                </a:solidFill>
                <a:latin typeface="DejaVu Sans Mono"/>
              </a:rPr>
              <a:t xml:space="preserve">// What cooperative_groups::this_thread_block().thread_rank() would compute.</a:t>
            </a:r>
            <a:endParaRPr lang="en-US" sz="2378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378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</a:t>
            </a:r>
            <a:r>
              <a:rPr lang="en-US" sz="2378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auto</a:t>
            </a: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thread_rank =</a:t>
            </a:r>
            <a:endParaRPr lang="en-US" sz="2378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   (threadIdx.z * blockDim.y + threadIdx.y) * blockDim.x + threadIdx.x;</a:t>
            </a:r>
            <a:endParaRPr lang="en-US" sz="2378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endParaRPr lang="en-US" sz="2378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10" name="General 3D rank expression"/>
          <p:cNvSpPr/>
          <p:nvPr/>
        </p:nvSpPr>
        <p:spPr>
          <a:xfrm>
            <a:off x="2468880" y="14859000"/>
            <a:ext cx="146304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General 3D rank expression</a:t>
            </a:r>
          </a:p>
        </p:txBody>
      </p:sp>
      <p:sp>
        <p:nvSpPr>
          <p:cNvPr id="11" name="Shape"/>
          <p:cNvSpPr/>
          <p:nvPr/>
        </p:nvSpPr>
        <p:spPr>
          <a:xfrm>
            <a:off x="18859500" y="7063740"/>
            <a:ext cx="15887700" cy="909828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12" name="Shape"/>
          <p:cNvSpPr/>
          <p:nvPr/>
        </p:nvSpPr>
        <p:spPr>
          <a:xfrm>
            <a:off x="18859500" y="7063740"/>
            <a:ext cx="158877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3" name="CCCL Cooperative Groups"/>
          <p:cNvSpPr/>
          <p:nvPr/>
        </p:nvSpPr>
        <p:spPr>
          <a:xfrm>
            <a:off x="19499580" y="7726680"/>
            <a:ext cx="14630400" cy="13258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CCCL Cooperative Groups</a:t>
            </a:r>
          </a:p>
        </p:txBody>
      </p:sp>
      <p:sp>
        <p:nvSpPr>
          <p:cNvPr id="14" name="Verbatim C++ snippet" descr="Verbatim fenced C++ snippet from slides.md"/>
          <p:cNvSpPr/>
          <p:nvPr/>
        </p:nvSpPr>
        <p:spPr>
          <a:xfrm>
            <a:off x="19499580" y="10447020"/>
            <a:ext cx="14607540" cy="297180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378" b="0">
                <a:solidFill>
                  <a:schemeClr val="accent6"/>
                </a:solidFill>
                <a:latin typeface="DejaVu Sans Mono"/>
              </a:rPr>
              <a:t xml:space="preserve">// What CCCL Cooperative Groups equivalent would compute.</a:t>
            </a:r>
            <a:endParaRPr lang="en-US" sz="2378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378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</a:t>
            </a:r>
            <a:r>
              <a:rPr lang="en-US" sz="2378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auto</a:t>
            </a: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thread_rank =</a:t>
            </a:r>
            <a:endParaRPr lang="en-US" sz="2378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   (threadIdx.z * blockDim.y + threadIdx.y) * blockDim.x + threadIdx.x;</a:t>
            </a:r>
            <a:endParaRPr lang="en-US" sz="2378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endParaRPr lang="en-US" sz="2378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15" name="General 3D rank expression"/>
          <p:cNvSpPr/>
          <p:nvPr/>
        </p:nvSpPr>
        <p:spPr>
          <a:xfrm>
            <a:off x="19499580" y="14859000"/>
            <a:ext cx="146304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General 3D rank expression</a:t>
            </a:r>
          </a:p>
        </p:txBody>
      </p:sp>
      <p:sp>
        <p:nvSpPr>
          <p:cNvPr id="16" name="Both compute the same expression when the block dimensions are un"/>
          <p:cNvSpPr/>
          <p:nvPr/>
        </p:nvSpPr>
        <p:spPr>
          <a:xfrm>
            <a:off x="1874520" y="17327880"/>
            <a:ext cx="32004000" cy="10744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0">
                <a:solidFill>
                  <a:schemeClr val="accent6"/>
                </a:solidFill>
                <a:latin typeface="NVIDIA Sans"/>
              </a:rPr>
              <a:t xml:space="preserve">Both compute the same expression when the block dimensions are unknown.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What makes them different? — Hierarchy-awaren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 makes them different?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What makes them different?</a:t>
            </a:r>
          </a:p>
        </p:txBody>
      </p:sp>
      <p:sp>
        <p:nvSpPr>
          <p:cNvPr id="3" name="Hierarchy-awareness · The block is known to be 1D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Hierarchy-awareness · The block is known to be 1D</a:t>
            </a:r>
          </a:p>
        </p:txBody>
      </p:sp>
      <p:sp>
        <p:nvSpPr>
          <p:cNvPr id="4" name="09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09</a:t>
            </a:r>
          </a:p>
        </p:txBody>
      </p:sp>
      <p:sp>
        <p:nvSpPr>
          <p:cNvPr id="5" name="Compute the 1D thread rank within a block"/>
          <p:cNvSpPr/>
          <p:nvPr/>
        </p:nvSpPr>
        <p:spPr>
          <a:xfrm>
            <a:off x="1874520" y="5143500"/>
            <a:ext cx="32004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040" b="1">
                <a:solidFill>
                  <a:schemeClr val="dk1"/>
                </a:solidFill>
                <a:latin typeface="NVIDIA Sans Medium"/>
              </a:rPr>
              <a:t xml:space="preserve">Compute the 1D thread rank within a block</a:t>
            </a:r>
          </a:p>
        </p:txBody>
      </p:sp>
      <p:sp>
        <p:nvSpPr>
          <p:cNvPr id="6" name="Shape"/>
          <p:cNvSpPr/>
          <p:nvPr/>
        </p:nvSpPr>
        <p:spPr>
          <a:xfrm>
            <a:off x="1828800" y="7063740"/>
            <a:ext cx="15887700" cy="909828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7" name="Shape"/>
          <p:cNvSpPr/>
          <p:nvPr/>
        </p:nvSpPr>
        <p:spPr>
          <a:xfrm>
            <a:off x="1828800" y="7063740"/>
            <a:ext cx="158877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8" name="CTK’s Cooperative Groups"/>
          <p:cNvSpPr/>
          <p:nvPr/>
        </p:nvSpPr>
        <p:spPr>
          <a:xfrm>
            <a:off x="2468880" y="7726680"/>
            <a:ext cx="14630400" cy="13258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CTK’s Cooperative Groups</a:t>
            </a:r>
          </a:p>
        </p:txBody>
      </p:sp>
      <p:sp>
        <p:nvSpPr>
          <p:cNvPr id="9" name="Verbatim C++ snippet" descr="Verbatim fenced C++ snippet from slides.md"/>
          <p:cNvSpPr/>
          <p:nvPr/>
        </p:nvSpPr>
        <p:spPr>
          <a:xfrm>
            <a:off x="2468880" y="10447020"/>
            <a:ext cx="14607540" cy="297180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378" b="0">
                <a:solidFill>
                  <a:schemeClr val="accent6"/>
                </a:solidFill>
                <a:latin typeface="DejaVu Sans Mono"/>
              </a:rPr>
              <a:t xml:space="preserve">// What cooperative_groups::this_thread_block().thread_rank() would compute.</a:t>
            </a:r>
            <a:endParaRPr lang="en-US" sz="2378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378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</a:t>
            </a:r>
            <a:r>
              <a:rPr lang="en-US" sz="2378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auto</a:t>
            </a: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thread_rank =</a:t>
            </a:r>
            <a:endParaRPr lang="en-US" sz="2378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   (threadIdx.z * blockDim.y + threadIdx.y) * blockDim.x + threadIdx.x;</a:t>
            </a:r>
            <a:endParaRPr lang="en-US" sz="2378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endParaRPr lang="en-US" sz="2378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10" name="General 3D rank expression"/>
          <p:cNvSpPr/>
          <p:nvPr/>
        </p:nvSpPr>
        <p:spPr>
          <a:xfrm>
            <a:off x="2468880" y="14859000"/>
            <a:ext cx="146304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General 3D rank expression</a:t>
            </a:r>
          </a:p>
        </p:txBody>
      </p:sp>
      <p:sp>
        <p:nvSpPr>
          <p:cNvPr id="11" name="Shape"/>
          <p:cNvSpPr/>
          <p:nvPr/>
        </p:nvSpPr>
        <p:spPr>
          <a:xfrm>
            <a:off x="18859500" y="7063740"/>
            <a:ext cx="15887700" cy="909828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12" name="Shape"/>
          <p:cNvSpPr/>
          <p:nvPr/>
        </p:nvSpPr>
        <p:spPr>
          <a:xfrm>
            <a:off x="18859500" y="7063740"/>
            <a:ext cx="158877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3" name="CCCL Cooperative Groups"/>
          <p:cNvSpPr/>
          <p:nvPr/>
        </p:nvSpPr>
        <p:spPr>
          <a:xfrm>
            <a:off x="19499580" y="7726680"/>
            <a:ext cx="14630400" cy="13258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CCCL Cooperative Groups</a:t>
            </a:r>
          </a:p>
        </p:txBody>
      </p:sp>
      <p:sp>
        <p:nvSpPr>
          <p:cNvPr id="14" name="Verbatim C++ snippet" descr="Verbatim fenced C++ snippet from slides.md"/>
          <p:cNvSpPr/>
          <p:nvPr/>
        </p:nvSpPr>
        <p:spPr>
          <a:xfrm>
            <a:off x="19499580" y="10447020"/>
            <a:ext cx="14607540" cy="297180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378" b="0">
                <a:solidFill>
                  <a:schemeClr val="accent6"/>
                </a:solidFill>
                <a:latin typeface="DejaVu Sans Mono"/>
              </a:rPr>
              <a:t xml:space="preserve">// What CCCL Cooperative Groups equivalent would compute.</a:t>
            </a:r>
            <a:endParaRPr lang="en-US" sz="2378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378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</a:t>
            </a:r>
            <a:r>
              <a:rPr lang="en-US" sz="2378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auto</a:t>
            </a:r>
            <a:r>
              <a:rPr lang="en-US" sz="2378" b="0">
                <a:solidFill>
                  <a:schemeClr val="dk1"/>
                </a:solidFill>
                <a:latin typeface="DejaVu Sans Mono"/>
              </a:rPr>
              <a:t xml:space="preserve"> thread_rank = threadIdx.x;</a:t>
            </a:r>
            <a:endParaRPr lang="en-US" sz="2378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  <a:buNone/>
              <a:defRPr lang="en-US" sz="2378" b="0">
                <a:solidFill>
                  <a:schemeClr val="dk1"/>
                </a:solidFill>
                <a:latin typeface="DejaVu Sans Mono"/>
              </a:defRPr>
            </a:pPr>
            <a:endParaRPr lang="en-US" sz="2378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15" name="Rank is the x coordinate"/>
          <p:cNvSpPr/>
          <p:nvPr/>
        </p:nvSpPr>
        <p:spPr>
          <a:xfrm>
            <a:off x="19499580" y="14859000"/>
            <a:ext cx="1463040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Rank is the x coordinate</a:t>
            </a:r>
          </a:p>
        </p:txBody>
      </p:sp>
      <p:sp>
        <p:nvSpPr>
          <p:cNvPr id="16" name="With a known 1D block, CCCL uses threadIdx.x directly."/>
          <p:cNvSpPr/>
          <p:nvPr/>
        </p:nvSpPr>
        <p:spPr>
          <a:xfrm>
            <a:off x="1874520" y="17327880"/>
            <a:ext cx="32004000" cy="10744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0">
                <a:solidFill>
                  <a:schemeClr val="accent6"/>
                </a:solidFill>
                <a:latin typeface="NVIDIA Sans"/>
              </a:rPr>
              <a:t xml:space="preserve">With a known 1D block, CCCL uses threadIdx.x directly.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What makes them different? — Group qu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 makes them different?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What makes them different?</a:t>
            </a:r>
          </a:p>
        </p:txBody>
      </p:sp>
      <p:sp>
        <p:nvSpPr>
          <p:cNvPr id="3" name="Group queries · The same thread rank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Group queries · The same thread rank</a:t>
            </a:r>
          </a:p>
        </p:txBody>
      </p:sp>
      <p:sp>
        <p:nvSpPr>
          <p:cNvPr id="4" name="10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5" name="Highlighted thread: block thread 75 (in block warp 2)"/>
          <p:cNvSpPr/>
          <p:nvPr/>
        </p:nvSpPr>
        <p:spPr>
          <a:xfrm>
            <a:off x="1874520" y="5074920"/>
            <a:ext cx="32461200" cy="9829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0">
                <a:solidFill>
                  <a:schemeClr val="accent6"/>
                </a:solidFill>
                <a:latin typeface="NVIDIA Sans"/>
              </a:rPr>
              <a:t xml:space="preserve">Highlighted thread: block thread 75 (in block warp 2)</a:t>
            </a:r>
          </a:p>
        </p:txBody>
      </p:sp>
      <p:sp>
        <p:nvSpPr>
          <p:cNvPr id="6" name="Shape"/>
          <p:cNvSpPr/>
          <p:nvPr/>
        </p:nvSpPr>
        <p:spPr>
          <a:xfrm>
            <a:off x="1828800" y="6766560"/>
            <a:ext cx="158877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7" name="CTK’s Cooperative Groups"/>
          <p:cNvSpPr/>
          <p:nvPr/>
        </p:nvSpPr>
        <p:spPr>
          <a:xfrm>
            <a:off x="2286000" y="7246620"/>
            <a:ext cx="15087600" cy="11430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CTK’s Cooperative Groups</a:t>
            </a:r>
          </a:p>
        </p:txBody>
      </p:sp>
      <p:sp>
        <p:nvSpPr>
          <p:cNvPr id="8" name="Block: 128 threads"/>
          <p:cNvSpPr/>
          <p:nvPr/>
        </p:nvSpPr>
        <p:spPr>
          <a:xfrm>
            <a:off x="2468880" y="9052560"/>
            <a:ext cx="8458200" cy="8001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9" name="Upper boundary: block"/>
          <p:cNvSpPr/>
          <p:nvPr/>
        </p:nvSpPr>
        <p:spPr>
          <a:xfrm>
            <a:off x="2308860" y="8892540"/>
            <a:ext cx="8778240" cy="8321040"/>
          </a:xfrm>
          <a:prstGeom prst="roundRect">
            <a:avLst>
              <a:gd name="adj" fmla="val 6000"/>
            </a:avLst>
          </a:prstGeom>
          <a:noFill/>
          <a:ln w="57150">
            <a:solidFill>
              <a:schemeClr val="dk2"/>
            </a:solidFill>
            <a:prstDash val="dash"/>
          </a:ln>
        </p:spPr>
      </p:sp>
      <p:sp>
        <p:nvSpPr>
          <p:cNvPr id="10" name="Warp 0"/>
          <p:cNvSpPr/>
          <p:nvPr/>
        </p:nvSpPr>
        <p:spPr>
          <a:xfrm>
            <a:off x="2903220" y="985266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0</a:t>
            </a:r>
          </a:p>
        </p:txBody>
      </p:sp>
      <p:sp>
        <p:nvSpPr>
          <p:cNvPr id="11" name="Thread 0"/>
          <p:cNvSpPr/>
          <p:nvPr/>
        </p:nvSpPr>
        <p:spPr>
          <a:xfrm>
            <a:off x="534924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" name="Thread 1"/>
          <p:cNvSpPr/>
          <p:nvPr/>
        </p:nvSpPr>
        <p:spPr>
          <a:xfrm>
            <a:off x="598932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" name="Thread 2"/>
          <p:cNvSpPr/>
          <p:nvPr/>
        </p:nvSpPr>
        <p:spPr>
          <a:xfrm>
            <a:off x="662940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" name="Thread 3"/>
          <p:cNvSpPr/>
          <p:nvPr/>
        </p:nvSpPr>
        <p:spPr>
          <a:xfrm>
            <a:off x="726948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" name="Thread 4"/>
          <p:cNvSpPr/>
          <p:nvPr/>
        </p:nvSpPr>
        <p:spPr>
          <a:xfrm>
            <a:off x="790956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" name="Thread 5"/>
          <p:cNvSpPr/>
          <p:nvPr/>
        </p:nvSpPr>
        <p:spPr>
          <a:xfrm>
            <a:off x="854964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" name="Thread 6"/>
          <p:cNvSpPr/>
          <p:nvPr/>
        </p:nvSpPr>
        <p:spPr>
          <a:xfrm>
            <a:off x="918972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" name="Thread 7"/>
          <p:cNvSpPr/>
          <p:nvPr/>
        </p:nvSpPr>
        <p:spPr>
          <a:xfrm>
            <a:off x="982980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Thread 8"/>
          <p:cNvSpPr/>
          <p:nvPr/>
        </p:nvSpPr>
        <p:spPr>
          <a:xfrm>
            <a:off x="534924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" name="Thread 9"/>
          <p:cNvSpPr/>
          <p:nvPr/>
        </p:nvSpPr>
        <p:spPr>
          <a:xfrm>
            <a:off x="598932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" name="Thread 10"/>
          <p:cNvSpPr/>
          <p:nvPr/>
        </p:nvSpPr>
        <p:spPr>
          <a:xfrm>
            <a:off x="662940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" name="Thread 11"/>
          <p:cNvSpPr/>
          <p:nvPr/>
        </p:nvSpPr>
        <p:spPr>
          <a:xfrm>
            <a:off x="726948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" name="Thread 12"/>
          <p:cNvSpPr/>
          <p:nvPr/>
        </p:nvSpPr>
        <p:spPr>
          <a:xfrm>
            <a:off x="790956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" name="Thread 13"/>
          <p:cNvSpPr/>
          <p:nvPr/>
        </p:nvSpPr>
        <p:spPr>
          <a:xfrm>
            <a:off x="854964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" name="Thread 14"/>
          <p:cNvSpPr/>
          <p:nvPr/>
        </p:nvSpPr>
        <p:spPr>
          <a:xfrm>
            <a:off x="918972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" name="Thread 15"/>
          <p:cNvSpPr/>
          <p:nvPr/>
        </p:nvSpPr>
        <p:spPr>
          <a:xfrm>
            <a:off x="982980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" name="Thread 16"/>
          <p:cNvSpPr/>
          <p:nvPr/>
        </p:nvSpPr>
        <p:spPr>
          <a:xfrm>
            <a:off x="534924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" name="Thread 17"/>
          <p:cNvSpPr/>
          <p:nvPr/>
        </p:nvSpPr>
        <p:spPr>
          <a:xfrm>
            <a:off x="598932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" name="Thread 18"/>
          <p:cNvSpPr/>
          <p:nvPr/>
        </p:nvSpPr>
        <p:spPr>
          <a:xfrm>
            <a:off x="662940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" name="Thread 19"/>
          <p:cNvSpPr/>
          <p:nvPr/>
        </p:nvSpPr>
        <p:spPr>
          <a:xfrm>
            <a:off x="726948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1" name="Thread 20"/>
          <p:cNvSpPr/>
          <p:nvPr/>
        </p:nvSpPr>
        <p:spPr>
          <a:xfrm>
            <a:off x="790956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2" name="Thread 21"/>
          <p:cNvSpPr/>
          <p:nvPr/>
        </p:nvSpPr>
        <p:spPr>
          <a:xfrm>
            <a:off x="854964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3" name="Thread 22"/>
          <p:cNvSpPr/>
          <p:nvPr/>
        </p:nvSpPr>
        <p:spPr>
          <a:xfrm>
            <a:off x="918972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" name="Thread 23"/>
          <p:cNvSpPr/>
          <p:nvPr/>
        </p:nvSpPr>
        <p:spPr>
          <a:xfrm>
            <a:off x="982980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" name="Thread 24"/>
          <p:cNvSpPr/>
          <p:nvPr/>
        </p:nvSpPr>
        <p:spPr>
          <a:xfrm>
            <a:off x="534924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" name="Thread 25"/>
          <p:cNvSpPr/>
          <p:nvPr/>
        </p:nvSpPr>
        <p:spPr>
          <a:xfrm>
            <a:off x="598932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7" name="Thread 26"/>
          <p:cNvSpPr/>
          <p:nvPr/>
        </p:nvSpPr>
        <p:spPr>
          <a:xfrm>
            <a:off x="662940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8" name="Thread 27"/>
          <p:cNvSpPr/>
          <p:nvPr/>
        </p:nvSpPr>
        <p:spPr>
          <a:xfrm>
            <a:off x="726948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9" name="Thread 28"/>
          <p:cNvSpPr/>
          <p:nvPr/>
        </p:nvSpPr>
        <p:spPr>
          <a:xfrm>
            <a:off x="790956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0" name="Thread 29"/>
          <p:cNvSpPr/>
          <p:nvPr/>
        </p:nvSpPr>
        <p:spPr>
          <a:xfrm>
            <a:off x="854964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1" name="Thread 30"/>
          <p:cNvSpPr/>
          <p:nvPr/>
        </p:nvSpPr>
        <p:spPr>
          <a:xfrm>
            <a:off x="918972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2" name="Thread 31"/>
          <p:cNvSpPr/>
          <p:nvPr/>
        </p:nvSpPr>
        <p:spPr>
          <a:xfrm>
            <a:off x="982980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3" name="Warp 1"/>
          <p:cNvSpPr/>
          <p:nvPr/>
        </p:nvSpPr>
        <p:spPr>
          <a:xfrm>
            <a:off x="2903220" y="1175004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1</a:t>
            </a:r>
          </a:p>
        </p:txBody>
      </p:sp>
      <p:sp>
        <p:nvSpPr>
          <p:cNvPr id="44" name="Thread 32"/>
          <p:cNvSpPr/>
          <p:nvPr/>
        </p:nvSpPr>
        <p:spPr>
          <a:xfrm>
            <a:off x="534924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5" name="Thread 33"/>
          <p:cNvSpPr/>
          <p:nvPr/>
        </p:nvSpPr>
        <p:spPr>
          <a:xfrm>
            <a:off x="598932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6" name="Thread 34"/>
          <p:cNvSpPr/>
          <p:nvPr/>
        </p:nvSpPr>
        <p:spPr>
          <a:xfrm>
            <a:off x="662940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7" name="Thread 35"/>
          <p:cNvSpPr/>
          <p:nvPr/>
        </p:nvSpPr>
        <p:spPr>
          <a:xfrm>
            <a:off x="726948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8" name="Thread 36"/>
          <p:cNvSpPr/>
          <p:nvPr/>
        </p:nvSpPr>
        <p:spPr>
          <a:xfrm>
            <a:off x="790956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9" name="Thread 37"/>
          <p:cNvSpPr/>
          <p:nvPr/>
        </p:nvSpPr>
        <p:spPr>
          <a:xfrm>
            <a:off x="854964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0" name="Thread 38"/>
          <p:cNvSpPr/>
          <p:nvPr/>
        </p:nvSpPr>
        <p:spPr>
          <a:xfrm>
            <a:off x="918972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1" name="Thread 39"/>
          <p:cNvSpPr/>
          <p:nvPr/>
        </p:nvSpPr>
        <p:spPr>
          <a:xfrm>
            <a:off x="982980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2" name="Thread 40"/>
          <p:cNvSpPr/>
          <p:nvPr/>
        </p:nvSpPr>
        <p:spPr>
          <a:xfrm>
            <a:off x="534924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3" name="Thread 41"/>
          <p:cNvSpPr/>
          <p:nvPr/>
        </p:nvSpPr>
        <p:spPr>
          <a:xfrm>
            <a:off x="598932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4" name="Thread 42"/>
          <p:cNvSpPr/>
          <p:nvPr/>
        </p:nvSpPr>
        <p:spPr>
          <a:xfrm>
            <a:off x="662940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5" name="Thread 43"/>
          <p:cNvSpPr/>
          <p:nvPr/>
        </p:nvSpPr>
        <p:spPr>
          <a:xfrm>
            <a:off x="726948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" name="Thread 44"/>
          <p:cNvSpPr/>
          <p:nvPr/>
        </p:nvSpPr>
        <p:spPr>
          <a:xfrm>
            <a:off x="790956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7" name="Thread 45"/>
          <p:cNvSpPr/>
          <p:nvPr/>
        </p:nvSpPr>
        <p:spPr>
          <a:xfrm>
            <a:off x="854964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8" name="Thread 46"/>
          <p:cNvSpPr/>
          <p:nvPr/>
        </p:nvSpPr>
        <p:spPr>
          <a:xfrm>
            <a:off x="918972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9" name="Thread 47"/>
          <p:cNvSpPr/>
          <p:nvPr/>
        </p:nvSpPr>
        <p:spPr>
          <a:xfrm>
            <a:off x="982980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0" name="Thread 48"/>
          <p:cNvSpPr/>
          <p:nvPr/>
        </p:nvSpPr>
        <p:spPr>
          <a:xfrm>
            <a:off x="534924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1" name="Thread 49"/>
          <p:cNvSpPr/>
          <p:nvPr/>
        </p:nvSpPr>
        <p:spPr>
          <a:xfrm>
            <a:off x="598932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2" name="Thread 50"/>
          <p:cNvSpPr/>
          <p:nvPr/>
        </p:nvSpPr>
        <p:spPr>
          <a:xfrm>
            <a:off x="662940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" name="Thread 51"/>
          <p:cNvSpPr/>
          <p:nvPr/>
        </p:nvSpPr>
        <p:spPr>
          <a:xfrm>
            <a:off x="726948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4" name="Thread 52"/>
          <p:cNvSpPr/>
          <p:nvPr/>
        </p:nvSpPr>
        <p:spPr>
          <a:xfrm>
            <a:off x="790956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5" name="Thread 53"/>
          <p:cNvSpPr/>
          <p:nvPr/>
        </p:nvSpPr>
        <p:spPr>
          <a:xfrm>
            <a:off x="854964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6" name="Thread 54"/>
          <p:cNvSpPr/>
          <p:nvPr/>
        </p:nvSpPr>
        <p:spPr>
          <a:xfrm>
            <a:off x="918972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7" name="Thread 55"/>
          <p:cNvSpPr/>
          <p:nvPr/>
        </p:nvSpPr>
        <p:spPr>
          <a:xfrm>
            <a:off x="982980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8" name="Thread 56"/>
          <p:cNvSpPr/>
          <p:nvPr/>
        </p:nvSpPr>
        <p:spPr>
          <a:xfrm>
            <a:off x="534924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9" name="Thread 57"/>
          <p:cNvSpPr/>
          <p:nvPr/>
        </p:nvSpPr>
        <p:spPr>
          <a:xfrm>
            <a:off x="598932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0" name="Thread 58"/>
          <p:cNvSpPr/>
          <p:nvPr/>
        </p:nvSpPr>
        <p:spPr>
          <a:xfrm>
            <a:off x="662940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1" name="Thread 59"/>
          <p:cNvSpPr/>
          <p:nvPr/>
        </p:nvSpPr>
        <p:spPr>
          <a:xfrm>
            <a:off x="726948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2" name="Thread 60"/>
          <p:cNvSpPr/>
          <p:nvPr/>
        </p:nvSpPr>
        <p:spPr>
          <a:xfrm>
            <a:off x="790956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3" name="Thread 61"/>
          <p:cNvSpPr/>
          <p:nvPr/>
        </p:nvSpPr>
        <p:spPr>
          <a:xfrm>
            <a:off x="854964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4" name="Thread 62"/>
          <p:cNvSpPr/>
          <p:nvPr/>
        </p:nvSpPr>
        <p:spPr>
          <a:xfrm>
            <a:off x="918972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5" name="Thread 63"/>
          <p:cNvSpPr/>
          <p:nvPr/>
        </p:nvSpPr>
        <p:spPr>
          <a:xfrm>
            <a:off x="982980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6" name="Warp 2"/>
          <p:cNvSpPr/>
          <p:nvPr/>
        </p:nvSpPr>
        <p:spPr>
          <a:xfrm>
            <a:off x="2903220" y="1364742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2</a:t>
            </a:r>
          </a:p>
        </p:txBody>
      </p:sp>
      <p:sp>
        <p:nvSpPr>
          <p:cNvPr id="77" name="Thread 64"/>
          <p:cNvSpPr/>
          <p:nvPr/>
        </p:nvSpPr>
        <p:spPr>
          <a:xfrm>
            <a:off x="534924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8" name="Thread 65"/>
          <p:cNvSpPr/>
          <p:nvPr/>
        </p:nvSpPr>
        <p:spPr>
          <a:xfrm>
            <a:off x="598932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9" name="Thread 66"/>
          <p:cNvSpPr/>
          <p:nvPr/>
        </p:nvSpPr>
        <p:spPr>
          <a:xfrm>
            <a:off x="662940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0" name="Thread 67"/>
          <p:cNvSpPr/>
          <p:nvPr/>
        </p:nvSpPr>
        <p:spPr>
          <a:xfrm>
            <a:off x="726948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1" name="Thread 68"/>
          <p:cNvSpPr/>
          <p:nvPr/>
        </p:nvSpPr>
        <p:spPr>
          <a:xfrm>
            <a:off x="790956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2" name="Thread 69"/>
          <p:cNvSpPr/>
          <p:nvPr/>
        </p:nvSpPr>
        <p:spPr>
          <a:xfrm>
            <a:off x="854964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3" name="Thread 70"/>
          <p:cNvSpPr/>
          <p:nvPr/>
        </p:nvSpPr>
        <p:spPr>
          <a:xfrm>
            <a:off x="918972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4" name="Thread 71"/>
          <p:cNvSpPr/>
          <p:nvPr/>
        </p:nvSpPr>
        <p:spPr>
          <a:xfrm>
            <a:off x="982980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5" name="Thread 72"/>
          <p:cNvSpPr/>
          <p:nvPr/>
        </p:nvSpPr>
        <p:spPr>
          <a:xfrm>
            <a:off x="534924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6" name="Thread 73"/>
          <p:cNvSpPr/>
          <p:nvPr/>
        </p:nvSpPr>
        <p:spPr>
          <a:xfrm>
            <a:off x="598932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7" name="Thread 74"/>
          <p:cNvSpPr/>
          <p:nvPr/>
        </p:nvSpPr>
        <p:spPr>
          <a:xfrm>
            <a:off x="662940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8" name="Thread 75 highlighted"/>
          <p:cNvSpPr/>
          <p:nvPr/>
        </p:nvSpPr>
        <p:spPr>
          <a:xfrm>
            <a:off x="7269480" y="13670280"/>
            <a:ext cx="297180" cy="297180"/>
          </a:xfrm>
          <a:prstGeom prst="ellipse">
            <a:avLst/>
          </a:prstGeom>
          <a:solidFill>
            <a:schemeClr val="accent4"/>
          </a:solidFill>
          <a:ln w="27432">
            <a:solidFill>
              <a:schemeClr val="accent4"/>
            </a:solidFill>
          </a:ln>
        </p:spPr>
      </p:sp>
      <p:sp>
        <p:nvSpPr>
          <p:cNvPr id="89" name="Highlighted thread 75 ring"/>
          <p:cNvSpPr/>
          <p:nvPr/>
        </p:nvSpPr>
        <p:spPr>
          <a:xfrm>
            <a:off x="7178040" y="13578840"/>
            <a:ext cx="480060" cy="480060"/>
          </a:xfrm>
          <a:prstGeom prst="ellipse">
            <a:avLst/>
          </a:prstGeom>
          <a:noFill/>
          <a:ln w="41148">
            <a:solidFill>
              <a:schemeClr val="accent4"/>
            </a:solidFill>
          </a:ln>
        </p:spPr>
      </p:sp>
      <p:sp>
        <p:nvSpPr>
          <p:cNvPr id="90" name="Highlighted thread marker"/>
          <p:cNvSpPr/>
          <p:nvPr/>
        </p:nvSpPr>
        <p:spPr>
          <a:xfrm>
            <a:off x="7372350" y="13773150"/>
            <a:ext cx="91440" cy="91440"/>
          </a:xfrm>
          <a:prstGeom prst="ellipse">
            <a:avLst/>
          </a:prstGeom>
          <a:solidFill>
            <a:schemeClr val="lt1"/>
          </a:solidFill>
          <a:ln w="29718">
            <a:noFill/>
          </a:ln>
        </p:spPr>
      </p:sp>
      <p:sp>
        <p:nvSpPr>
          <p:cNvPr id="91" name="Thread 76"/>
          <p:cNvSpPr/>
          <p:nvPr/>
        </p:nvSpPr>
        <p:spPr>
          <a:xfrm>
            <a:off x="790956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2" name="Thread 77"/>
          <p:cNvSpPr/>
          <p:nvPr/>
        </p:nvSpPr>
        <p:spPr>
          <a:xfrm>
            <a:off x="854964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3" name="Thread 78"/>
          <p:cNvSpPr/>
          <p:nvPr/>
        </p:nvSpPr>
        <p:spPr>
          <a:xfrm>
            <a:off x="918972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4" name="Thread 79"/>
          <p:cNvSpPr/>
          <p:nvPr/>
        </p:nvSpPr>
        <p:spPr>
          <a:xfrm>
            <a:off x="982980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5" name="Thread 80"/>
          <p:cNvSpPr/>
          <p:nvPr/>
        </p:nvSpPr>
        <p:spPr>
          <a:xfrm>
            <a:off x="534924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6" name="Thread 81"/>
          <p:cNvSpPr/>
          <p:nvPr/>
        </p:nvSpPr>
        <p:spPr>
          <a:xfrm>
            <a:off x="598932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7" name="Thread 82"/>
          <p:cNvSpPr/>
          <p:nvPr/>
        </p:nvSpPr>
        <p:spPr>
          <a:xfrm>
            <a:off x="662940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8" name="Thread 83"/>
          <p:cNvSpPr/>
          <p:nvPr/>
        </p:nvSpPr>
        <p:spPr>
          <a:xfrm>
            <a:off x="726948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9" name="Thread 84"/>
          <p:cNvSpPr/>
          <p:nvPr/>
        </p:nvSpPr>
        <p:spPr>
          <a:xfrm>
            <a:off x="790956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0" name="Thread 85"/>
          <p:cNvSpPr/>
          <p:nvPr/>
        </p:nvSpPr>
        <p:spPr>
          <a:xfrm>
            <a:off x="854964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1" name="Thread 86"/>
          <p:cNvSpPr/>
          <p:nvPr/>
        </p:nvSpPr>
        <p:spPr>
          <a:xfrm>
            <a:off x="918972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2" name="Thread 87"/>
          <p:cNvSpPr/>
          <p:nvPr/>
        </p:nvSpPr>
        <p:spPr>
          <a:xfrm>
            <a:off x="982980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3" name="Thread 88"/>
          <p:cNvSpPr/>
          <p:nvPr/>
        </p:nvSpPr>
        <p:spPr>
          <a:xfrm>
            <a:off x="534924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4" name="Thread 89"/>
          <p:cNvSpPr/>
          <p:nvPr/>
        </p:nvSpPr>
        <p:spPr>
          <a:xfrm>
            <a:off x="598932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5" name="Thread 90"/>
          <p:cNvSpPr/>
          <p:nvPr/>
        </p:nvSpPr>
        <p:spPr>
          <a:xfrm>
            <a:off x="662940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6" name="Thread 91"/>
          <p:cNvSpPr/>
          <p:nvPr/>
        </p:nvSpPr>
        <p:spPr>
          <a:xfrm>
            <a:off x="726948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7" name="Thread 92"/>
          <p:cNvSpPr/>
          <p:nvPr/>
        </p:nvSpPr>
        <p:spPr>
          <a:xfrm>
            <a:off x="790956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8" name="Thread 93"/>
          <p:cNvSpPr/>
          <p:nvPr/>
        </p:nvSpPr>
        <p:spPr>
          <a:xfrm>
            <a:off x="854964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9" name="Thread 94"/>
          <p:cNvSpPr/>
          <p:nvPr/>
        </p:nvSpPr>
        <p:spPr>
          <a:xfrm>
            <a:off x="918972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0" name="Thread 95"/>
          <p:cNvSpPr/>
          <p:nvPr/>
        </p:nvSpPr>
        <p:spPr>
          <a:xfrm>
            <a:off x="982980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1" name="Warp 3"/>
          <p:cNvSpPr/>
          <p:nvPr/>
        </p:nvSpPr>
        <p:spPr>
          <a:xfrm>
            <a:off x="2903220" y="1554480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3</a:t>
            </a:r>
          </a:p>
        </p:txBody>
      </p:sp>
      <p:sp>
        <p:nvSpPr>
          <p:cNvPr id="112" name="Thread 96"/>
          <p:cNvSpPr/>
          <p:nvPr/>
        </p:nvSpPr>
        <p:spPr>
          <a:xfrm>
            <a:off x="534924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3" name="Thread 97"/>
          <p:cNvSpPr/>
          <p:nvPr/>
        </p:nvSpPr>
        <p:spPr>
          <a:xfrm>
            <a:off x="598932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4" name="Thread 98"/>
          <p:cNvSpPr/>
          <p:nvPr/>
        </p:nvSpPr>
        <p:spPr>
          <a:xfrm>
            <a:off x="662940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5" name="Thread 99"/>
          <p:cNvSpPr/>
          <p:nvPr/>
        </p:nvSpPr>
        <p:spPr>
          <a:xfrm>
            <a:off x="726948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6" name="Thread 100"/>
          <p:cNvSpPr/>
          <p:nvPr/>
        </p:nvSpPr>
        <p:spPr>
          <a:xfrm>
            <a:off x="790956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7" name="Thread 101"/>
          <p:cNvSpPr/>
          <p:nvPr/>
        </p:nvSpPr>
        <p:spPr>
          <a:xfrm>
            <a:off x="854964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8" name="Thread 102"/>
          <p:cNvSpPr/>
          <p:nvPr/>
        </p:nvSpPr>
        <p:spPr>
          <a:xfrm>
            <a:off x="918972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9" name="Thread 103"/>
          <p:cNvSpPr/>
          <p:nvPr/>
        </p:nvSpPr>
        <p:spPr>
          <a:xfrm>
            <a:off x="982980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0" name="Thread 104"/>
          <p:cNvSpPr/>
          <p:nvPr/>
        </p:nvSpPr>
        <p:spPr>
          <a:xfrm>
            <a:off x="534924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1" name="Thread 105"/>
          <p:cNvSpPr/>
          <p:nvPr/>
        </p:nvSpPr>
        <p:spPr>
          <a:xfrm>
            <a:off x="598932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2" name="Thread 106"/>
          <p:cNvSpPr/>
          <p:nvPr/>
        </p:nvSpPr>
        <p:spPr>
          <a:xfrm>
            <a:off x="662940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3" name="Thread 107"/>
          <p:cNvSpPr/>
          <p:nvPr/>
        </p:nvSpPr>
        <p:spPr>
          <a:xfrm>
            <a:off x="726948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4" name="Thread 108"/>
          <p:cNvSpPr/>
          <p:nvPr/>
        </p:nvSpPr>
        <p:spPr>
          <a:xfrm>
            <a:off x="790956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5" name="Thread 109"/>
          <p:cNvSpPr/>
          <p:nvPr/>
        </p:nvSpPr>
        <p:spPr>
          <a:xfrm>
            <a:off x="854964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6" name="Thread 110"/>
          <p:cNvSpPr/>
          <p:nvPr/>
        </p:nvSpPr>
        <p:spPr>
          <a:xfrm>
            <a:off x="918972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7" name="Thread 111"/>
          <p:cNvSpPr/>
          <p:nvPr/>
        </p:nvSpPr>
        <p:spPr>
          <a:xfrm>
            <a:off x="982980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8" name="Thread 112"/>
          <p:cNvSpPr/>
          <p:nvPr/>
        </p:nvSpPr>
        <p:spPr>
          <a:xfrm>
            <a:off x="534924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9" name="Thread 113"/>
          <p:cNvSpPr/>
          <p:nvPr/>
        </p:nvSpPr>
        <p:spPr>
          <a:xfrm>
            <a:off x="598932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0" name="Thread 114"/>
          <p:cNvSpPr/>
          <p:nvPr/>
        </p:nvSpPr>
        <p:spPr>
          <a:xfrm>
            <a:off x="662940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1" name="Thread 115"/>
          <p:cNvSpPr/>
          <p:nvPr/>
        </p:nvSpPr>
        <p:spPr>
          <a:xfrm>
            <a:off x="726948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2" name="Thread 116"/>
          <p:cNvSpPr/>
          <p:nvPr/>
        </p:nvSpPr>
        <p:spPr>
          <a:xfrm>
            <a:off x="790956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3" name="Thread 117"/>
          <p:cNvSpPr/>
          <p:nvPr/>
        </p:nvSpPr>
        <p:spPr>
          <a:xfrm>
            <a:off x="854964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4" name="Thread 118"/>
          <p:cNvSpPr/>
          <p:nvPr/>
        </p:nvSpPr>
        <p:spPr>
          <a:xfrm>
            <a:off x="918972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5" name="Thread 119"/>
          <p:cNvSpPr/>
          <p:nvPr/>
        </p:nvSpPr>
        <p:spPr>
          <a:xfrm>
            <a:off x="982980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6" name="Thread 120"/>
          <p:cNvSpPr/>
          <p:nvPr/>
        </p:nvSpPr>
        <p:spPr>
          <a:xfrm>
            <a:off x="534924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7" name="Thread 121"/>
          <p:cNvSpPr/>
          <p:nvPr/>
        </p:nvSpPr>
        <p:spPr>
          <a:xfrm>
            <a:off x="598932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8" name="Thread 122"/>
          <p:cNvSpPr/>
          <p:nvPr/>
        </p:nvSpPr>
        <p:spPr>
          <a:xfrm>
            <a:off x="662940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9" name="Thread 123"/>
          <p:cNvSpPr/>
          <p:nvPr/>
        </p:nvSpPr>
        <p:spPr>
          <a:xfrm>
            <a:off x="726948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0" name="Thread 124"/>
          <p:cNvSpPr/>
          <p:nvPr/>
        </p:nvSpPr>
        <p:spPr>
          <a:xfrm>
            <a:off x="790956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1" name="Thread 125"/>
          <p:cNvSpPr/>
          <p:nvPr/>
        </p:nvSpPr>
        <p:spPr>
          <a:xfrm>
            <a:off x="854964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2" name="Thread 126"/>
          <p:cNvSpPr/>
          <p:nvPr/>
        </p:nvSpPr>
        <p:spPr>
          <a:xfrm>
            <a:off x="918972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3" name="Thread 127"/>
          <p:cNvSpPr/>
          <p:nvPr/>
        </p:nvSpPr>
        <p:spPr>
          <a:xfrm>
            <a:off x="982980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4" name="RANK WITHIN GROUP"/>
          <p:cNvSpPr/>
          <p:nvPr/>
        </p:nvSpPr>
        <p:spPr>
          <a:xfrm>
            <a:off x="11704320" y="9761220"/>
            <a:ext cx="539496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1">
                <a:solidFill>
                  <a:schemeClr val="accent6"/>
                </a:solidFill>
                <a:latin typeface="NVIDIA Sans Medium"/>
              </a:rPr>
              <a:t xml:space="preserve">RANK WITHIN GROUP</a:t>
            </a:r>
          </a:p>
        </p:txBody>
      </p:sp>
      <p:sp>
        <p:nvSpPr>
          <p:cNvPr id="145" name="Thread rank"/>
          <p:cNvSpPr/>
          <p:nvPr/>
        </p:nvSpPr>
        <p:spPr>
          <a:xfrm>
            <a:off x="11704320" y="10858500"/>
            <a:ext cx="5394960" cy="9372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1">
                <a:solidFill>
                  <a:schemeClr val="dk1"/>
                </a:solidFill>
                <a:latin typeface="NVIDIA Sans Medium"/>
              </a:rPr>
              <a:t xml:space="preserve">Thread rank</a:t>
            </a:r>
          </a:p>
        </p:txBody>
      </p:sp>
      <p:sp>
        <p:nvSpPr>
          <p:cNvPr id="146" name="75"/>
          <p:cNvSpPr/>
          <p:nvPr/>
        </p:nvSpPr>
        <p:spPr>
          <a:xfrm>
            <a:off x="11704320" y="11887200"/>
            <a:ext cx="5029200" cy="1783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10260" b="1">
                <a:solidFill>
                  <a:schemeClr val="accent4"/>
                </a:solidFill>
                <a:latin typeface="NVIDIA Sans Medium"/>
              </a:rPr>
              <a:t xml:space="preserve">75</a:t>
            </a:r>
          </a:p>
        </p:txBody>
      </p:sp>
      <p:sp>
        <p:nvSpPr>
          <p:cNvPr id="147" name="Group: all threads&#10;in the block"/>
          <p:cNvSpPr/>
          <p:nvPr/>
        </p:nvSpPr>
        <p:spPr>
          <a:xfrm>
            <a:off x="11704320" y="14516100"/>
            <a:ext cx="5372100" cy="14859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420" b="0">
                <a:solidFill>
                  <a:schemeClr val="accent6"/>
                </a:solidFill>
                <a:latin typeface="NVIDIA Sans"/>
              </a:rPr>
              <a:t xml:space="preserve">Group: all threads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3420" b="0">
                <a:solidFill>
                  <a:schemeClr val="accent6"/>
                </a:solidFill>
                <a:latin typeface="NVIDIA Sans"/>
              </a:rPr>
              <a:t xml:space="preserve">in the block</a:t>
            </a:r>
          </a:p>
        </p:txBody>
      </p:sp>
      <p:sp>
        <p:nvSpPr>
          <p:cNvPr id="148" name="Shape"/>
          <p:cNvSpPr/>
          <p:nvPr/>
        </p:nvSpPr>
        <p:spPr>
          <a:xfrm>
            <a:off x="18859500" y="6766560"/>
            <a:ext cx="158877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49" name="CCCL Cooperative Groups"/>
          <p:cNvSpPr/>
          <p:nvPr/>
        </p:nvSpPr>
        <p:spPr>
          <a:xfrm>
            <a:off x="19316700" y="7246620"/>
            <a:ext cx="15087600" cy="11430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CCCL Cooperative Groups</a:t>
            </a:r>
          </a:p>
        </p:txBody>
      </p:sp>
      <p:sp>
        <p:nvSpPr>
          <p:cNvPr id="150" name="Block: 128 threads"/>
          <p:cNvSpPr/>
          <p:nvPr/>
        </p:nvSpPr>
        <p:spPr>
          <a:xfrm>
            <a:off x="19499580" y="9052560"/>
            <a:ext cx="8458200" cy="8001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151" name="Upper boundary: block"/>
          <p:cNvSpPr/>
          <p:nvPr/>
        </p:nvSpPr>
        <p:spPr>
          <a:xfrm>
            <a:off x="19339560" y="8892540"/>
            <a:ext cx="8778240" cy="8321040"/>
          </a:xfrm>
          <a:prstGeom prst="roundRect">
            <a:avLst>
              <a:gd name="adj" fmla="val 6000"/>
            </a:avLst>
          </a:prstGeom>
          <a:noFill/>
          <a:ln w="57150">
            <a:solidFill>
              <a:schemeClr val="dk2"/>
            </a:solidFill>
            <a:prstDash val="dash"/>
          </a:ln>
        </p:spPr>
      </p:sp>
      <p:sp>
        <p:nvSpPr>
          <p:cNvPr id="152" name="Warp 0"/>
          <p:cNvSpPr/>
          <p:nvPr/>
        </p:nvSpPr>
        <p:spPr>
          <a:xfrm>
            <a:off x="19933920" y="985266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0</a:t>
            </a:r>
          </a:p>
        </p:txBody>
      </p:sp>
      <p:sp>
        <p:nvSpPr>
          <p:cNvPr id="153" name="Thread 0"/>
          <p:cNvSpPr/>
          <p:nvPr/>
        </p:nvSpPr>
        <p:spPr>
          <a:xfrm>
            <a:off x="2237994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4" name="Thread 1"/>
          <p:cNvSpPr/>
          <p:nvPr/>
        </p:nvSpPr>
        <p:spPr>
          <a:xfrm>
            <a:off x="2302002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5" name="Thread 2"/>
          <p:cNvSpPr/>
          <p:nvPr/>
        </p:nvSpPr>
        <p:spPr>
          <a:xfrm>
            <a:off x="2366010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6" name="Thread 3"/>
          <p:cNvSpPr/>
          <p:nvPr/>
        </p:nvSpPr>
        <p:spPr>
          <a:xfrm>
            <a:off x="2430018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7" name="Thread 4"/>
          <p:cNvSpPr/>
          <p:nvPr/>
        </p:nvSpPr>
        <p:spPr>
          <a:xfrm>
            <a:off x="2494026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8" name="Thread 5"/>
          <p:cNvSpPr/>
          <p:nvPr/>
        </p:nvSpPr>
        <p:spPr>
          <a:xfrm>
            <a:off x="2558034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9" name="Thread 6"/>
          <p:cNvSpPr/>
          <p:nvPr/>
        </p:nvSpPr>
        <p:spPr>
          <a:xfrm>
            <a:off x="2622042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0" name="Thread 7"/>
          <p:cNvSpPr/>
          <p:nvPr/>
        </p:nvSpPr>
        <p:spPr>
          <a:xfrm>
            <a:off x="2686050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1" name="Thread 8"/>
          <p:cNvSpPr/>
          <p:nvPr/>
        </p:nvSpPr>
        <p:spPr>
          <a:xfrm>
            <a:off x="2237994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2" name="Thread 9"/>
          <p:cNvSpPr/>
          <p:nvPr/>
        </p:nvSpPr>
        <p:spPr>
          <a:xfrm>
            <a:off x="2302002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3" name="Thread 10"/>
          <p:cNvSpPr/>
          <p:nvPr/>
        </p:nvSpPr>
        <p:spPr>
          <a:xfrm>
            <a:off x="2366010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4" name="Thread 11"/>
          <p:cNvSpPr/>
          <p:nvPr/>
        </p:nvSpPr>
        <p:spPr>
          <a:xfrm>
            <a:off x="2430018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5" name="Thread 12"/>
          <p:cNvSpPr/>
          <p:nvPr/>
        </p:nvSpPr>
        <p:spPr>
          <a:xfrm>
            <a:off x="2494026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6" name="Thread 13"/>
          <p:cNvSpPr/>
          <p:nvPr/>
        </p:nvSpPr>
        <p:spPr>
          <a:xfrm>
            <a:off x="2558034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7" name="Thread 14"/>
          <p:cNvSpPr/>
          <p:nvPr/>
        </p:nvSpPr>
        <p:spPr>
          <a:xfrm>
            <a:off x="2622042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8" name="Thread 15"/>
          <p:cNvSpPr/>
          <p:nvPr/>
        </p:nvSpPr>
        <p:spPr>
          <a:xfrm>
            <a:off x="2686050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9" name="Thread 16"/>
          <p:cNvSpPr/>
          <p:nvPr/>
        </p:nvSpPr>
        <p:spPr>
          <a:xfrm>
            <a:off x="2237994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0" name="Thread 17"/>
          <p:cNvSpPr/>
          <p:nvPr/>
        </p:nvSpPr>
        <p:spPr>
          <a:xfrm>
            <a:off x="2302002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1" name="Thread 18"/>
          <p:cNvSpPr/>
          <p:nvPr/>
        </p:nvSpPr>
        <p:spPr>
          <a:xfrm>
            <a:off x="2366010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2" name="Thread 19"/>
          <p:cNvSpPr/>
          <p:nvPr/>
        </p:nvSpPr>
        <p:spPr>
          <a:xfrm>
            <a:off x="2430018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3" name="Thread 20"/>
          <p:cNvSpPr/>
          <p:nvPr/>
        </p:nvSpPr>
        <p:spPr>
          <a:xfrm>
            <a:off x="2494026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4" name="Thread 21"/>
          <p:cNvSpPr/>
          <p:nvPr/>
        </p:nvSpPr>
        <p:spPr>
          <a:xfrm>
            <a:off x="2558034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5" name="Thread 22"/>
          <p:cNvSpPr/>
          <p:nvPr/>
        </p:nvSpPr>
        <p:spPr>
          <a:xfrm>
            <a:off x="2622042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6" name="Thread 23"/>
          <p:cNvSpPr/>
          <p:nvPr/>
        </p:nvSpPr>
        <p:spPr>
          <a:xfrm>
            <a:off x="2686050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7" name="Thread 24"/>
          <p:cNvSpPr/>
          <p:nvPr/>
        </p:nvSpPr>
        <p:spPr>
          <a:xfrm>
            <a:off x="2237994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8" name="Thread 25"/>
          <p:cNvSpPr/>
          <p:nvPr/>
        </p:nvSpPr>
        <p:spPr>
          <a:xfrm>
            <a:off x="2302002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9" name="Thread 26"/>
          <p:cNvSpPr/>
          <p:nvPr/>
        </p:nvSpPr>
        <p:spPr>
          <a:xfrm>
            <a:off x="2366010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0" name="Thread 27"/>
          <p:cNvSpPr/>
          <p:nvPr/>
        </p:nvSpPr>
        <p:spPr>
          <a:xfrm>
            <a:off x="2430018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1" name="Thread 28"/>
          <p:cNvSpPr/>
          <p:nvPr/>
        </p:nvSpPr>
        <p:spPr>
          <a:xfrm>
            <a:off x="2494026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2" name="Thread 29"/>
          <p:cNvSpPr/>
          <p:nvPr/>
        </p:nvSpPr>
        <p:spPr>
          <a:xfrm>
            <a:off x="2558034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3" name="Thread 30"/>
          <p:cNvSpPr/>
          <p:nvPr/>
        </p:nvSpPr>
        <p:spPr>
          <a:xfrm>
            <a:off x="2622042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4" name="Thread 31"/>
          <p:cNvSpPr/>
          <p:nvPr/>
        </p:nvSpPr>
        <p:spPr>
          <a:xfrm>
            <a:off x="2686050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5" name="Warp 1"/>
          <p:cNvSpPr/>
          <p:nvPr/>
        </p:nvSpPr>
        <p:spPr>
          <a:xfrm>
            <a:off x="19933920" y="1175004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1</a:t>
            </a:r>
          </a:p>
        </p:txBody>
      </p:sp>
      <p:sp>
        <p:nvSpPr>
          <p:cNvPr id="186" name="Thread 32"/>
          <p:cNvSpPr/>
          <p:nvPr/>
        </p:nvSpPr>
        <p:spPr>
          <a:xfrm>
            <a:off x="2237994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7" name="Thread 33"/>
          <p:cNvSpPr/>
          <p:nvPr/>
        </p:nvSpPr>
        <p:spPr>
          <a:xfrm>
            <a:off x="2302002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8" name="Thread 34"/>
          <p:cNvSpPr/>
          <p:nvPr/>
        </p:nvSpPr>
        <p:spPr>
          <a:xfrm>
            <a:off x="2366010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9" name="Thread 35"/>
          <p:cNvSpPr/>
          <p:nvPr/>
        </p:nvSpPr>
        <p:spPr>
          <a:xfrm>
            <a:off x="2430018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0" name="Thread 36"/>
          <p:cNvSpPr/>
          <p:nvPr/>
        </p:nvSpPr>
        <p:spPr>
          <a:xfrm>
            <a:off x="2494026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1" name="Thread 37"/>
          <p:cNvSpPr/>
          <p:nvPr/>
        </p:nvSpPr>
        <p:spPr>
          <a:xfrm>
            <a:off x="2558034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2" name="Thread 38"/>
          <p:cNvSpPr/>
          <p:nvPr/>
        </p:nvSpPr>
        <p:spPr>
          <a:xfrm>
            <a:off x="2622042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3" name="Thread 39"/>
          <p:cNvSpPr/>
          <p:nvPr/>
        </p:nvSpPr>
        <p:spPr>
          <a:xfrm>
            <a:off x="26860500" y="113385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4" name="Thread 40"/>
          <p:cNvSpPr/>
          <p:nvPr/>
        </p:nvSpPr>
        <p:spPr>
          <a:xfrm>
            <a:off x="2237994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5" name="Thread 41"/>
          <p:cNvSpPr/>
          <p:nvPr/>
        </p:nvSpPr>
        <p:spPr>
          <a:xfrm>
            <a:off x="2302002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6" name="Thread 42"/>
          <p:cNvSpPr/>
          <p:nvPr/>
        </p:nvSpPr>
        <p:spPr>
          <a:xfrm>
            <a:off x="2366010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7" name="Thread 43"/>
          <p:cNvSpPr/>
          <p:nvPr/>
        </p:nvSpPr>
        <p:spPr>
          <a:xfrm>
            <a:off x="2430018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8" name="Thread 44"/>
          <p:cNvSpPr/>
          <p:nvPr/>
        </p:nvSpPr>
        <p:spPr>
          <a:xfrm>
            <a:off x="2494026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9" name="Thread 45"/>
          <p:cNvSpPr/>
          <p:nvPr/>
        </p:nvSpPr>
        <p:spPr>
          <a:xfrm>
            <a:off x="2558034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0" name="Thread 46"/>
          <p:cNvSpPr/>
          <p:nvPr/>
        </p:nvSpPr>
        <p:spPr>
          <a:xfrm>
            <a:off x="2622042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1" name="Thread 47"/>
          <p:cNvSpPr/>
          <p:nvPr/>
        </p:nvSpPr>
        <p:spPr>
          <a:xfrm>
            <a:off x="26860500" y="117729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2" name="Thread 48"/>
          <p:cNvSpPr/>
          <p:nvPr/>
        </p:nvSpPr>
        <p:spPr>
          <a:xfrm>
            <a:off x="2237994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3" name="Thread 49"/>
          <p:cNvSpPr/>
          <p:nvPr/>
        </p:nvSpPr>
        <p:spPr>
          <a:xfrm>
            <a:off x="2302002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4" name="Thread 50"/>
          <p:cNvSpPr/>
          <p:nvPr/>
        </p:nvSpPr>
        <p:spPr>
          <a:xfrm>
            <a:off x="2366010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5" name="Thread 51"/>
          <p:cNvSpPr/>
          <p:nvPr/>
        </p:nvSpPr>
        <p:spPr>
          <a:xfrm>
            <a:off x="2430018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6" name="Thread 52"/>
          <p:cNvSpPr/>
          <p:nvPr/>
        </p:nvSpPr>
        <p:spPr>
          <a:xfrm>
            <a:off x="2494026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7" name="Thread 53"/>
          <p:cNvSpPr/>
          <p:nvPr/>
        </p:nvSpPr>
        <p:spPr>
          <a:xfrm>
            <a:off x="2558034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8" name="Thread 54"/>
          <p:cNvSpPr/>
          <p:nvPr/>
        </p:nvSpPr>
        <p:spPr>
          <a:xfrm>
            <a:off x="2622042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9" name="Thread 55"/>
          <p:cNvSpPr/>
          <p:nvPr/>
        </p:nvSpPr>
        <p:spPr>
          <a:xfrm>
            <a:off x="26860500" y="122072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0" name="Thread 56"/>
          <p:cNvSpPr/>
          <p:nvPr/>
        </p:nvSpPr>
        <p:spPr>
          <a:xfrm>
            <a:off x="2237994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1" name="Thread 57"/>
          <p:cNvSpPr/>
          <p:nvPr/>
        </p:nvSpPr>
        <p:spPr>
          <a:xfrm>
            <a:off x="2302002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2" name="Thread 58"/>
          <p:cNvSpPr/>
          <p:nvPr/>
        </p:nvSpPr>
        <p:spPr>
          <a:xfrm>
            <a:off x="2366010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3" name="Thread 59"/>
          <p:cNvSpPr/>
          <p:nvPr/>
        </p:nvSpPr>
        <p:spPr>
          <a:xfrm>
            <a:off x="2430018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4" name="Thread 60"/>
          <p:cNvSpPr/>
          <p:nvPr/>
        </p:nvSpPr>
        <p:spPr>
          <a:xfrm>
            <a:off x="2494026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5" name="Thread 61"/>
          <p:cNvSpPr/>
          <p:nvPr/>
        </p:nvSpPr>
        <p:spPr>
          <a:xfrm>
            <a:off x="2558034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6" name="Thread 62"/>
          <p:cNvSpPr/>
          <p:nvPr/>
        </p:nvSpPr>
        <p:spPr>
          <a:xfrm>
            <a:off x="2622042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7" name="Thread 63"/>
          <p:cNvSpPr/>
          <p:nvPr/>
        </p:nvSpPr>
        <p:spPr>
          <a:xfrm>
            <a:off x="26860500" y="126415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8" name="Warp 2"/>
          <p:cNvSpPr/>
          <p:nvPr/>
        </p:nvSpPr>
        <p:spPr>
          <a:xfrm>
            <a:off x="19933920" y="1364742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2</a:t>
            </a:r>
          </a:p>
        </p:txBody>
      </p:sp>
      <p:sp>
        <p:nvSpPr>
          <p:cNvPr id="219" name="Thread 64"/>
          <p:cNvSpPr/>
          <p:nvPr/>
        </p:nvSpPr>
        <p:spPr>
          <a:xfrm>
            <a:off x="2237994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0" name="Thread 65"/>
          <p:cNvSpPr/>
          <p:nvPr/>
        </p:nvSpPr>
        <p:spPr>
          <a:xfrm>
            <a:off x="2302002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1" name="Thread 66"/>
          <p:cNvSpPr/>
          <p:nvPr/>
        </p:nvSpPr>
        <p:spPr>
          <a:xfrm>
            <a:off x="2366010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2" name="Thread 67"/>
          <p:cNvSpPr/>
          <p:nvPr/>
        </p:nvSpPr>
        <p:spPr>
          <a:xfrm>
            <a:off x="2430018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3" name="Thread 68"/>
          <p:cNvSpPr/>
          <p:nvPr/>
        </p:nvSpPr>
        <p:spPr>
          <a:xfrm>
            <a:off x="2494026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4" name="Thread 69"/>
          <p:cNvSpPr/>
          <p:nvPr/>
        </p:nvSpPr>
        <p:spPr>
          <a:xfrm>
            <a:off x="2558034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5" name="Thread 70"/>
          <p:cNvSpPr/>
          <p:nvPr/>
        </p:nvSpPr>
        <p:spPr>
          <a:xfrm>
            <a:off x="2622042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6" name="Thread 71"/>
          <p:cNvSpPr/>
          <p:nvPr/>
        </p:nvSpPr>
        <p:spPr>
          <a:xfrm>
            <a:off x="2686050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7" name="Thread 72"/>
          <p:cNvSpPr/>
          <p:nvPr/>
        </p:nvSpPr>
        <p:spPr>
          <a:xfrm>
            <a:off x="2237994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8" name="Thread 73"/>
          <p:cNvSpPr/>
          <p:nvPr/>
        </p:nvSpPr>
        <p:spPr>
          <a:xfrm>
            <a:off x="2302002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9" name="Thread 74"/>
          <p:cNvSpPr/>
          <p:nvPr/>
        </p:nvSpPr>
        <p:spPr>
          <a:xfrm>
            <a:off x="2366010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0" name="Thread 75 highlighted"/>
          <p:cNvSpPr/>
          <p:nvPr/>
        </p:nvSpPr>
        <p:spPr>
          <a:xfrm>
            <a:off x="24300180" y="13670280"/>
            <a:ext cx="297180" cy="297180"/>
          </a:xfrm>
          <a:prstGeom prst="ellipse">
            <a:avLst/>
          </a:prstGeom>
          <a:solidFill>
            <a:schemeClr val="accent4"/>
          </a:solidFill>
          <a:ln w="27432">
            <a:solidFill>
              <a:schemeClr val="accent4"/>
            </a:solidFill>
          </a:ln>
        </p:spPr>
      </p:sp>
      <p:sp>
        <p:nvSpPr>
          <p:cNvPr id="231" name="Highlighted thread 75 ring"/>
          <p:cNvSpPr/>
          <p:nvPr/>
        </p:nvSpPr>
        <p:spPr>
          <a:xfrm>
            <a:off x="24208740" y="13578840"/>
            <a:ext cx="480060" cy="480060"/>
          </a:xfrm>
          <a:prstGeom prst="ellipse">
            <a:avLst/>
          </a:prstGeom>
          <a:noFill/>
          <a:ln w="41148">
            <a:solidFill>
              <a:schemeClr val="accent4"/>
            </a:solidFill>
          </a:ln>
        </p:spPr>
      </p:sp>
      <p:sp>
        <p:nvSpPr>
          <p:cNvPr id="232" name="Highlighted thread marker"/>
          <p:cNvSpPr/>
          <p:nvPr/>
        </p:nvSpPr>
        <p:spPr>
          <a:xfrm>
            <a:off x="24403050" y="13773150"/>
            <a:ext cx="91440" cy="91440"/>
          </a:xfrm>
          <a:prstGeom prst="ellipse">
            <a:avLst/>
          </a:prstGeom>
          <a:solidFill>
            <a:schemeClr val="lt1"/>
          </a:solidFill>
          <a:ln w="29718">
            <a:noFill/>
          </a:ln>
        </p:spPr>
      </p:sp>
      <p:sp>
        <p:nvSpPr>
          <p:cNvPr id="233" name="Thread 76"/>
          <p:cNvSpPr/>
          <p:nvPr/>
        </p:nvSpPr>
        <p:spPr>
          <a:xfrm>
            <a:off x="2494026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4" name="Thread 77"/>
          <p:cNvSpPr/>
          <p:nvPr/>
        </p:nvSpPr>
        <p:spPr>
          <a:xfrm>
            <a:off x="2558034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5" name="Thread 78"/>
          <p:cNvSpPr/>
          <p:nvPr/>
        </p:nvSpPr>
        <p:spPr>
          <a:xfrm>
            <a:off x="2622042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6" name="Thread 79"/>
          <p:cNvSpPr/>
          <p:nvPr/>
        </p:nvSpPr>
        <p:spPr>
          <a:xfrm>
            <a:off x="2686050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7" name="Thread 80"/>
          <p:cNvSpPr/>
          <p:nvPr/>
        </p:nvSpPr>
        <p:spPr>
          <a:xfrm>
            <a:off x="2237994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8" name="Thread 81"/>
          <p:cNvSpPr/>
          <p:nvPr/>
        </p:nvSpPr>
        <p:spPr>
          <a:xfrm>
            <a:off x="2302002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9" name="Thread 82"/>
          <p:cNvSpPr/>
          <p:nvPr/>
        </p:nvSpPr>
        <p:spPr>
          <a:xfrm>
            <a:off x="2366010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0" name="Thread 83"/>
          <p:cNvSpPr/>
          <p:nvPr/>
        </p:nvSpPr>
        <p:spPr>
          <a:xfrm>
            <a:off x="2430018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1" name="Thread 84"/>
          <p:cNvSpPr/>
          <p:nvPr/>
        </p:nvSpPr>
        <p:spPr>
          <a:xfrm>
            <a:off x="2494026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2" name="Thread 85"/>
          <p:cNvSpPr/>
          <p:nvPr/>
        </p:nvSpPr>
        <p:spPr>
          <a:xfrm>
            <a:off x="2558034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3" name="Thread 86"/>
          <p:cNvSpPr/>
          <p:nvPr/>
        </p:nvSpPr>
        <p:spPr>
          <a:xfrm>
            <a:off x="2622042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4" name="Thread 87"/>
          <p:cNvSpPr/>
          <p:nvPr/>
        </p:nvSpPr>
        <p:spPr>
          <a:xfrm>
            <a:off x="2686050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5" name="Thread 88"/>
          <p:cNvSpPr/>
          <p:nvPr/>
        </p:nvSpPr>
        <p:spPr>
          <a:xfrm>
            <a:off x="2237994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6" name="Thread 89"/>
          <p:cNvSpPr/>
          <p:nvPr/>
        </p:nvSpPr>
        <p:spPr>
          <a:xfrm>
            <a:off x="2302002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7" name="Thread 90"/>
          <p:cNvSpPr/>
          <p:nvPr/>
        </p:nvSpPr>
        <p:spPr>
          <a:xfrm>
            <a:off x="2366010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8" name="Thread 91"/>
          <p:cNvSpPr/>
          <p:nvPr/>
        </p:nvSpPr>
        <p:spPr>
          <a:xfrm>
            <a:off x="2430018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9" name="Thread 92"/>
          <p:cNvSpPr/>
          <p:nvPr/>
        </p:nvSpPr>
        <p:spPr>
          <a:xfrm>
            <a:off x="2494026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0" name="Thread 93"/>
          <p:cNvSpPr/>
          <p:nvPr/>
        </p:nvSpPr>
        <p:spPr>
          <a:xfrm>
            <a:off x="2558034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1" name="Thread 94"/>
          <p:cNvSpPr/>
          <p:nvPr/>
        </p:nvSpPr>
        <p:spPr>
          <a:xfrm>
            <a:off x="2622042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2" name="Thread 95"/>
          <p:cNvSpPr/>
          <p:nvPr/>
        </p:nvSpPr>
        <p:spPr>
          <a:xfrm>
            <a:off x="2686050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3" name="Warp 3"/>
          <p:cNvSpPr/>
          <p:nvPr/>
        </p:nvSpPr>
        <p:spPr>
          <a:xfrm>
            <a:off x="19933920" y="1554480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3</a:t>
            </a:r>
          </a:p>
        </p:txBody>
      </p:sp>
      <p:sp>
        <p:nvSpPr>
          <p:cNvPr id="254" name="Thread 96"/>
          <p:cNvSpPr/>
          <p:nvPr/>
        </p:nvSpPr>
        <p:spPr>
          <a:xfrm>
            <a:off x="2237994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5" name="Thread 97"/>
          <p:cNvSpPr/>
          <p:nvPr/>
        </p:nvSpPr>
        <p:spPr>
          <a:xfrm>
            <a:off x="2302002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6" name="Thread 98"/>
          <p:cNvSpPr/>
          <p:nvPr/>
        </p:nvSpPr>
        <p:spPr>
          <a:xfrm>
            <a:off x="2366010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7" name="Thread 99"/>
          <p:cNvSpPr/>
          <p:nvPr/>
        </p:nvSpPr>
        <p:spPr>
          <a:xfrm>
            <a:off x="2430018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8" name="Thread 100"/>
          <p:cNvSpPr/>
          <p:nvPr/>
        </p:nvSpPr>
        <p:spPr>
          <a:xfrm>
            <a:off x="2494026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9" name="Thread 101"/>
          <p:cNvSpPr/>
          <p:nvPr/>
        </p:nvSpPr>
        <p:spPr>
          <a:xfrm>
            <a:off x="2558034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0" name="Thread 102"/>
          <p:cNvSpPr/>
          <p:nvPr/>
        </p:nvSpPr>
        <p:spPr>
          <a:xfrm>
            <a:off x="2622042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1" name="Thread 103"/>
          <p:cNvSpPr/>
          <p:nvPr/>
        </p:nvSpPr>
        <p:spPr>
          <a:xfrm>
            <a:off x="26860500" y="151333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2" name="Thread 104"/>
          <p:cNvSpPr/>
          <p:nvPr/>
        </p:nvSpPr>
        <p:spPr>
          <a:xfrm>
            <a:off x="2237994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3" name="Thread 105"/>
          <p:cNvSpPr/>
          <p:nvPr/>
        </p:nvSpPr>
        <p:spPr>
          <a:xfrm>
            <a:off x="2302002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4" name="Thread 106"/>
          <p:cNvSpPr/>
          <p:nvPr/>
        </p:nvSpPr>
        <p:spPr>
          <a:xfrm>
            <a:off x="2366010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5" name="Thread 107"/>
          <p:cNvSpPr/>
          <p:nvPr/>
        </p:nvSpPr>
        <p:spPr>
          <a:xfrm>
            <a:off x="2430018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6" name="Thread 108"/>
          <p:cNvSpPr/>
          <p:nvPr/>
        </p:nvSpPr>
        <p:spPr>
          <a:xfrm>
            <a:off x="2494026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7" name="Thread 109"/>
          <p:cNvSpPr/>
          <p:nvPr/>
        </p:nvSpPr>
        <p:spPr>
          <a:xfrm>
            <a:off x="2558034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8" name="Thread 110"/>
          <p:cNvSpPr/>
          <p:nvPr/>
        </p:nvSpPr>
        <p:spPr>
          <a:xfrm>
            <a:off x="2622042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9" name="Thread 111"/>
          <p:cNvSpPr/>
          <p:nvPr/>
        </p:nvSpPr>
        <p:spPr>
          <a:xfrm>
            <a:off x="26860500" y="155676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0" name="Thread 112"/>
          <p:cNvSpPr/>
          <p:nvPr/>
        </p:nvSpPr>
        <p:spPr>
          <a:xfrm>
            <a:off x="2237994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1" name="Thread 113"/>
          <p:cNvSpPr/>
          <p:nvPr/>
        </p:nvSpPr>
        <p:spPr>
          <a:xfrm>
            <a:off x="2302002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2" name="Thread 114"/>
          <p:cNvSpPr/>
          <p:nvPr/>
        </p:nvSpPr>
        <p:spPr>
          <a:xfrm>
            <a:off x="2366010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3" name="Thread 115"/>
          <p:cNvSpPr/>
          <p:nvPr/>
        </p:nvSpPr>
        <p:spPr>
          <a:xfrm>
            <a:off x="2430018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4" name="Thread 116"/>
          <p:cNvSpPr/>
          <p:nvPr/>
        </p:nvSpPr>
        <p:spPr>
          <a:xfrm>
            <a:off x="2494026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5" name="Thread 117"/>
          <p:cNvSpPr/>
          <p:nvPr/>
        </p:nvSpPr>
        <p:spPr>
          <a:xfrm>
            <a:off x="2558034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6" name="Thread 118"/>
          <p:cNvSpPr/>
          <p:nvPr/>
        </p:nvSpPr>
        <p:spPr>
          <a:xfrm>
            <a:off x="2622042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7" name="Thread 119"/>
          <p:cNvSpPr/>
          <p:nvPr/>
        </p:nvSpPr>
        <p:spPr>
          <a:xfrm>
            <a:off x="26860500" y="160020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8" name="Thread 120"/>
          <p:cNvSpPr/>
          <p:nvPr/>
        </p:nvSpPr>
        <p:spPr>
          <a:xfrm>
            <a:off x="2237994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9" name="Thread 121"/>
          <p:cNvSpPr/>
          <p:nvPr/>
        </p:nvSpPr>
        <p:spPr>
          <a:xfrm>
            <a:off x="2302002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0" name="Thread 122"/>
          <p:cNvSpPr/>
          <p:nvPr/>
        </p:nvSpPr>
        <p:spPr>
          <a:xfrm>
            <a:off x="2366010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1" name="Thread 123"/>
          <p:cNvSpPr/>
          <p:nvPr/>
        </p:nvSpPr>
        <p:spPr>
          <a:xfrm>
            <a:off x="2430018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2" name="Thread 124"/>
          <p:cNvSpPr/>
          <p:nvPr/>
        </p:nvSpPr>
        <p:spPr>
          <a:xfrm>
            <a:off x="2494026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3" name="Thread 125"/>
          <p:cNvSpPr/>
          <p:nvPr/>
        </p:nvSpPr>
        <p:spPr>
          <a:xfrm>
            <a:off x="2558034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4" name="Thread 126"/>
          <p:cNvSpPr/>
          <p:nvPr/>
        </p:nvSpPr>
        <p:spPr>
          <a:xfrm>
            <a:off x="2622042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5" name="Thread 127"/>
          <p:cNvSpPr/>
          <p:nvPr/>
        </p:nvSpPr>
        <p:spPr>
          <a:xfrm>
            <a:off x="26860500" y="164363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6" name="RANK WITHIN GROUP"/>
          <p:cNvSpPr/>
          <p:nvPr/>
        </p:nvSpPr>
        <p:spPr>
          <a:xfrm>
            <a:off x="28735020" y="9761220"/>
            <a:ext cx="539496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1">
                <a:solidFill>
                  <a:schemeClr val="accent6"/>
                </a:solidFill>
                <a:latin typeface="NVIDIA Sans Medium"/>
              </a:rPr>
              <a:t xml:space="preserve">RANK WITHIN GROUP</a:t>
            </a:r>
          </a:p>
        </p:txBody>
      </p:sp>
      <p:sp>
        <p:nvSpPr>
          <p:cNvPr id="287" name="Thread rank"/>
          <p:cNvSpPr/>
          <p:nvPr/>
        </p:nvSpPr>
        <p:spPr>
          <a:xfrm>
            <a:off x="28735020" y="10858500"/>
            <a:ext cx="5394960" cy="9372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1">
                <a:solidFill>
                  <a:schemeClr val="dk1"/>
                </a:solidFill>
                <a:latin typeface="NVIDIA Sans Medium"/>
              </a:rPr>
              <a:t xml:space="preserve">Thread rank</a:t>
            </a:r>
          </a:p>
        </p:txBody>
      </p:sp>
      <p:sp>
        <p:nvSpPr>
          <p:cNvPr id="288" name="75"/>
          <p:cNvSpPr/>
          <p:nvPr/>
        </p:nvSpPr>
        <p:spPr>
          <a:xfrm>
            <a:off x="28735020" y="11887200"/>
            <a:ext cx="5029200" cy="1783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10260" b="1">
                <a:solidFill>
                  <a:schemeClr val="accent4"/>
                </a:solidFill>
                <a:latin typeface="NVIDIA Sans Medium"/>
              </a:rPr>
              <a:t xml:space="preserve">75</a:t>
            </a:r>
          </a:p>
        </p:txBody>
      </p:sp>
      <p:sp>
        <p:nvSpPr>
          <p:cNvPr id="289" name="Group: all threads&#10;in the block"/>
          <p:cNvSpPr/>
          <p:nvPr/>
        </p:nvSpPr>
        <p:spPr>
          <a:xfrm>
            <a:off x="28735020" y="14516100"/>
            <a:ext cx="5372100" cy="14859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420" b="0">
                <a:solidFill>
                  <a:schemeClr val="accent6"/>
                </a:solidFill>
                <a:latin typeface="NVIDIA Sans"/>
              </a:rPr>
              <a:t xml:space="preserve">Group: all threads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3420" b="0">
                <a:solidFill>
                  <a:schemeClr val="accent6"/>
                </a:solidFill>
                <a:latin typeface="NVIDIA Sans"/>
              </a:rPr>
              <a:t xml:space="preserve">in the block</a:t>
            </a:r>
          </a:p>
        </p:txBody>
      </p:sp>
      <p:sp>
        <p:nvSpPr>
          <p:cNvPr id="290" name="Both APIs report thread rank 75 within this block-wide group."/>
          <p:cNvSpPr/>
          <p:nvPr/>
        </p:nvSpPr>
        <p:spPr>
          <a:xfrm>
            <a:off x="1874520" y="18013680"/>
            <a:ext cx="32004000" cy="7772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Both APIs report thread rank 75 within this block-wide group.</a:t>
            </a:r>
          </a:p>
        </p:txBody>
      </p:sp>
      <p:sp>
        <p:nvSpPr>
          <p:cNvPr id="291" name="Shape"/>
          <p:cNvSpPr/>
          <p:nvPr/>
        </p:nvSpPr>
        <p:spPr>
          <a:xfrm>
            <a:off x="1920240" y="19270980"/>
            <a:ext cx="274320" cy="274320"/>
          </a:xfrm>
          <a:prstGeom prst="ellipse">
            <a:avLst/>
          </a:prstGeom>
          <a:solidFill>
            <a:schemeClr val="accent1"/>
          </a:solidFill>
          <a:ln w="22860">
            <a:solidFill>
              <a:schemeClr val="accent1">
                <a:shade val="65000"/>
              </a:schemeClr>
            </a:solidFill>
          </a:ln>
        </p:spPr>
      </p:sp>
      <p:sp>
        <p:nvSpPr>
          <p:cNvPr id="292" name="Thread in the group"/>
          <p:cNvSpPr/>
          <p:nvPr/>
        </p:nvSpPr>
        <p:spPr>
          <a:xfrm>
            <a:off x="2446020" y="19133820"/>
            <a:ext cx="525780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Thread in the group</a:t>
            </a:r>
          </a:p>
        </p:txBody>
      </p:sp>
      <p:sp>
        <p:nvSpPr>
          <p:cNvPr id="293" name="Shape"/>
          <p:cNvSpPr/>
          <p:nvPr/>
        </p:nvSpPr>
        <p:spPr>
          <a:xfrm>
            <a:off x="8138160" y="19179540"/>
            <a:ext cx="457200" cy="457200"/>
          </a:xfrm>
          <a:prstGeom prst="ellipse">
            <a:avLst/>
          </a:prstGeom>
          <a:noFill/>
          <a:ln w="34290">
            <a:solidFill>
              <a:schemeClr val="accent4"/>
            </a:solidFill>
          </a:ln>
        </p:spPr>
      </p:sp>
      <p:sp>
        <p:nvSpPr>
          <p:cNvPr id="294" name="Shape"/>
          <p:cNvSpPr/>
          <p:nvPr/>
        </p:nvSpPr>
        <p:spPr>
          <a:xfrm>
            <a:off x="8229600" y="19270980"/>
            <a:ext cx="274320" cy="274320"/>
          </a:xfrm>
          <a:prstGeom prst="ellipse">
            <a:avLst/>
          </a:prstGeom>
          <a:solidFill>
            <a:schemeClr val="accent4"/>
          </a:solidFill>
          <a:ln w="29718">
            <a:noFill/>
          </a:ln>
        </p:spPr>
      </p:sp>
      <p:sp>
        <p:nvSpPr>
          <p:cNvPr id="295" name="Highlighted thread"/>
          <p:cNvSpPr/>
          <p:nvPr/>
        </p:nvSpPr>
        <p:spPr>
          <a:xfrm>
            <a:off x="8915400" y="19133820"/>
            <a:ext cx="525780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Highlighted thread</a:t>
            </a:r>
          </a:p>
        </p:txBody>
      </p:sp>
      <p:sp>
        <p:nvSpPr>
          <p:cNvPr id="296" name="Ranks start at zero and are relative to the group."/>
          <p:cNvSpPr/>
          <p:nvPr/>
        </p:nvSpPr>
        <p:spPr>
          <a:xfrm>
            <a:off x="19659600" y="19133820"/>
            <a:ext cx="1261872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Ranks start at zero and are relative to the group.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What makes them different? — Group qu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 makes them different?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What makes them different?</a:t>
            </a:r>
          </a:p>
        </p:txBody>
      </p:sp>
      <p:sp>
        <p:nvSpPr>
          <p:cNvPr id="3" name="Group queries · The first and third warps form the group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Group queries · The first and third warps form the group</a:t>
            </a:r>
          </a:p>
        </p:txBody>
      </p:sp>
      <p:sp>
        <p:nvSpPr>
          <p:cNvPr id="4" name="11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5" name="Highlighted thread: block thread 75 (in block warp 2)"/>
          <p:cNvSpPr/>
          <p:nvPr/>
        </p:nvSpPr>
        <p:spPr>
          <a:xfrm>
            <a:off x="1874520" y="5074920"/>
            <a:ext cx="32461200" cy="9829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0">
                <a:solidFill>
                  <a:schemeClr val="accent6"/>
                </a:solidFill>
                <a:latin typeface="NVIDIA Sans"/>
              </a:rPr>
              <a:t xml:space="preserve">Highlighted thread: block thread 75 (in block warp 2)</a:t>
            </a:r>
          </a:p>
        </p:txBody>
      </p:sp>
      <p:sp>
        <p:nvSpPr>
          <p:cNvPr id="6" name="Shape"/>
          <p:cNvSpPr/>
          <p:nvPr/>
        </p:nvSpPr>
        <p:spPr>
          <a:xfrm>
            <a:off x="1828800" y="6766560"/>
            <a:ext cx="158877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7" name="CTK’s Cooperative Groups"/>
          <p:cNvSpPr/>
          <p:nvPr/>
        </p:nvSpPr>
        <p:spPr>
          <a:xfrm>
            <a:off x="2286000" y="7246620"/>
            <a:ext cx="15087600" cy="11430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CTK’s Cooperative Groups</a:t>
            </a:r>
          </a:p>
        </p:txBody>
      </p:sp>
      <p:sp>
        <p:nvSpPr>
          <p:cNvPr id="8" name="Block: 128 threads"/>
          <p:cNvSpPr/>
          <p:nvPr/>
        </p:nvSpPr>
        <p:spPr>
          <a:xfrm>
            <a:off x="2468880" y="9052560"/>
            <a:ext cx="8458200" cy="8001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9" name="Upper boundary: block"/>
          <p:cNvSpPr/>
          <p:nvPr/>
        </p:nvSpPr>
        <p:spPr>
          <a:xfrm>
            <a:off x="2308860" y="8892540"/>
            <a:ext cx="8778240" cy="8321040"/>
          </a:xfrm>
          <a:prstGeom prst="roundRect">
            <a:avLst>
              <a:gd name="adj" fmla="val 6000"/>
            </a:avLst>
          </a:prstGeom>
          <a:noFill/>
          <a:ln w="57150">
            <a:solidFill>
              <a:schemeClr val="dk2"/>
            </a:solidFill>
            <a:prstDash val="dash"/>
          </a:ln>
        </p:spPr>
      </p:sp>
      <p:sp>
        <p:nvSpPr>
          <p:cNvPr id="10" name="Warp 0"/>
          <p:cNvSpPr/>
          <p:nvPr/>
        </p:nvSpPr>
        <p:spPr>
          <a:xfrm>
            <a:off x="2903220" y="985266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0</a:t>
            </a:r>
          </a:p>
        </p:txBody>
      </p:sp>
      <p:sp>
        <p:nvSpPr>
          <p:cNvPr id="11" name="Thread 0"/>
          <p:cNvSpPr/>
          <p:nvPr/>
        </p:nvSpPr>
        <p:spPr>
          <a:xfrm>
            <a:off x="534924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" name="Thread 1"/>
          <p:cNvSpPr/>
          <p:nvPr/>
        </p:nvSpPr>
        <p:spPr>
          <a:xfrm>
            <a:off x="598932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" name="Thread 2"/>
          <p:cNvSpPr/>
          <p:nvPr/>
        </p:nvSpPr>
        <p:spPr>
          <a:xfrm>
            <a:off x="662940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" name="Thread 3"/>
          <p:cNvSpPr/>
          <p:nvPr/>
        </p:nvSpPr>
        <p:spPr>
          <a:xfrm>
            <a:off x="726948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" name="Thread 4"/>
          <p:cNvSpPr/>
          <p:nvPr/>
        </p:nvSpPr>
        <p:spPr>
          <a:xfrm>
            <a:off x="790956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" name="Thread 5"/>
          <p:cNvSpPr/>
          <p:nvPr/>
        </p:nvSpPr>
        <p:spPr>
          <a:xfrm>
            <a:off x="854964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" name="Thread 6"/>
          <p:cNvSpPr/>
          <p:nvPr/>
        </p:nvSpPr>
        <p:spPr>
          <a:xfrm>
            <a:off x="918972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" name="Thread 7"/>
          <p:cNvSpPr/>
          <p:nvPr/>
        </p:nvSpPr>
        <p:spPr>
          <a:xfrm>
            <a:off x="982980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Thread 8"/>
          <p:cNvSpPr/>
          <p:nvPr/>
        </p:nvSpPr>
        <p:spPr>
          <a:xfrm>
            <a:off x="534924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" name="Thread 9"/>
          <p:cNvSpPr/>
          <p:nvPr/>
        </p:nvSpPr>
        <p:spPr>
          <a:xfrm>
            <a:off x="598932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" name="Thread 10"/>
          <p:cNvSpPr/>
          <p:nvPr/>
        </p:nvSpPr>
        <p:spPr>
          <a:xfrm>
            <a:off x="662940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" name="Thread 11"/>
          <p:cNvSpPr/>
          <p:nvPr/>
        </p:nvSpPr>
        <p:spPr>
          <a:xfrm>
            <a:off x="726948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" name="Thread 12"/>
          <p:cNvSpPr/>
          <p:nvPr/>
        </p:nvSpPr>
        <p:spPr>
          <a:xfrm>
            <a:off x="790956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" name="Thread 13"/>
          <p:cNvSpPr/>
          <p:nvPr/>
        </p:nvSpPr>
        <p:spPr>
          <a:xfrm>
            <a:off x="854964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" name="Thread 14"/>
          <p:cNvSpPr/>
          <p:nvPr/>
        </p:nvSpPr>
        <p:spPr>
          <a:xfrm>
            <a:off x="918972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" name="Thread 15"/>
          <p:cNvSpPr/>
          <p:nvPr/>
        </p:nvSpPr>
        <p:spPr>
          <a:xfrm>
            <a:off x="982980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" name="Thread 16"/>
          <p:cNvSpPr/>
          <p:nvPr/>
        </p:nvSpPr>
        <p:spPr>
          <a:xfrm>
            <a:off x="534924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" name="Thread 17"/>
          <p:cNvSpPr/>
          <p:nvPr/>
        </p:nvSpPr>
        <p:spPr>
          <a:xfrm>
            <a:off x="598932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" name="Thread 18"/>
          <p:cNvSpPr/>
          <p:nvPr/>
        </p:nvSpPr>
        <p:spPr>
          <a:xfrm>
            <a:off x="662940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" name="Thread 19"/>
          <p:cNvSpPr/>
          <p:nvPr/>
        </p:nvSpPr>
        <p:spPr>
          <a:xfrm>
            <a:off x="726948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1" name="Thread 20"/>
          <p:cNvSpPr/>
          <p:nvPr/>
        </p:nvSpPr>
        <p:spPr>
          <a:xfrm>
            <a:off x="790956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2" name="Thread 21"/>
          <p:cNvSpPr/>
          <p:nvPr/>
        </p:nvSpPr>
        <p:spPr>
          <a:xfrm>
            <a:off x="854964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3" name="Thread 22"/>
          <p:cNvSpPr/>
          <p:nvPr/>
        </p:nvSpPr>
        <p:spPr>
          <a:xfrm>
            <a:off x="918972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" name="Thread 23"/>
          <p:cNvSpPr/>
          <p:nvPr/>
        </p:nvSpPr>
        <p:spPr>
          <a:xfrm>
            <a:off x="982980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" name="Thread 24"/>
          <p:cNvSpPr/>
          <p:nvPr/>
        </p:nvSpPr>
        <p:spPr>
          <a:xfrm>
            <a:off x="534924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" name="Thread 25"/>
          <p:cNvSpPr/>
          <p:nvPr/>
        </p:nvSpPr>
        <p:spPr>
          <a:xfrm>
            <a:off x="598932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7" name="Thread 26"/>
          <p:cNvSpPr/>
          <p:nvPr/>
        </p:nvSpPr>
        <p:spPr>
          <a:xfrm>
            <a:off x="662940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8" name="Thread 27"/>
          <p:cNvSpPr/>
          <p:nvPr/>
        </p:nvSpPr>
        <p:spPr>
          <a:xfrm>
            <a:off x="726948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9" name="Thread 28"/>
          <p:cNvSpPr/>
          <p:nvPr/>
        </p:nvSpPr>
        <p:spPr>
          <a:xfrm>
            <a:off x="790956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0" name="Thread 29"/>
          <p:cNvSpPr/>
          <p:nvPr/>
        </p:nvSpPr>
        <p:spPr>
          <a:xfrm>
            <a:off x="854964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1" name="Thread 30"/>
          <p:cNvSpPr/>
          <p:nvPr/>
        </p:nvSpPr>
        <p:spPr>
          <a:xfrm>
            <a:off x="918972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2" name="Thread 31"/>
          <p:cNvSpPr/>
          <p:nvPr/>
        </p:nvSpPr>
        <p:spPr>
          <a:xfrm>
            <a:off x="982980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3" name="Warp 1"/>
          <p:cNvSpPr/>
          <p:nvPr/>
        </p:nvSpPr>
        <p:spPr>
          <a:xfrm>
            <a:off x="2903220" y="1175004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1</a:t>
            </a:r>
          </a:p>
        </p:txBody>
      </p:sp>
      <p:sp>
        <p:nvSpPr>
          <p:cNvPr id="44" name="Thread 32"/>
          <p:cNvSpPr/>
          <p:nvPr/>
        </p:nvSpPr>
        <p:spPr>
          <a:xfrm>
            <a:off x="534924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5" name="Thread 33"/>
          <p:cNvSpPr/>
          <p:nvPr/>
        </p:nvSpPr>
        <p:spPr>
          <a:xfrm>
            <a:off x="598932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6" name="Thread 34"/>
          <p:cNvSpPr/>
          <p:nvPr/>
        </p:nvSpPr>
        <p:spPr>
          <a:xfrm>
            <a:off x="662940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7" name="Thread 35"/>
          <p:cNvSpPr/>
          <p:nvPr/>
        </p:nvSpPr>
        <p:spPr>
          <a:xfrm>
            <a:off x="726948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8" name="Thread 36"/>
          <p:cNvSpPr/>
          <p:nvPr/>
        </p:nvSpPr>
        <p:spPr>
          <a:xfrm>
            <a:off x="790956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49" name="Thread 37"/>
          <p:cNvSpPr/>
          <p:nvPr/>
        </p:nvSpPr>
        <p:spPr>
          <a:xfrm>
            <a:off x="854964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0" name="Thread 38"/>
          <p:cNvSpPr/>
          <p:nvPr/>
        </p:nvSpPr>
        <p:spPr>
          <a:xfrm>
            <a:off x="918972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1" name="Thread 39"/>
          <p:cNvSpPr/>
          <p:nvPr/>
        </p:nvSpPr>
        <p:spPr>
          <a:xfrm>
            <a:off x="982980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2" name="Thread 40"/>
          <p:cNvSpPr/>
          <p:nvPr/>
        </p:nvSpPr>
        <p:spPr>
          <a:xfrm>
            <a:off x="534924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3" name="Thread 41"/>
          <p:cNvSpPr/>
          <p:nvPr/>
        </p:nvSpPr>
        <p:spPr>
          <a:xfrm>
            <a:off x="598932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4" name="Thread 42"/>
          <p:cNvSpPr/>
          <p:nvPr/>
        </p:nvSpPr>
        <p:spPr>
          <a:xfrm>
            <a:off x="662940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5" name="Thread 43"/>
          <p:cNvSpPr/>
          <p:nvPr/>
        </p:nvSpPr>
        <p:spPr>
          <a:xfrm>
            <a:off x="726948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6" name="Thread 44"/>
          <p:cNvSpPr/>
          <p:nvPr/>
        </p:nvSpPr>
        <p:spPr>
          <a:xfrm>
            <a:off x="790956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7" name="Thread 45"/>
          <p:cNvSpPr/>
          <p:nvPr/>
        </p:nvSpPr>
        <p:spPr>
          <a:xfrm>
            <a:off x="854964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8" name="Thread 46"/>
          <p:cNvSpPr/>
          <p:nvPr/>
        </p:nvSpPr>
        <p:spPr>
          <a:xfrm>
            <a:off x="918972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59" name="Thread 47"/>
          <p:cNvSpPr/>
          <p:nvPr/>
        </p:nvSpPr>
        <p:spPr>
          <a:xfrm>
            <a:off x="982980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0" name="Thread 48"/>
          <p:cNvSpPr/>
          <p:nvPr/>
        </p:nvSpPr>
        <p:spPr>
          <a:xfrm>
            <a:off x="534924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1" name="Thread 49"/>
          <p:cNvSpPr/>
          <p:nvPr/>
        </p:nvSpPr>
        <p:spPr>
          <a:xfrm>
            <a:off x="598932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2" name="Thread 50"/>
          <p:cNvSpPr/>
          <p:nvPr/>
        </p:nvSpPr>
        <p:spPr>
          <a:xfrm>
            <a:off x="662940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3" name="Thread 51"/>
          <p:cNvSpPr/>
          <p:nvPr/>
        </p:nvSpPr>
        <p:spPr>
          <a:xfrm>
            <a:off x="726948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4" name="Thread 52"/>
          <p:cNvSpPr/>
          <p:nvPr/>
        </p:nvSpPr>
        <p:spPr>
          <a:xfrm>
            <a:off x="790956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5" name="Thread 53"/>
          <p:cNvSpPr/>
          <p:nvPr/>
        </p:nvSpPr>
        <p:spPr>
          <a:xfrm>
            <a:off x="854964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6" name="Thread 54"/>
          <p:cNvSpPr/>
          <p:nvPr/>
        </p:nvSpPr>
        <p:spPr>
          <a:xfrm>
            <a:off x="918972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7" name="Thread 55"/>
          <p:cNvSpPr/>
          <p:nvPr/>
        </p:nvSpPr>
        <p:spPr>
          <a:xfrm>
            <a:off x="982980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8" name="Thread 56"/>
          <p:cNvSpPr/>
          <p:nvPr/>
        </p:nvSpPr>
        <p:spPr>
          <a:xfrm>
            <a:off x="534924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69" name="Thread 57"/>
          <p:cNvSpPr/>
          <p:nvPr/>
        </p:nvSpPr>
        <p:spPr>
          <a:xfrm>
            <a:off x="598932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0" name="Thread 58"/>
          <p:cNvSpPr/>
          <p:nvPr/>
        </p:nvSpPr>
        <p:spPr>
          <a:xfrm>
            <a:off x="662940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1" name="Thread 59"/>
          <p:cNvSpPr/>
          <p:nvPr/>
        </p:nvSpPr>
        <p:spPr>
          <a:xfrm>
            <a:off x="726948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2" name="Thread 60"/>
          <p:cNvSpPr/>
          <p:nvPr/>
        </p:nvSpPr>
        <p:spPr>
          <a:xfrm>
            <a:off x="790956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3" name="Thread 61"/>
          <p:cNvSpPr/>
          <p:nvPr/>
        </p:nvSpPr>
        <p:spPr>
          <a:xfrm>
            <a:off x="854964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4" name="Thread 62"/>
          <p:cNvSpPr/>
          <p:nvPr/>
        </p:nvSpPr>
        <p:spPr>
          <a:xfrm>
            <a:off x="918972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5" name="Thread 63"/>
          <p:cNvSpPr/>
          <p:nvPr/>
        </p:nvSpPr>
        <p:spPr>
          <a:xfrm>
            <a:off x="982980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76" name="Warp 2"/>
          <p:cNvSpPr/>
          <p:nvPr/>
        </p:nvSpPr>
        <p:spPr>
          <a:xfrm>
            <a:off x="2903220" y="1364742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2</a:t>
            </a:r>
          </a:p>
        </p:txBody>
      </p:sp>
      <p:sp>
        <p:nvSpPr>
          <p:cNvPr id="77" name="Thread 64"/>
          <p:cNvSpPr/>
          <p:nvPr/>
        </p:nvSpPr>
        <p:spPr>
          <a:xfrm>
            <a:off x="534924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8" name="Thread 65"/>
          <p:cNvSpPr/>
          <p:nvPr/>
        </p:nvSpPr>
        <p:spPr>
          <a:xfrm>
            <a:off x="598932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9" name="Thread 66"/>
          <p:cNvSpPr/>
          <p:nvPr/>
        </p:nvSpPr>
        <p:spPr>
          <a:xfrm>
            <a:off x="662940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0" name="Thread 67"/>
          <p:cNvSpPr/>
          <p:nvPr/>
        </p:nvSpPr>
        <p:spPr>
          <a:xfrm>
            <a:off x="726948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1" name="Thread 68"/>
          <p:cNvSpPr/>
          <p:nvPr/>
        </p:nvSpPr>
        <p:spPr>
          <a:xfrm>
            <a:off x="790956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2" name="Thread 69"/>
          <p:cNvSpPr/>
          <p:nvPr/>
        </p:nvSpPr>
        <p:spPr>
          <a:xfrm>
            <a:off x="854964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3" name="Thread 70"/>
          <p:cNvSpPr/>
          <p:nvPr/>
        </p:nvSpPr>
        <p:spPr>
          <a:xfrm>
            <a:off x="918972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4" name="Thread 71"/>
          <p:cNvSpPr/>
          <p:nvPr/>
        </p:nvSpPr>
        <p:spPr>
          <a:xfrm>
            <a:off x="982980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5" name="Thread 72"/>
          <p:cNvSpPr/>
          <p:nvPr/>
        </p:nvSpPr>
        <p:spPr>
          <a:xfrm>
            <a:off x="534924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6" name="Thread 73"/>
          <p:cNvSpPr/>
          <p:nvPr/>
        </p:nvSpPr>
        <p:spPr>
          <a:xfrm>
            <a:off x="598932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7" name="Thread 74"/>
          <p:cNvSpPr/>
          <p:nvPr/>
        </p:nvSpPr>
        <p:spPr>
          <a:xfrm>
            <a:off x="662940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8" name="Thread 75 highlighted"/>
          <p:cNvSpPr/>
          <p:nvPr/>
        </p:nvSpPr>
        <p:spPr>
          <a:xfrm>
            <a:off x="7269480" y="13670280"/>
            <a:ext cx="297180" cy="297180"/>
          </a:xfrm>
          <a:prstGeom prst="ellipse">
            <a:avLst/>
          </a:prstGeom>
          <a:solidFill>
            <a:schemeClr val="accent4"/>
          </a:solidFill>
          <a:ln w="27432">
            <a:solidFill>
              <a:schemeClr val="accent4"/>
            </a:solidFill>
          </a:ln>
        </p:spPr>
      </p:sp>
      <p:sp>
        <p:nvSpPr>
          <p:cNvPr id="89" name="Highlighted thread 75 ring"/>
          <p:cNvSpPr/>
          <p:nvPr/>
        </p:nvSpPr>
        <p:spPr>
          <a:xfrm>
            <a:off x="7178040" y="13578840"/>
            <a:ext cx="480060" cy="480060"/>
          </a:xfrm>
          <a:prstGeom prst="ellipse">
            <a:avLst/>
          </a:prstGeom>
          <a:noFill/>
          <a:ln w="41148">
            <a:solidFill>
              <a:schemeClr val="accent4"/>
            </a:solidFill>
          </a:ln>
        </p:spPr>
      </p:sp>
      <p:sp>
        <p:nvSpPr>
          <p:cNvPr id="90" name="Highlighted thread marker"/>
          <p:cNvSpPr/>
          <p:nvPr/>
        </p:nvSpPr>
        <p:spPr>
          <a:xfrm>
            <a:off x="7372350" y="13773150"/>
            <a:ext cx="91440" cy="91440"/>
          </a:xfrm>
          <a:prstGeom prst="ellipse">
            <a:avLst/>
          </a:prstGeom>
          <a:solidFill>
            <a:schemeClr val="lt1"/>
          </a:solidFill>
          <a:ln w="29718">
            <a:noFill/>
          </a:ln>
        </p:spPr>
      </p:sp>
      <p:sp>
        <p:nvSpPr>
          <p:cNvPr id="91" name="Thread 76"/>
          <p:cNvSpPr/>
          <p:nvPr/>
        </p:nvSpPr>
        <p:spPr>
          <a:xfrm>
            <a:off x="790956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2" name="Thread 77"/>
          <p:cNvSpPr/>
          <p:nvPr/>
        </p:nvSpPr>
        <p:spPr>
          <a:xfrm>
            <a:off x="854964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3" name="Thread 78"/>
          <p:cNvSpPr/>
          <p:nvPr/>
        </p:nvSpPr>
        <p:spPr>
          <a:xfrm>
            <a:off x="918972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4" name="Thread 79"/>
          <p:cNvSpPr/>
          <p:nvPr/>
        </p:nvSpPr>
        <p:spPr>
          <a:xfrm>
            <a:off x="982980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5" name="Thread 80"/>
          <p:cNvSpPr/>
          <p:nvPr/>
        </p:nvSpPr>
        <p:spPr>
          <a:xfrm>
            <a:off x="534924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6" name="Thread 81"/>
          <p:cNvSpPr/>
          <p:nvPr/>
        </p:nvSpPr>
        <p:spPr>
          <a:xfrm>
            <a:off x="598932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7" name="Thread 82"/>
          <p:cNvSpPr/>
          <p:nvPr/>
        </p:nvSpPr>
        <p:spPr>
          <a:xfrm>
            <a:off x="662940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8" name="Thread 83"/>
          <p:cNvSpPr/>
          <p:nvPr/>
        </p:nvSpPr>
        <p:spPr>
          <a:xfrm>
            <a:off x="726948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9" name="Thread 84"/>
          <p:cNvSpPr/>
          <p:nvPr/>
        </p:nvSpPr>
        <p:spPr>
          <a:xfrm>
            <a:off x="790956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0" name="Thread 85"/>
          <p:cNvSpPr/>
          <p:nvPr/>
        </p:nvSpPr>
        <p:spPr>
          <a:xfrm>
            <a:off x="854964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1" name="Thread 86"/>
          <p:cNvSpPr/>
          <p:nvPr/>
        </p:nvSpPr>
        <p:spPr>
          <a:xfrm>
            <a:off x="918972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2" name="Thread 87"/>
          <p:cNvSpPr/>
          <p:nvPr/>
        </p:nvSpPr>
        <p:spPr>
          <a:xfrm>
            <a:off x="982980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3" name="Thread 88"/>
          <p:cNvSpPr/>
          <p:nvPr/>
        </p:nvSpPr>
        <p:spPr>
          <a:xfrm>
            <a:off x="534924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4" name="Thread 89"/>
          <p:cNvSpPr/>
          <p:nvPr/>
        </p:nvSpPr>
        <p:spPr>
          <a:xfrm>
            <a:off x="598932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5" name="Thread 90"/>
          <p:cNvSpPr/>
          <p:nvPr/>
        </p:nvSpPr>
        <p:spPr>
          <a:xfrm>
            <a:off x="662940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6" name="Thread 91"/>
          <p:cNvSpPr/>
          <p:nvPr/>
        </p:nvSpPr>
        <p:spPr>
          <a:xfrm>
            <a:off x="726948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7" name="Thread 92"/>
          <p:cNvSpPr/>
          <p:nvPr/>
        </p:nvSpPr>
        <p:spPr>
          <a:xfrm>
            <a:off x="790956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8" name="Thread 93"/>
          <p:cNvSpPr/>
          <p:nvPr/>
        </p:nvSpPr>
        <p:spPr>
          <a:xfrm>
            <a:off x="854964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09" name="Thread 94"/>
          <p:cNvSpPr/>
          <p:nvPr/>
        </p:nvSpPr>
        <p:spPr>
          <a:xfrm>
            <a:off x="918972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0" name="Thread 95"/>
          <p:cNvSpPr/>
          <p:nvPr/>
        </p:nvSpPr>
        <p:spPr>
          <a:xfrm>
            <a:off x="982980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1" name="Warp 3"/>
          <p:cNvSpPr/>
          <p:nvPr/>
        </p:nvSpPr>
        <p:spPr>
          <a:xfrm>
            <a:off x="2903220" y="1554480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3</a:t>
            </a:r>
          </a:p>
        </p:txBody>
      </p:sp>
      <p:sp>
        <p:nvSpPr>
          <p:cNvPr id="112" name="Thread 96"/>
          <p:cNvSpPr/>
          <p:nvPr/>
        </p:nvSpPr>
        <p:spPr>
          <a:xfrm>
            <a:off x="534924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3" name="Thread 97"/>
          <p:cNvSpPr/>
          <p:nvPr/>
        </p:nvSpPr>
        <p:spPr>
          <a:xfrm>
            <a:off x="598932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4" name="Thread 98"/>
          <p:cNvSpPr/>
          <p:nvPr/>
        </p:nvSpPr>
        <p:spPr>
          <a:xfrm>
            <a:off x="662940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5" name="Thread 99"/>
          <p:cNvSpPr/>
          <p:nvPr/>
        </p:nvSpPr>
        <p:spPr>
          <a:xfrm>
            <a:off x="726948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6" name="Thread 100"/>
          <p:cNvSpPr/>
          <p:nvPr/>
        </p:nvSpPr>
        <p:spPr>
          <a:xfrm>
            <a:off x="790956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7" name="Thread 101"/>
          <p:cNvSpPr/>
          <p:nvPr/>
        </p:nvSpPr>
        <p:spPr>
          <a:xfrm>
            <a:off x="854964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8" name="Thread 102"/>
          <p:cNvSpPr/>
          <p:nvPr/>
        </p:nvSpPr>
        <p:spPr>
          <a:xfrm>
            <a:off x="918972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19" name="Thread 103"/>
          <p:cNvSpPr/>
          <p:nvPr/>
        </p:nvSpPr>
        <p:spPr>
          <a:xfrm>
            <a:off x="982980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0" name="Thread 104"/>
          <p:cNvSpPr/>
          <p:nvPr/>
        </p:nvSpPr>
        <p:spPr>
          <a:xfrm>
            <a:off x="534924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1" name="Thread 105"/>
          <p:cNvSpPr/>
          <p:nvPr/>
        </p:nvSpPr>
        <p:spPr>
          <a:xfrm>
            <a:off x="598932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2" name="Thread 106"/>
          <p:cNvSpPr/>
          <p:nvPr/>
        </p:nvSpPr>
        <p:spPr>
          <a:xfrm>
            <a:off x="662940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3" name="Thread 107"/>
          <p:cNvSpPr/>
          <p:nvPr/>
        </p:nvSpPr>
        <p:spPr>
          <a:xfrm>
            <a:off x="726948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4" name="Thread 108"/>
          <p:cNvSpPr/>
          <p:nvPr/>
        </p:nvSpPr>
        <p:spPr>
          <a:xfrm>
            <a:off x="790956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5" name="Thread 109"/>
          <p:cNvSpPr/>
          <p:nvPr/>
        </p:nvSpPr>
        <p:spPr>
          <a:xfrm>
            <a:off x="854964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6" name="Thread 110"/>
          <p:cNvSpPr/>
          <p:nvPr/>
        </p:nvSpPr>
        <p:spPr>
          <a:xfrm>
            <a:off x="918972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7" name="Thread 111"/>
          <p:cNvSpPr/>
          <p:nvPr/>
        </p:nvSpPr>
        <p:spPr>
          <a:xfrm>
            <a:off x="982980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8" name="Thread 112"/>
          <p:cNvSpPr/>
          <p:nvPr/>
        </p:nvSpPr>
        <p:spPr>
          <a:xfrm>
            <a:off x="534924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29" name="Thread 113"/>
          <p:cNvSpPr/>
          <p:nvPr/>
        </p:nvSpPr>
        <p:spPr>
          <a:xfrm>
            <a:off x="598932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0" name="Thread 114"/>
          <p:cNvSpPr/>
          <p:nvPr/>
        </p:nvSpPr>
        <p:spPr>
          <a:xfrm>
            <a:off x="662940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1" name="Thread 115"/>
          <p:cNvSpPr/>
          <p:nvPr/>
        </p:nvSpPr>
        <p:spPr>
          <a:xfrm>
            <a:off x="726948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2" name="Thread 116"/>
          <p:cNvSpPr/>
          <p:nvPr/>
        </p:nvSpPr>
        <p:spPr>
          <a:xfrm>
            <a:off x="790956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3" name="Thread 117"/>
          <p:cNvSpPr/>
          <p:nvPr/>
        </p:nvSpPr>
        <p:spPr>
          <a:xfrm>
            <a:off x="854964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4" name="Thread 118"/>
          <p:cNvSpPr/>
          <p:nvPr/>
        </p:nvSpPr>
        <p:spPr>
          <a:xfrm>
            <a:off x="918972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5" name="Thread 119"/>
          <p:cNvSpPr/>
          <p:nvPr/>
        </p:nvSpPr>
        <p:spPr>
          <a:xfrm>
            <a:off x="982980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6" name="Thread 120"/>
          <p:cNvSpPr/>
          <p:nvPr/>
        </p:nvSpPr>
        <p:spPr>
          <a:xfrm>
            <a:off x="534924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7" name="Thread 121"/>
          <p:cNvSpPr/>
          <p:nvPr/>
        </p:nvSpPr>
        <p:spPr>
          <a:xfrm>
            <a:off x="598932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8" name="Thread 122"/>
          <p:cNvSpPr/>
          <p:nvPr/>
        </p:nvSpPr>
        <p:spPr>
          <a:xfrm>
            <a:off x="662940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39" name="Thread 123"/>
          <p:cNvSpPr/>
          <p:nvPr/>
        </p:nvSpPr>
        <p:spPr>
          <a:xfrm>
            <a:off x="726948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0" name="Thread 124"/>
          <p:cNvSpPr/>
          <p:nvPr/>
        </p:nvSpPr>
        <p:spPr>
          <a:xfrm>
            <a:off x="790956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1" name="Thread 125"/>
          <p:cNvSpPr/>
          <p:nvPr/>
        </p:nvSpPr>
        <p:spPr>
          <a:xfrm>
            <a:off x="854964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2" name="Thread 126"/>
          <p:cNvSpPr/>
          <p:nvPr/>
        </p:nvSpPr>
        <p:spPr>
          <a:xfrm>
            <a:off x="918972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3" name="Thread 127"/>
          <p:cNvSpPr/>
          <p:nvPr/>
        </p:nvSpPr>
        <p:spPr>
          <a:xfrm>
            <a:off x="982980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44" name="RANK WITHIN GROUP"/>
          <p:cNvSpPr/>
          <p:nvPr/>
        </p:nvSpPr>
        <p:spPr>
          <a:xfrm>
            <a:off x="11704320" y="9761220"/>
            <a:ext cx="539496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1">
                <a:solidFill>
                  <a:schemeClr val="accent6"/>
                </a:solidFill>
                <a:latin typeface="NVIDIA Sans Medium"/>
              </a:rPr>
              <a:t xml:space="preserve">RANK WITHIN GROUP</a:t>
            </a:r>
          </a:p>
        </p:txBody>
      </p:sp>
      <p:sp>
        <p:nvSpPr>
          <p:cNvPr id="145" name="Thread rank"/>
          <p:cNvSpPr/>
          <p:nvPr/>
        </p:nvSpPr>
        <p:spPr>
          <a:xfrm>
            <a:off x="11704320" y="10858500"/>
            <a:ext cx="5394960" cy="9372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1">
                <a:solidFill>
                  <a:schemeClr val="dk1"/>
                </a:solidFill>
                <a:latin typeface="NVIDIA Sans Medium"/>
              </a:rPr>
              <a:t xml:space="preserve">Thread rank</a:t>
            </a:r>
          </a:p>
        </p:txBody>
      </p:sp>
      <p:sp>
        <p:nvSpPr>
          <p:cNvPr id="146" name="43"/>
          <p:cNvSpPr/>
          <p:nvPr/>
        </p:nvSpPr>
        <p:spPr>
          <a:xfrm>
            <a:off x="11704320" y="11887200"/>
            <a:ext cx="5029200" cy="1783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10260" b="1">
                <a:solidFill>
                  <a:schemeClr val="accent4"/>
                </a:solidFill>
                <a:latin typeface="NVIDIA Sans Medium"/>
              </a:rPr>
              <a:t xml:space="preserve">43</a:t>
            </a:r>
          </a:p>
        </p:txBody>
      </p:sp>
      <p:sp>
        <p:nvSpPr>
          <p:cNvPr id="147" name="Thread rank only"/>
          <p:cNvSpPr/>
          <p:nvPr/>
        </p:nvSpPr>
        <p:spPr>
          <a:xfrm>
            <a:off x="11704320" y="14584680"/>
            <a:ext cx="5143500" cy="13716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accent6"/>
                </a:solidFill>
                <a:latin typeface="NVIDIA Sans"/>
              </a:rPr>
              <a:t xml:space="preserve">Thread rank only</a:t>
            </a:r>
          </a:p>
        </p:txBody>
      </p:sp>
      <p:sp>
        <p:nvSpPr>
          <p:cNvPr id="148" name="Shape"/>
          <p:cNvSpPr/>
          <p:nvPr/>
        </p:nvSpPr>
        <p:spPr>
          <a:xfrm>
            <a:off x="18859500" y="6766560"/>
            <a:ext cx="158877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49" name="CCCL Cooperative Groups"/>
          <p:cNvSpPr/>
          <p:nvPr/>
        </p:nvSpPr>
        <p:spPr>
          <a:xfrm>
            <a:off x="19316700" y="7246620"/>
            <a:ext cx="15087600" cy="11430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CCCL Cooperative Groups</a:t>
            </a:r>
          </a:p>
        </p:txBody>
      </p:sp>
      <p:sp>
        <p:nvSpPr>
          <p:cNvPr id="150" name="Block: 128 threads"/>
          <p:cNvSpPr/>
          <p:nvPr/>
        </p:nvSpPr>
        <p:spPr>
          <a:xfrm>
            <a:off x="19499580" y="9052560"/>
            <a:ext cx="8458200" cy="8001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151" name="Upper boundary: block"/>
          <p:cNvSpPr/>
          <p:nvPr/>
        </p:nvSpPr>
        <p:spPr>
          <a:xfrm>
            <a:off x="19339560" y="8892540"/>
            <a:ext cx="8778240" cy="8321040"/>
          </a:xfrm>
          <a:prstGeom prst="roundRect">
            <a:avLst>
              <a:gd name="adj" fmla="val 6000"/>
            </a:avLst>
          </a:prstGeom>
          <a:noFill/>
          <a:ln w="57150">
            <a:solidFill>
              <a:schemeClr val="dk2"/>
            </a:solidFill>
            <a:prstDash val="dash"/>
          </a:ln>
        </p:spPr>
      </p:sp>
      <p:sp>
        <p:nvSpPr>
          <p:cNvPr id="152" name="Selected warp unit 0"/>
          <p:cNvSpPr/>
          <p:nvPr/>
        </p:nvSpPr>
        <p:spPr>
          <a:xfrm>
            <a:off x="19705320" y="9281160"/>
            <a:ext cx="8023860" cy="17602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34290">
            <a:solidFill>
              <a:schemeClr val="accent1">
                <a:shade val="65000"/>
              </a:schemeClr>
            </a:solidFill>
          </a:ln>
        </p:spPr>
      </p:sp>
      <p:sp>
        <p:nvSpPr>
          <p:cNvPr id="153" name="Warp 0"/>
          <p:cNvSpPr/>
          <p:nvPr/>
        </p:nvSpPr>
        <p:spPr>
          <a:xfrm>
            <a:off x="19933920" y="985266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0</a:t>
            </a:r>
          </a:p>
        </p:txBody>
      </p:sp>
      <p:sp>
        <p:nvSpPr>
          <p:cNvPr id="154" name="Thread 0"/>
          <p:cNvSpPr/>
          <p:nvPr/>
        </p:nvSpPr>
        <p:spPr>
          <a:xfrm>
            <a:off x="2237994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5" name="Thread 1"/>
          <p:cNvSpPr/>
          <p:nvPr/>
        </p:nvSpPr>
        <p:spPr>
          <a:xfrm>
            <a:off x="2302002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6" name="Thread 2"/>
          <p:cNvSpPr/>
          <p:nvPr/>
        </p:nvSpPr>
        <p:spPr>
          <a:xfrm>
            <a:off x="2366010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7" name="Thread 3"/>
          <p:cNvSpPr/>
          <p:nvPr/>
        </p:nvSpPr>
        <p:spPr>
          <a:xfrm>
            <a:off x="2430018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8" name="Thread 4"/>
          <p:cNvSpPr/>
          <p:nvPr/>
        </p:nvSpPr>
        <p:spPr>
          <a:xfrm>
            <a:off x="2494026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9" name="Thread 5"/>
          <p:cNvSpPr/>
          <p:nvPr/>
        </p:nvSpPr>
        <p:spPr>
          <a:xfrm>
            <a:off x="2558034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0" name="Thread 6"/>
          <p:cNvSpPr/>
          <p:nvPr/>
        </p:nvSpPr>
        <p:spPr>
          <a:xfrm>
            <a:off x="2622042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1" name="Thread 7"/>
          <p:cNvSpPr/>
          <p:nvPr/>
        </p:nvSpPr>
        <p:spPr>
          <a:xfrm>
            <a:off x="26860500" y="94411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2" name="Thread 8"/>
          <p:cNvSpPr/>
          <p:nvPr/>
        </p:nvSpPr>
        <p:spPr>
          <a:xfrm>
            <a:off x="2237994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3" name="Thread 9"/>
          <p:cNvSpPr/>
          <p:nvPr/>
        </p:nvSpPr>
        <p:spPr>
          <a:xfrm>
            <a:off x="2302002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4" name="Thread 10"/>
          <p:cNvSpPr/>
          <p:nvPr/>
        </p:nvSpPr>
        <p:spPr>
          <a:xfrm>
            <a:off x="2366010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5" name="Thread 11"/>
          <p:cNvSpPr/>
          <p:nvPr/>
        </p:nvSpPr>
        <p:spPr>
          <a:xfrm>
            <a:off x="2430018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6" name="Thread 12"/>
          <p:cNvSpPr/>
          <p:nvPr/>
        </p:nvSpPr>
        <p:spPr>
          <a:xfrm>
            <a:off x="2494026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7" name="Thread 13"/>
          <p:cNvSpPr/>
          <p:nvPr/>
        </p:nvSpPr>
        <p:spPr>
          <a:xfrm>
            <a:off x="2558034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8" name="Thread 14"/>
          <p:cNvSpPr/>
          <p:nvPr/>
        </p:nvSpPr>
        <p:spPr>
          <a:xfrm>
            <a:off x="2622042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9" name="Thread 15"/>
          <p:cNvSpPr/>
          <p:nvPr/>
        </p:nvSpPr>
        <p:spPr>
          <a:xfrm>
            <a:off x="26860500" y="98755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0" name="Thread 16"/>
          <p:cNvSpPr/>
          <p:nvPr/>
        </p:nvSpPr>
        <p:spPr>
          <a:xfrm>
            <a:off x="2237994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1" name="Thread 17"/>
          <p:cNvSpPr/>
          <p:nvPr/>
        </p:nvSpPr>
        <p:spPr>
          <a:xfrm>
            <a:off x="2302002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2" name="Thread 18"/>
          <p:cNvSpPr/>
          <p:nvPr/>
        </p:nvSpPr>
        <p:spPr>
          <a:xfrm>
            <a:off x="2366010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3" name="Thread 19"/>
          <p:cNvSpPr/>
          <p:nvPr/>
        </p:nvSpPr>
        <p:spPr>
          <a:xfrm>
            <a:off x="2430018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4" name="Thread 20"/>
          <p:cNvSpPr/>
          <p:nvPr/>
        </p:nvSpPr>
        <p:spPr>
          <a:xfrm>
            <a:off x="2494026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5" name="Thread 21"/>
          <p:cNvSpPr/>
          <p:nvPr/>
        </p:nvSpPr>
        <p:spPr>
          <a:xfrm>
            <a:off x="2558034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6" name="Thread 22"/>
          <p:cNvSpPr/>
          <p:nvPr/>
        </p:nvSpPr>
        <p:spPr>
          <a:xfrm>
            <a:off x="2622042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7" name="Thread 23"/>
          <p:cNvSpPr/>
          <p:nvPr/>
        </p:nvSpPr>
        <p:spPr>
          <a:xfrm>
            <a:off x="26860500" y="103098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8" name="Thread 24"/>
          <p:cNvSpPr/>
          <p:nvPr/>
        </p:nvSpPr>
        <p:spPr>
          <a:xfrm>
            <a:off x="2237994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9" name="Thread 25"/>
          <p:cNvSpPr/>
          <p:nvPr/>
        </p:nvSpPr>
        <p:spPr>
          <a:xfrm>
            <a:off x="2302002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0" name="Thread 26"/>
          <p:cNvSpPr/>
          <p:nvPr/>
        </p:nvSpPr>
        <p:spPr>
          <a:xfrm>
            <a:off x="2366010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1" name="Thread 27"/>
          <p:cNvSpPr/>
          <p:nvPr/>
        </p:nvSpPr>
        <p:spPr>
          <a:xfrm>
            <a:off x="2430018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2" name="Thread 28"/>
          <p:cNvSpPr/>
          <p:nvPr/>
        </p:nvSpPr>
        <p:spPr>
          <a:xfrm>
            <a:off x="2494026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3" name="Thread 29"/>
          <p:cNvSpPr/>
          <p:nvPr/>
        </p:nvSpPr>
        <p:spPr>
          <a:xfrm>
            <a:off x="2558034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4" name="Thread 30"/>
          <p:cNvSpPr/>
          <p:nvPr/>
        </p:nvSpPr>
        <p:spPr>
          <a:xfrm>
            <a:off x="2622042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5" name="Thread 31"/>
          <p:cNvSpPr/>
          <p:nvPr/>
        </p:nvSpPr>
        <p:spPr>
          <a:xfrm>
            <a:off x="26860500" y="1074420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6" name="Warp 1"/>
          <p:cNvSpPr/>
          <p:nvPr/>
        </p:nvSpPr>
        <p:spPr>
          <a:xfrm>
            <a:off x="19933920" y="1175004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1</a:t>
            </a:r>
          </a:p>
        </p:txBody>
      </p:sp>
      <p:sp>
        <p:nvSpPr>
          <p:cNvPr id="187" name="Thread 32"/>
          <p:cNvSpPr/>
          <p:nvPr/>
        </p:nvSpPr>
        <p:spPr>
          <a:xfrm>
            <a:off x="2237994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8" name="Thread 33"/>
          <p:cNvSpPr/>
          <p:nvPr/>
        </p:nvSpPr>
        <p:spPr>
          <a:xfrm>
            <a:off x="2302002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89" name="Thread 34"/>
          <p:cNvSpPr/>
          <p:nvPr/>
        </p:nvSpPr>
        <p:spPr>
          <a:xfrm>
            <a:off x="2366010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0" name="Thread 35"/>
          <p:cNvSpPr/>
          <p:nvPr/>
        </p:nvSpPr>
        <p:spPr>
          <a:xfrm>
            <a:off x="2430018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1" name="Thread 36"/>
          <p:cNvSpPr/>
          <p:nvPr/>
        </p:nvSpPr>
        <p:spPr>
          <a:xfrm>
            <a:off x="2494026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2" name="Thread 37"/>
          <p:cNvSpPr/>
          <p:nvPr/>
        </p:nvSpPr>
        <p:spPr>
          <a:xfrm>
            <a:off x="2558034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3" name="Thread 38"/>
          <p:cNvSpPr/>
          <p:nvPr/>
        </p:nvSpPr>
        <p:spPr>
          <a:xfrm>
            <a:off x="2622042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4" name="Thread 39"/>
          <p:cNvSpPr/>
          <p:nvPr/>
        </p:nvSpPr>
        <p:spPr>
          <a:xfrm>
            <a:off x="26860500" y="113385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5" name="Thread 40"/>
          <p:cNvSpPr/>
          <p:nvPr/>
        </p:nvSpPr>
        <p:spPr>
          <a:xfrm>
            <a:off x="2237994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6" name="Thread 41"/>
          <p:cNvSpPr/>
          <p:nvPr/>
        </p:nvSpPr>
        <p:spPr>
          <a:xfrm>
            <a:off x="2302002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7" name="Thread 42"/>
          <p:cNvSpPr/>
          <p:nvPr/>
        </p:nvSpPr>
        <p:spPr>
          <a:xfrm>
            <a:off x="2366010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8" name="Thread 43"/>
          <p:cNvSpPr/>
          <p:nvPr/>
        </p:nvSpPr>
        <p:spPr>
          <a:xfrm>
            <a:off x="2430018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199" name="Thread 44"/>
          <p:cNvSpPr/>
          <p:nvPr/>
        </p:nvSpPr>
        <p:spPr>
          <a:xfrm>
            <a:off x="2494026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0" name="Thread 45"/>
          <p:cNvSpPr/>
          <p:nvPr/>
        </p:nvSpPr>
        <p:spPr>
          <a:xfrm>
            <a:off x="2558034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1" name="Thread 46"/>
          <p:cNvSpPr/>
          <p:nvPr/>
        </p:nvSpPr>
        <p:spPr>
          <a:xfrm>
            <a:off x="2622042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2" name="Thread 47"/>
          <p:cNvSpPr/>
          <p:nvPr/>
        </p:nvSpPr>
        <p:spPr>
          <a:xfrm>
            <a:off x="26860500" y="117729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3" name="Thread 48"/>
          <p:cNvSpPr/>
          <p:nvPr/>
        </p:nvSpPr>
        <p:spPr>
          <a:xfrm>
            <a:off x="2237994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4" name="Thread 49"/>
          <p:cNvSpPr/>
          <p:nvPr/>
        </p:nvSpPr>
        <p:spPr>
          <a:xfrm>
            <a:off x="2302002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5" name="Thread 50"/>
          <p:cNvSpPr/>
          <p:nvPr/>
        </p:nvSpPr>
        <p:spPr>
          <a:xfrm>
            <a:off x="2366010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6" name="Thread 51"/>
          <p:cNvSpPr/>
          <p:nvPr/>
        </p:nvSpPr>
        <p:spPr>
          <a:xfrm>
            <a:off x="2430018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7" name="Thread 52"/>
          <p:cNvSpPr/>
          <p:nvPr/>
        </p:nvSpPr>
        <p:spPr>
          <a:xfrm>
            <a:off x="2494026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8" name="Thread 53"/>
          <p:cNvSpPr/>
          <p:nvPr/>
        </p:nvSpPr>
        <p:spPr>
          <a:xfrm>
            <a:off x="2558034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09" name="Thread 54"/>
          <p:cNvSpPr/>
          <p:nvPr/>
        </p:nvSpPr>
        <p:spPr>
          <a:xfrm>
            <a:off x="2622042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0" name="Thread 55"/>
          <p:cNvSpPr/>
          <p:nvPr/>
        </p:nvSpPr>
        <p:spPr>
          <a:xfrm>
            <a:off x="26860500" y="122072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1" name="Thread 56"/>
          <p:cNvSpPr/>
          <p:nvPr/>
        </p:nvSpPr>
        <p:spPr>
          <a:xfrm>
            <a:off x="2237994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2" name="Thread 57"/>
          <p:cNvSpPr/>
          <p:nvPr/>
        </p:nvSpPr>
        <p:spPr>
          <a:xfrm>
            <a:off x="2302002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3" name="Thread 58"/>
          <p:cNvSpPr/>
          <p:nvPr/>
        </p:nvSpPr>
        <p:spPr>
          <a:xfrm>
            <a:off x="2366010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4" name="Thread 59"/>
          <p:cNvSpPr/>
          <p:nvPr/>
        </p:nvSpPr>
        <p:spPr>
          <a:xfrm>
            <a:off x="2430018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5" name="Thread 60"/>
          <p:cNvSpPr/>
          <p:nvPr/>
        </p:nvSpPr>
        <p:spPr>
          <a:xfrm>
            <a:off x="2494026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6" name="Thread 61"/>
          <p:cNvSpPr/>
          <p:nvPr/>
        </p:nvSpPr>
        <p:spPr>
          <a:xfrm>
            <a:off x="2558034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7" name="Thread 62"/>
          <p:cNvSpPr/>
          <p:nvPr/>
        </p:nvSpPr>
        <p:spPr>
          <a:xfrm>
            <a:off x="2622042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8" name="Thread 63"/>
          <p:cNvSpPr/>
          <p:nvPr/>
        </p:nvSpPr>
        <p:spPr>
          <a:xfrm>
            <a:off x="26860500" y="1264158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19" name="Selected warp unit 2"/>
          <p:cNvSpPr/>
          <p:nvPr/>
        </p:nvSpPr>
        <p:spPr>
          <a:xfrm>
            <a:off x="19705320" y="13075920"/>
            <a:ext cx="8023860" cy="17602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34290">
            <a:solidFill>
              <a:schemeClr val="accent1">
                <a:shade val="65000"/>
              </a:schemeClr>
            </a:solidFill>
          </a:ln>
        </p:spPr>
      </p:sp>
      <p:sp>
        <p:nvSpPr>
          <p:cNvPr id="220" name="Warp 2"/>
          <p:cNvSpPr/>
          <p:nvPr/>
        </p:nvSpPr>
        <p:spPr>
          <a:xfrm>
            <a:off x="19933920" y="1364742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2</a:t>
            </a:r>
          </a:p>
        </p:txBody>
      </p:sp>
      <p:sp>
        <p:nvSpPr>
          <p:cNvPr id="221" name="Thread 64"/>
          <p:cNvSpPr/>
          <p:nvPr/>
        </p:nvSpPr>
        <p:spPr>
          <a:xfrm>
            <a:off x="2237994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2" name="Thread 65"/>
          <p:cNvSpPr/>
          <p:nvPr/>
        </p:nvSpPr>
        <p:spPr>
          <a:xfrm>
            <a:off x="2302002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3" name="Thread 66"/>
          <p:cNvSpPr/>
          <p:nvPr/>
        </p:nvSpPr>
        <p:spPr>
          <a:xfrm>
            <a:off x="2366010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4" name="Thread 67"/>
          <p:cNvSpPr/>
          <p:nvPr/>
        </p:nvSpPr>
        <p:spPr>
          <a:xfrm>
            <a:off x="2430018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5" name="Thread 68"/>
          <p:cNvSpPr/>
          <p:nvPr/>
        </p:nvSpPr>
        <p:spPr>
          <a:xfrm>
            <a:off x="2494026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6" name="Thread 69"/>
          <p:cNvSpPr/>
          <p:nvPr/>
        </p:nvSpPr>
        <p:spPr>
          <a:xfrm>
            <a:off x="2558034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7" name="Thread 70"/>
          <p:cNvSpPr/>
          <p:nvPr/>
        </p:nvSpPr>
        <p:spPr>
          <a:xfrm>
            <a:off x="2622042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8" name="Thread 71"/>
          <p:cNvSpPr/>
          <p:nvPr/>
        </p:nvSpPr>
        <p:spPr>
          <a:xfrm>
            <a:off x="26860500" y="1323594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9" name="Thread 72"/>
          <p:cNvSpPr/>
          <p:nvPr/>
        </p:nvSpPr>
        <p:spPr>
          <a:xfrm>
            <a:off x="2237994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0" name="Thread 73"/>
          <p:cNvSpPr/>
          <p:nvPr/>
        </p:nvSpPr>
        <p:spPr>
          <a:xfrm>
            <a:off x="2302002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1" name="Thread 74"/>
          <p:cNvSpPr/>
          <p:nvPr/>
        </p:nvSpPr>
        <p:spPr>
          <a:xfrm>
            <a:off x="2366010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2" name="Thread 75 highlighted"/>
          <p:cNvSpPr/>
          <p:nvPr/>
        </p:nvSpPr>
        <p:spPr>
          <a:xfrm>
            <a:off x="24300180" y="13670280"/>
            <a:ext cx="297180" cy="297180"/>
          </a:xfrm>
          <a:prstGeom prst="ellipse">
            <a:avLst/>
          </a:prstGeom>
          <a:solidFill>
            <a:schemeClr val="accent4"/>
          </a:solidFill>
          <a:ln w="27432">
            <a:solidFill>
              <a:schemeClr val="accent4"/>
            </a:solidFill>
          </a:ln>
        </p:spPr>
      </p:sp>
      <p:sp>
        <p:nvSpPr>
          <p:cNvPr id="233" name="Highlighted thread 75 ring"/>
          <p:cNvSpPr/>
          <p:nvPr/>
        </p:nvSpPr>
        <p:spPr>
          <a:xfrm>
            <a:off x="24208740" y="13578840"/>
            <a:ext cx="480060" cy="480060"/>
          </a:xfrm>
          <a:prstGeom prst="ellipse">
            <a:avLst/>
          </a:prstGeom>
          <a:noFill/>
          <a:ln w="41148">
            <a:solidFill>
              <a:schemeClr val="accent4"/>
            </a:solidFill>
          </a:ln>
        </p:spPr>
      </p:sp>
      <p:sp>
        <p:nvSpPr>
          <p:cNvPr id="234" name="Highlighted thread marker"/>
          <p:cNvSpPr/>
          <p:nvPr/>
        </p:nvSpPr>
        <p:spPr>
          <a:xfrm>
            <a:off x="24403050" y="13773150"/>
            <a:ext cx="91440" cy="91440"/>
          </a:xfrm>
          <a:prstGeom prst="ellipse">
            <a:avLst/>
          </a:prstGeom>
          <a:solidFill>
            <a:schemeClr val="lt1"/>
          </a:solidFill>
          <a:ln w="29718">
            <a:noFill/>
          </a:ln>
        </p:spPr>
      </p:sp>
      <p:sp>
        <p:nvSpPr>
          <p:cNvPr id="235" name="Thread 76"/>
          <p:cNvSpPr/>
          <p:nvPr/>
        </p:nvSpPr>
        <p:spPr>
          <a:xfrm>
            <a:off x="2494026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6" name="Thread 77"/>
          <p:cNvSpPr/>
          <p:nvPr/>
        </p:nvSpPr>
        <p:spPr>
          <a:xfrm>
            <a:off x="2558034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7" name="Thread 78"/>
          <p:cNvSpPr/>
          <p:nvPr/>
        </p:nvSpPr>
        <p:spPr>
          <a:xfrm>
            <a:off x="2622042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8" name="Thread 79"/>
          <p:cNvSpPr/>
          <p:nvPr/>
        </p:nvSpPr>
        <p:spPr>
          <a:xfrm>
            <a:off x="26860500" y="1367028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9" name="Thread 80"/>
          <p:cNvSpPr/>
          <p:nvPr/>
        </p:nvSpPr>
        <p:spPr>
          <a:xfrm>
            <a:off x="2237994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0" name="Thread 81"/>
          <p:cNvSpPr/>
          <p:nvPr/>
        </p:nvSpPr>
        <p:spPr>
          <a:xfrm>
            <a:off x="2302002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1" name="Thread 82"/>
          <p:cNvSpPr/>
          <p:nvPr/>
        </p:nvSpPr>
        <p:spPr>
          <a:xfrm>
            <a:off x="2366010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2" name="Thread 83"/>
          <p:cNvSpPr/>
          <p:nvPr/>
        </p:nvSpPr>
        <p:spPr>
          <a:xfrm>
            <a:off x="2430018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3" name="Thread 84"/>
          <p:cNvSpPr/>
          <p:nvPr/>
        </p:nvSpPr>
        <p:spPr>
          <a:xfrm>
            <a:off x="2494026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4" name="Thread 85"/>
          <p:cNvSpPr/>
          <p:nvPr/>
        </p:nvSpPr>
        <p:spPr>
          <a:xfrm>
            <a:off x="2558034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5" name="Thread 86"/>
          <p:cNvSpPr/>
          <p:nvPr/>
        </p:nvSpPr>
        <p:spPr>
          <a:xfrm>
            <a:off x="2622042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6" name="Thread 87"/>
          <p:cNvSpPr/>
          <p:nvPr/>
        </p:nvSpPr>
        <p:spPr>
          <a:xfrm>
            <a:off x="26860500" y="1410462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7" name="Thread 88"/>
          <p:cNvSpPr/>
          <p:nvPr/>
        </p:nvSpPr>
        <p:spPr>
          <a:xfrm>
            <a:off x="2237994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8" name="Thread 89"/>
          <p:cNvSpPr/>
          <p:nvPr/>
        </p:nvSpPr>
        <p:spPr>
          <a:xfrm>
            <a:off x="2302002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9" name="Thread 90"/>
          <p:cNvSpPr/>
          <p:nvPr/>
        </p:nvSpPr>
        <p:spPr>
          <a:xfrm>
            <a:off x="2366010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0" name="Thread 91"/>
          <p:cNvSpPr/>
          <p:nvPr/>
        </p:nvSpPr>
        <p:spPr>
          <a:xfrm>
            <a:off x="2430018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1" name="Thread 92"/>
          <p:cNvSpPr/>
          <p:nvPr/>
        </p:nvSpPr>
        <p:spPr>
          <a:xfrm>
            <a:off x="2494026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2" name="Thread 93"/>
          <p:cNvSpPr/>
          <p:nvPr/>
        </p:nvSpPr>
        <p:spPr>
          <a:xfrm>
            <a:off x="2558034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3" name="Thread 94"/>
          <p:cNvSpPr/>
          <p:nvPr/>
        </p:nvSpPr>
        <p:spPr>
          <a:xfrm>
            <a:off x="2622042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4" name="Thread 95"/>
          <p:cNvSpPr/>
          <p:nvPr/>
        </p:nvSpPr>
        <p:spPr>
          <a:xfrm>
            <a:off x="26860500" y="14538960"/>
            <a:ext cx="297180" cy="2971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5" name="Warp 3"/>
          <p:cNvSpPr/>
          <p:nvPr/>
        </p:nvSpPr>
        <p:spPr>
          <a:xfrm>
            <a:off x="19933920" y="15544800"/>
            <a:ext cx="2103120" cy="571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0">
                <a:solidFill>
                  <a:schemeClr val="accent6"/>
                </a:solidFill>
                <a:latin typeface="NVIDIA Sans"/>
              </a:rPr>
              <a:t xml:space="preserve">Warp 3</a:t>
            </a:r>
          </a:p>
        </p:txBody>
      </p:sp>
      <p:sp>
        <p:nvSpPr>
          <p:cNvPr id="256" name="Thread 96"/>
          <p:cNvSpPr/>
          <p:nvPr/>
        </p:nvSpPr>
        <p:spPr>
          <a:xfrm>
            <a:off x="2237994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7" name="Thread 97"/>
          <p:cNvSpPr/>
          <p:nvPr/>
        </p:nvSpPr>
        <p:spPr>
          <a:xfrm>
            <a:off x="2302002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8" name="Thread 98"/>
          <p:cNvSpPr/>
          <p:nvPr/>
        </p:nvSpPr>
        <p:spPr>
          <a:xfrm>
            <a:off x="2366010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59" name="Thread 99"/>
          <p:cNvSpPr/>
          <p:nvPr/>
        </p:nvSpPr>
        <p:spPr>
          <a:xfrm>
            <a:off x="2430018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0" name="Thread 100"/>
          <p:cNvSpPr/>
          <p:nvPr/>
        </p:nvSpPr>
        <p:spPr>
          <a:xfrm>
            <a:off x="2494026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1" name="Thread 101"/>
          <p:cNvSpPr/>
          <p:nvPr/>
        </p:nvSpPr>
        <p:spPr>
          <a:xfrm>
            <a:off x="2558034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2" name="Thread 102"/>
          <p:cNvSpPr/>
          <p:nvPr/>
        </p:nvSpPr>
        <p:spPr>
          <a:xfrm>
            <a:off x="2622042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3" name="Thread 103"/>
          <p:cNvSpPr/>
          <p:nvPr/>
        </p:nvSpPr>
        <p:spPr>
          <a:xfrm>
            <a:off x="26860500" y="1513332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4" name="Thread 104"/>
          <p:cNvSpPr/>
          <p:nvPr/>
        </p:nvSpPr>
        <p:spPr>
          <a:xfrm>
            <a:off x="2237994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5" name="Thread 105"/>
          <p:cNvSpPr/>
          <p:nvPr/>
        </p:nvSpPr>
        <p:spPr>
          <a:xfrm>
            <a:off x="2302002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6" name="Thread 106"/>
          <p:cNvSpPr/>
          <p:nvPr/>
        </p:nvSpPr>
        <p:spPr>
          <a:xfrm>
            <a:off x="2366010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7" name="Thread 107"/>
          <p:cNvSpPr/>
          <p:nvPr/>
        </p:nvSpPr>
        <p:spPr>
          <a:xfrm>
            <a:off x="2430018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8" name="Thread 108"/>
          <p:cNvSpPr/>
          <p:nvPr/>
        </p:nvSpPr>
        <p:spPr>
          <a:xfrm>
            <a:off x="2494026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69" name="Thread 109"/>
          <p:cNvSpPr/>
          <p:nvPr/>
        </p:nvSpPr>
        <p:spPr>
          <a:xfrm>
            <a:off x="2558034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0" name="Thread 110"/>
          <p:cNvSpPr/>
          <p:nvPr/>
        </p:nvSpPr>
        <p:spPr>
          <a:xfrm>
            <a:off x="2622042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1" name="Thread 111"/>
          <p:cNvSpPr/>
          <p:nvPr/>
        </p:nvSpPr>
        <p:spPr>
          <a:xfrm>
            <a:off x="26860500" y="1556766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2" name="Thread 112"/>
          <p:cNvSpPr/>
          <p:nvPr/>
        </p:nvSpPr>
        <p:spPr>
          <a:xfrm>
            <a:off x="2237994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3" name="Thread 113"/>
          <p:cNvSpPr/>
          <p:nvPr/>
        </p:nvSpPr>
        <p:spPr>
          <a:xfrm>
            <a:off x="2302002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4" name="Thread 114"/>
          <p:cNvSpPr/>
          <p:nvPr/>
        </p:nvSpPr>
        <p:spPr>
          <a:xfrm>
            <a:off x="2366010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5" name="Thread 115"/>
          <p:cNvSpPr/>
          <p:nvPr/>
        </p:nvSpPr>
        <p:spPr>
          <a:xfrm>
            <a:off x="2430018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6" name="Thread 116"/>
          <p:cNvSpPr/>
          <p:nvPr/>
        </p:nvSpPr>
        <p:spPr>
          <a:xfrm>
            <a:off x="2494026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7" name="Thread 117"/>
          <p:cNvSpPr/>
          <p:nvPr/>
        </p:nvSpPr>
        <p:spPr>
          <a:xfrm>
            <a:off x="2558034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8" name="Thread 118"/>
          <p:cNvSpPr/>
          <p:nvPr/>
        </p:nvSpPr>
        <p:spPr>
          <a:xfrm>
            <a:off x="2622042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79" name="Thread 119"/>
          <p:cNvSpPr/>
          <p:nvPr/>
        </p:nvSpPr>
        <p:spPr>
          <a:xfrm>
            <a:off x="26860500" y="1600200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0" name="Thread 120"/>
          <p:cNvSpPr/>
          <p:nvPr/>
        </p:nvSpPr>
        <p:spPr>
          <a:xfrm>
            <a:off x="2237994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1" name="Thread 121"/>
          <p:cNvSpPr/>
          <p:nvPr/>
        </p:nvSpPr>
        <p:spPr>
          <a:xfrm>
            <a:off x="2302002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2" name="Thread 122"/>
          <p:cNvSpPr/>
          <p:nvPr/>
        </p:nvSpPr>
        <p:spPr>
          <a:xfrm>
            <a:off x="2366010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3" name="Thread 123"/>
          <p:cNvSpPr/>
          <p:nvPr/>
        </p:nvSpPr>
        <p:spPr>
          <a:xfrm>
            <a:off x="2430018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4" name="Thread 124"/>
          <p:cNvSpPr/>
          <p:nvPr/>
        </p:nvSpPr>
        <p:spPr>
          <a:xfrm>
            <a:off x="2494026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5" name="Thread 125"/>
          <p:cNvSpPr/>
          <p:nvPr/>
        </p:nvSpPr>
        <p:spPr>
          <a:xfrm>
            <a:off x="2558034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6" name="Thread 126"/>
          <p:cNvSpPr/>
          <p:nvPr/>
        </p:nvSpPr>
        <p:spPr>
          <a:xfrm>
            <a:off x="2622042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7" name="Thread 127"/>
          <p:cNvSpPr/>
          <p:nvPr/>
        </p:nvSpPr>
        <p:spPr>
          <a:xfrm>
            <a:off x="26860500" y="16436340"/>
            <a:ext cx="297180" cy="297180"/>
          </a:xfrm>
          <a:prstGeom prst="ellipse">
            <a:avLst/>
          </a:prstGeom>
          <a:solidFill>
            <a:schemeClr val="dk1">
              <a:tint val="10000"/>
            </a:schemeClr>
          </a:solidFill>
          <a:ln w="20574">
            <a:solidFill>
              <a:schemeClr val="dk1">
                <a:tint val="35000"/>
              </a:schemeClr>
            </a:solidFill>
          </a:ln>
        </p:spPr>
      </p:sp>
      <p:sp>
        <p:nvSpPr>
          <p:cNvPr id="288" name="RANK WITHIN GROUP"/>
          <p:cNvSpPr/>
          <p:nvPr/>
        </p:nvSpPr>
        <p:spPr>
          <a:xfrm>
            <a:off x="28735020" y="9761220"/>
            <a:ext cx="539496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1">
                <a:solidFill>
                  <a:schemeClr val="accent6"/>
                </a:solidFill>
                <a:latin typeface="NVIDIA Sans Medium"/>
              </a:rPr>
              <a:t xml:space="preserve">RANK WITHIN GROUP</a:t>
            </a:r>
          </a:p>
        </p:txBody>
      </p:sp>
      <p:sp>
        <p:nvSpPr>
          <p:cNvPr id="289" name="Thread rank"/>
          <p:cNvSpPr/>
          <p:nvPr/>
        </p:nvSpPr>
        <p:spPr>
          <a:xfrm>
            <a:off x="28735020" y="10858500"/>
            <a:ext cx="5394960" cy="9372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1">
                <a:solidFill>
                  <a:schemeClr val="dk1"/>
                </a:solidFill>
                <a:latin typeface="NVIDIA Sans Medium"/>
              </a:rPr>
              <a:t xml:space="preserve">Thread rank</a:t>
            </a:r>
          </a:p>
        </p:txBody>
      </p:sp>
      <p:sp>
        <p:nvSpPr>
          <p:cNvPr id="290" name="43"/>
          <p:cNvSpPr/>
          <p:nvPr/>
        </p:nvSpPr>
        <p:spPr>
          <a:xfrm>
            <a:off x="28735020" y="11887200"/>
            <a:ext cx="5029200" cy="1783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10260" b="1">
                <a:solidFill>
                  <a:schemeClr val="accent4"/>
                </a:solidFill>
                <a:latin typeface="NVIDIA Sans Medium"/>
              </a:rPr>
              <a:t xml:space="preserve">43</a:t>
            </a:r>
          </a:p>
        </p:txBody>
      </p:sp>
      <p:sp>
        <p:nvSpPr>
          <p:cNvPr id="291" name="Warp rank"/>
          <p:cNvSpPr/>
          <p:nvPr/>
        </p:nvSpPr>
        <p:spPr>
          <a:xfrm>
            <a:off x="28735020" y="14218920"/>
            <a:ext cx="5394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500" b="1">
                <a:solidFill>
                  <a:schemeClr val="dk1"/>
                </a:solidFill>
                <a:latin typeface="NVIDIA Sans Medium"/>
              </a:rPr>
              <a:t xml:space="preserve">Warp rank</a:t>
            </a:r>
          </a:p>
        </p:txBody>
      </p:sp>
      <p:sp>
        <p:nvSpPr>
          <p:cNvPr id="292" name="1"/>
          <p:cNvSpPr/>
          <p:nvPr/>
        </p:nvSpPr>
        <p:spPr>
          <a:xfrm>
            <a:off x="28735020" y="15133320"/>
            <a:ext cx="5029200" cy="16002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820" b="1">
                <a:solidFill>
                  <a:schemeClr val="accent4"/>
                </a:solidFill>
                <a:latin typeface="NVIDIA Sans Medium"/>
              </a:rPr>
              <a:t xml:space="preserve">1</a:t>
            </a:r>
          </a:p>
        </p:txBody>
      </p:sp>
      <p:sp>
        <p:nvSpPr>
          <p:cNvPr id="293" name="Thread rank 43 = 32 threads in warp 0 + 11 earlier threads in war"/>
          <p:cNvSpPr/>
          <p:nvPr/>
        </p:nvSpPr>
        <p:spPr>
          <a:xfrm>
            <a:off x="1874520" y="18013680"/>
            <a:ext cx="32804100" cy="7772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Thread rank 43 = 32 threads in warp 0 + 11 earlier threads in warp 2.</a:t>
            </a:r>
          </a:p>
        </p:txBody>
      </p:sp>
      <p:sp>
        <p:nvSpPr>
          <p:cNvPr id="294" name="Shape"/>
          <p:cNvSpPr/>
          <p:nvPr/>
        </p:nvSpPr>
        <p:spPr>
          <a:xfrm>
            <a:off x="1920240" y="19270980"/>
            <a:ext cx="274320" cy="274320"/>
          </a:xfrm>
          <a:prstGeom prst="ellipse">
            <a:avLst/>
          </a:prstGeom>
          <a:solidFill>
            <a:schemeClr val="accent1"/>
          </a:solidFill>
          <a:ln w="22860">
            <a:solidFill>
              <a:schemeClr val="accent1">
                <a:shade val="65000"/>
              </a:schemeClr>
            </a:solidFill>
          </a:ln>
        </p:spPr>
      </p:sp>
      <p:sp>
        <p:nvSpPr>
          <p:cNvPr id="295" name="Thread in the group"/>
          <p:cNvSpPr/>
          <p:nvPr/>
        </p:nvSpPr>
        <p:spPr>
          <a:xfrm>
            <a:off x="2446020" y="19133820"/>
            <a:ext cx="525780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Thread in the group</a:t>
            </a:r>
          </a:p>
        </p:txBody>
      </p:sp>
      <p:sp>
        <p:nvSpPr>
          <p:cNvPr id="296" name="Shape"/>
          <p:cNvSpPr/>
          <p:nvPr/>
        </p:nvSpPr>
        <p:spPr>
          <a:xfrm>
            <a:off x="8138160" y="19179540"/>
            <a:ext cx="457200" cy="457200"/>
          </a:xfrm>
          <a:prstGeom prst="ellipse">
            <a:avLst/>
          </a:prstGeom>
          <a:noFill/>
          <a:ln w="34290">
            <a:solidFill>
              <a:schemeClr val="accent4"/>
            </a:solidFill>
          </a:ln>
        </p:spPr>
      </p:sp>
      <p:sp>
        <p:nvSpPr>
          <p:cNvPr id="297" name="Shape"/>
          <p:cNvSpPr/>
          <p:nvPr/>
        </p:nvSpPr>
        <p:spPr>
          <a:xfrm>
            <a:off x="8229600" y="19270980"/>
            <a:ext cx="274320" cy="274320"/>
          </a:xfrm>
          <a:prstGeom prst="ellipse">
            <a:avLst/>
          </a:prstGeom>
          <a:solidFill>
            <a:schemeClr val="accent4"/>
          </a:solidFill>
          <a:ln w="29718">
            <a:noFill/>
          </a:ln>
        </p:spPr>
      </p:sp>
      <p:sp>
        <p:nvSpPr>
          <p:cNvPr id="298" name="Highlighted thread"/>
          <p:cNvSpPr/>
          <p:nvPr/>
        </p:nvSpPr>
        <p:spPr>
          <a:xfrm>
            <a:off x="8915400" y="19133820"/>
            <a:ext cx="525780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Highlighted thread</a:t>
            </a:r>
          </a:p>
        </p:txBody>
      </p:sp>
      <p:sp>
        <p:nvSpPr>
          <p:cNvPr id="299" name="Ranks start at zero and are relative to the group."/>
          <p:cNvSpPr/>
          <p:nvPr/>
        </p:nvSpPr>
        <p:spPr>
          <a:xfrm>
            <a:off x="19659600" y="19133820"/>
            <a:ext cx="1261872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Ranks start at zero and are relative to the group.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What makes them different? — Partition and synchron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 makes them different?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What makes them different?</a:t>
            </a:r>
          </a:p>
        </p:txBody>
      </p:sp>
      <p:sp>
        <p:nvSpPr>
          <p:cNvPr id="3" name="Separation of Partition and Synchronization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Separation of Partition and Synchronization</a:t>
            </a:r>
          </a:p>
        </p:txBody>
      </p:sp>
      <p:sp>
        <p:nvSpPr>
          <p:cNvPr id="4" name="12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5" name="How units are grouped is independent of&#10;how they are synchronized"/>
          <p:cNvSpPr/>
          <p:nvPr/>
        </p:nvSpPr>
        <p:spPr>
          <a:xfrm>
            <a:off x="1874520" y="4983480"/>
            <a:ext cx="32004000" cy="2057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0">
                <a:solidFill>
                  <a:schemeClr val="dk1"/>
                </a:solidFill>
                <a:latin typeface="NVIDIA Sans"/>
              </a:rPr>
              <a:t xml:space="preserve">How units are grouped is independent of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220" b="0">
                <a:solidFill>
                  <a:schemeClr val="dk1"/>
                </a:solidFill>
                <a:latin typeface="NVIDIA Sans"/>
              </a:rPr>
              <a:t xml:space="preserve">how they are synchronized.</a:t>
            </a:r>
          </a:p>
        </p:txBody>
      </p:sp>
      <p:sp>
        <p:nvSpPr>
          <p:cNvPr id="6" name="Unit choice"/>
          <p:cNvSpPr/>
          <p:nvPr/>
        </p:nvSpPr>
        <p:spPr>
          <a:xfrm>
            <a:off x="1828800" y="8298180"/>
            <a:ext cx="7406640" cy="64008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7" name="Choice number"/>
          <p:cNvSpPr/>
          <p:nvPr/>
        </p:nvSpPr>
        <p:spPr>
          <a:xfrm>
            <a:off x="2308860" y="8892540"/>
            <a:ext cx="822960" cy="822960"/>
          </a:xfrm>
          <a:prstGeom prst="ellipse">
            <a:avLst/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" name="1"/>
          <p:cNvSpPr/>
          <p:nvPr/>
        </p:nvSpPr>
        <p:spPr>
          <a:xfrm>
            <a:off x="2308860" y="8983980"/>
            <a:ext cx="82296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96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1</a:t>
            </a:r>
          </a:p>
        </p:txBody>
      </p:sp>
      <p:sp>
        <p:nvSpPr>
          <p:cNvPr id="9" name="Unit"/>
          <p:cNvSpPr/>
          <p:nvPr/>
        </p:nvSpPr>
        <p:spPr>
          <a:xfrm>
            <a:off x="3474720" y="9052560"/>
            <a:ext cx="5394960" cy="8686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420" b="0">
                <a:solidFill>
                  <a:schemeClr val="accent6"/>
                </a:solidFill>
                <a:latin typeface="NVIDIA Sans"/>
              </a:rPr>
              <a:t xml:space="preserve">Unit</a:t>
            </a:r>
          </a:p>
        </p:txBody>
      </p:sp>
      <p:sp>
        <p:nvSpPr>
          <p:cNvPr id="10" name="What is being&#10;grouped?"/>
          <p:cNvSpPr/>
          <p:nvPr/>
        </p:nvSpPr>
        <p:spPr>
          <a:xfrm>
            <a:off x="2354580" y="10492740"/>
            <a:ext cx="6446520" cy="20802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What is being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grouped?</a:t>
            </a:r>
          </a:p>
        </p:txBody>
      </p:sp>
      <p:sp>
        <p:nvSpPr>
          <p:cNvPr id="11" name="Threads, warps, …"/>
          <p:cNvSpPr/>
          <p:nvPr/>
        </p:nvSpPr>
        <p:spPr>
          <a:xfrm>
            <a:off x="2354580" y="13327380"/>
            <a:ext cx="644652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dk1"/>
                </a:solidFill>
                <a:latin typeface="NVIDIA Sans"/>
              </a:rPr>
              <a:t xml:space="preserve">Threads, warps, …</a:t>
            </a:r>
          </a:p>
        </p:txBody>
      </p:sp>
      <p:sp>
        <p:nvSpPr>
          <p:cNvPr id="12" name="Next design choice"/>
          <p:cNvSpPr/>
          <p:nvPr/>
        </p:nvSpPr>
        <p:spPr>
          <a:xfrm>
            <a:off x="9509760" y="11315700"/>
            <a:ext cx="548640" cy="365760"/>
          </a:xfrm>
          <a:prstGeom prst="right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13" name="Upper boundary choice"/>
          <p:cNvSpPr/>
          <p:nvPr/>
        </p:nvSpPr>
        <p:spPr>
          <a:xfrm>
            <a:off x="10332720" y="8298180"/>
            <a:ext cx="7406640" cy="64008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14" name="Choice number"/>
          <p:cNvSpPr/>
          <p:nvPr/>
        </p:nvSpPr>
        <p:spPr>
          <a:xfrm>
            <a:off x="10812780" y="8892540"/>
            <a:ext cx="822960" cy="822960"/>
          </a:xfrm>
          <a:prstGeom prst="ellipse">
            <a:avLst/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" name="2"/>
          <p:cNvSpPr/>
          <p:nvPr/>
        </p:nvSpPr>
        <p:spPr>
          <a:xfrm>
            <a:off x="10812780" y="8983980"/>
            <a:ext cx="82296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96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2</a:t>
            </a:r>
          </a:p>
        </p:txBody>
      </p:sp>
      <p:sp>
        <p:nvSpPr>
          <p:cNvPr id="16" name="Upper boundary"/>
          <p:cNvSpPr/>
          <p:nvPr/>
        </p:nvSpPr>
        <p:spPr>
          <a:xfrm>
            <a:off x="11978640" y="9052560"/>
            <a:ext cx="5394960" cy="8686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420" b="0">
                <a:solidFill>
                  <a:schemeClr val="accent6"/>
                </a:solidFill>
                <a:latin typeface="NVIDIA Sans"/>
              </a:rPr>
              <a:t xml:space="preserve">Upper boundary</a:t>
            </a:r>
          </a:p>
        </p:txBody>
      </p:sp>
      <p:sp>
        <p:nvSpPr>
          <p:cNvPr id="17" name="Within what?"/>
          <p:cNvSpPr/>
          <p:nvPr/>
        </p:nvSpPr>
        <p:spPr>
          <a:xfrm>
            <a:off x="10858500" y="10492740"/>
            <a:ext cx="6446520" cy="20802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Within what?</a:t>
            </a:r>
          </a:p>
        </p:txBody>
      </p:sp>
      <p:sp>
        <p:nvSpPr>
          <p:cNvPr id="18" name="A block, another group, …"/>
          <p:cNvSpPr/>
          <p:nvPr/>
        </p:nvSpPr>
        <p:spPr>
          <a:xfrm>
            <a:off x="10858500" y="13327380"/>
            <a:ext cx="644652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dk1"/>
                </a:solidFill>
                <a:latin typeface="NVIDIA Sans"/>
              </a:rPr>
              <a:t xml:space="preserve">A block, another group, …</a:t>
            </a:r>
          </a:p>
        </p:txBody>
      </p:sp>
      <p:sp>
        <p:nvSpPr>
          <p:cNvPr id="19" name="Next design choice"/>
          <p:cNvSpPr/>
          <p:nvPr/>
        </p:nvSpPr>
        <p:spPr>
          <a:xfrm>
            <a:off x="18013680" y="11315700"/>
            <a:ext cx="548640" cy="365760"/>
          </a:xfrm>
          <a:prstGeom prst="right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20" name="Mapping choice"/>
          <p:cNvSpPr/>
          <p:nvPr/>
        </p:nvSpPr>
        <p:spPr>
          <a:xfrm>
            <a:off x="18836640" y="8298180"/>
            <a:ext cx="7406640" cy="64008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21" name="Choice number"/>
          <p:cNvSpPr/>
          <p:nvPr/>
        </p:nvSpPr>
        <p:spPr>
          <a:xfrm>
            <a:off x="19316700" y="8892540"/>
            <a:ext cx="822960" cy="822960"/>
          </a:xfrm>
          <a:prstGeom prst="ellipse">
            <a:avLst/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" name="3"/>
          <p:cNvSpPr/>
          <p:nvPr/>
        </p:nvSpPr>
        <p:spPr>
          <a:xfrm>
            <a:off x="19316700" y="8983980"/>
            <a:ext cx="82296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96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3</a:t>
            </a:r>
          </a:p>
        </p:txBody>
      </p:sp>
      <p:sp>
        <p:nvSpPr>
          <p:cNvPr id="23" name="Mapping"/>
          <p:cNvSpPr/>
          <p:nvPr/>
        </p:nvSpPr>
        <p:spPr>
          <a:xfrm>
            <a:off x="20482560" y="9052560"/>
            <a:ext cx="5394960" cy="8686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420" b="0">
                <a:solidFill>
                  <a:schemeClr val="accent6"/>
                </a:solidFill>
                <a:latin typeface="NVIDIA Sans"/>
              </a:rPr>
              <a:t xml:space="preserve">Mapping</a:t>
            </a:r>
          </a:p>
        </p:txBody>
      </p:sp>
      <p:sp>
        <p:nvSpPr>
          <p:cNvPr id="24" name="How are units&#10;grouped?"/>
          <p:cNvSpPr/>
          <p:nvPr/>
        </p:nvSpPr>
        <p:spPr>
          <a:xfrm>
            <a:off x="19362420" y="10492740"/>
            <a:ext cx="6446520" cy="20802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How are units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grouped?</a:t>
            </a:r>
          </a:p>
        </p:txBody>
      </p:sp>
      <p:sp>
        <p:nvSpPr>
          <p:cNvPr id="25" name="By 4, a predicate, …"/>
          <p:cNvSpPr/>
          <p:nvPr/>
        </p:nvSpPr>
        <p:spPr>
          <a:xfrm>
            <a:off x="19362420" y="13327380"/>
            <a:ext cx="644652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dk1"/>
                </a:solidFill>
                <a:latin typeface="NVIDIA Sans"/>
              </a:rPr>
              <a:t xml:space="preserve">By 4, a predicate, …</a:t>
            </a:r>
          </a:p>
        </p:txBody>
      </p:sp>
      <p:sp>
        <p:nvSpPr>
          <p:cNvPr id="26" name="Next design choice"/>
          <p:cNvSpPr/>
          <p:nvPr/>
        </p:nvSpPr>
        <p:spPr>
          <a:xfrm>
            <a:off x="26517600" y="11315700"/>
            <a:ext cx="548640" cy="365760"/>
          </a:xfrm>
          <a:prstGeom prst="right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27" name="Synchronizer Selection choice"/>
          <p:cNvSpPr/>
          <p:nvPr/>
        </p:nvSpPr>
        <p:spPr>
          <a:xfrm>
            <a:off x="27340560" y="8298180"/>
            <a:ext cx="7406640" cy="64008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28" name="Choice number"/>
          <p:cNvSpPr/>
          <p:nvPr/>
        </p:nvSpPr>
        <p:spPr>
          <a:xfrm>
            <a:off x="27820620" y="8892540"/>
            <a:ext cx="822960" cy="822960"/>
          </a:xfrm>
          <a:prstGeom prst="ellipse">
            <a:avLst/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" name="4"/>
          <p:cNvSpPr/>
          <p:nvPr/>
        </p:nvSpPr>
        <p:spPr>
          <a:xfrm>
            <a:off x="27820620" y="8983980"/>
            <a:ext cx="82296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96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4</a:t>
            </a:r>
          </a:p>
        </p:txBody>
      </p:sp>
      <p:sp>
        <p:nvSpPr>
          <p:cNvPr id="30" name="Synchronizer Selection"/>
          <p:cNvSpPr/>
          <p:nvPr/>
        </p:nvSpPr>
        <p:spPr>
          <a:xfrm>
            <a:off x="28986480" y="9052560"/>
            <a:ext cx="5394960" cy="8686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420" b="0">
                <a:solidFill>
                  <a:schemeClr val="accent6"/>
                </a:solidFill>
                <a:latin typeface="NVIDIA Sans"/>
              </a:rPr>
              <a:t xml:space="preserve">Synchronizer Selection</a:t>
            </a:r>
          </a:p>
        </p:txBody>
      </p:sp>
      <p:sp>
        <p:nvSpPr>
          <p:cNvPr id="31" name="How shall it&#10;synchronize?"/>
          <p:cNvSpPr/>
          <p:nvPr/>
        </p:nvSpPr>
        <p:spPr>
          <a:xfrm>
            <a:off x="27866340" y="10492740"/>
            <a:ext cx="6446520" cy="20802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How shall it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5220" b="1">
                <a:solidFill>
                  <a:schemeClr val="dk1"/>
                </a:solidFill>
                <a:latin typeface="NVIDIA Sans Medium"/>
              </a:rPr>
              <a:t xml:space="preserve">synchronize?</a:t>
            </a:r>
          </a:p>
        </p:txBody>
      </p:sp>
      <p:sp>
        <p:nvSpPr>
          <p:cNvPr id="32" name="Barrier, __syncwarp(), …"/>
          <p:cNvSpPr/>
          <p:nvPr/>
        </p:nvSpPr>
        <p:spPr>
          <a:xfrm>
            <a:off x="27866340" y="13327380"/>
            <a:ext cx="644652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dk1"/>
                </a:solidFill>
                <a:latin typeface="NVIDIA Sans"/>
              </a:rPr>
              <a:t xml:space="preserve">Barrier, __syncwarp(), …</a:t>
            </a:r>
          </a:p>
        </p:txBody>
      </p:sp>
      <p:sp>
        <p:nvSpPr>
          <p:cNvPr id="33" name="Partition choices"/>
          <p:cNvSpPr/>
          <p:nvPr/>
        </p:nvSpPr>
        <p:spPr>
          <a:xfrm>
            <a:off x="1828800" y="15567660"/>
            <a:ext cx="24414480" cy="6858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34" name="Synchronization choice"/>
          <p:cNvSpPr/>
          <p:nvPr/>
        </p:nvSpPr>
        <p:spPr>
          <a:xfrm>
            <a:off x="27340560" y="15567660"/>
            <a:ext cx="7406640" cy="6858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35" name="Partition"/>
          <p:cNvSpPr/>
          <p:nvPr/>
        </p:nvSpPr>
        <p:spPr>
          <a:xfrm>
            <a:off x="1828800" y="16207740"/>
            <a:ext cx="2441448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Partition</a:t>
            </a:r>
          </a:p>
        </p:txBody>
      </p:sp>
      <p:sp>
        <p:nvSpPr>
          <p:cNvPr id="36" name="Unit + upper boundary + mapping"/>
          <p:cNvSpPr/>
          <p:nvPr/>
        </p:nvSpPr>
        <p:spPr>
          <a:xfrm>
            <a:off x="1828800" y="17442180"/>
            <a:ext cx="2441448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Unit + upper boundary + mapping</a:t>
            </a:r>
          </a:p>
        </p:txBody>
      </p:sp>
      <p:sp>
        <p:nvSpPr>
          <p:cNvPr id="37" name="Synchronization"/>
          <p:cNvSpPr/>
          <p:nvPr/>
        </p:nvSpPr>
        <p:spPr>
          <a:xfrm>
            <a:off x="27340560" y="16207740"/>
            <a:ext cx="740664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Synchronization</a:t>
            </a:r>
          </a:p>
        </p:txBody>
      </p:sp>
      <p:sp>
        <p:nvSpPr>
          <p:cNvPr id="38" name="Choose the mechanism"/>
          <p:cNvSpPr/>
          <p:nvPr/>
        </p:nvSpPr>
        <p:spPr>
          <a:xfrm>
            <a:off x="27340560" y="17442180"/>
            <a:ext cx="740664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Choose the mechanism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What makes them different? — Optional particip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 makes them different?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What makes them different?</a:t>
            </a:r>
          </a:p>
        </p:txBody>
      </p:sp>
      <p:sp>
        <p:nvSpPr>
          <p:cNvPr id="3" name="Optional participation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Optional participation</a:t>
            </a:r>
          </a:p>
        </p:txBody>
      </p:sp>
      <p:sp>
        <p:nvSpPr>
          <p:cNvPr id="4" name="13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5" name="CCCL Cooperative Groups support non-exhaustive mapping."/>
          <p:cNvSpPr/>
          <p:nvPr/>
        </p:nvSpPr>
        <p:spPr>
          <a:xfrm>
            <a:off x="1874520" y="4983480"/>
            <a:ext cx="32346900" cy="11430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0">
                <a:solidFill>
                  <a:schemeClr val="dk1"/>
                </a:solidFill>
                <a:latin typeface="NVIDIA Sans"/>
              </a:rPr>
              <a:t xml:space="preserve">CCCL Cooperative Groups support non-exhaustive mapping.</a:t>
            </a:r>
          </a:p>
        </p:txBody>
      </p:sp>
      <p:sp>
        <p:nvSpPr>
          <p:cNvPr id="6" name="Parent group · one warp"/>
          <p:cNvSpPr/>
          <p:nvPr/>
        </p:nvSpPr>
        <p:spPr>
          <a:xfrm>
            <a:off x="1828800" y="7132320"/>
            <a:ext cx="8343900" cy="10058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680" b="1">
                <a:solidFill>
                  <a:schemeClr val="dk1"/>
                </a:solidFill>
                <a:latin typeface="NVIDIA Sans Medium"/>
              </a:rPr>
              <a:t xml:space="preserve">Parent group · one warp</a:t>
            </a:r>
          </a:p>
        </p:txBody>
      </p:sp>
      <p:sp>
        <p:nvSpPr>
          <p:cNvPr id="7" name="Resulting groups"/>
          <p:cNvSpPr/>
          <p:nvPr/>
        </p:nvSpPr>
        <p:spPr>
          <a:xfrm>
            <a:off x="22860000" y="7132320"/>
            <a:ext cx="11887200" cy="10058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680" b="1">
                <a:solidFill>
                  <a:schemeClr val="dk1"/>
                </a:solidFill>
                <a:latin typeface="NVIDIA Sans Medium"/>
              </a:rPr>
              <a:t xml:space="preserve">Resulting groups</a:t>
            </a:r>
          </a:p>
        </p:txBody>
      </p:sp>
      <p:sp>
        <p:nvSpPr>
          <p:cNvPr id="8" name="Parent group: one 32-thread warp"/>
          <p:cNvSpPr/>
          <p:nvPr/>
        </p:nvSpPr>
        <p:spPr>
          <a:xfrm>
            <a:off x="1828800" y="8641080"/>
            <a:ext cx="8343900" cy="6858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9" name="Parent group upper boundary"/>
          <p:cNvSpPr/>
          <p:nvPr/>
        </p:nvSpPr>
        <p:spPr>
          <a:xfrm>
            <a:off x="1668780" y="8481060"/>
            <a:ext cx="8663940" cy="7178040"/>
          </a:xfrm>
          <a:prstGeom prst="roundRect">
            <a:avLst>
              <a:gd name="adj" fmla="val 6000"/>
            </a:avLst>
          </a:prstGeom>
          <a:noFill/>
          <a:ln w="57150">
            <a:solidFill>
              <a:schemeClr val="dk2"/>
            </a:solidFill>
            <a:prstDash val="dash"/>
          </a:ln>
        </p:spPr>
      </p:sp>
      <p:sp>
        <p:nvSpPr>
          <p:cNvPr id="10" name="Parent thread 0"/>
          <p:cNvSpPr/>
          <p:nvPr/>
        </p:nvSpPr>
        <p:spPr>
          <a:xfrm>
            <a:off x="2560320" y="964692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1" name="Parent thread 1"/>
          <p:cNvSpPr/>
          <p:nvPr/>
        </p:nvSpPr>
        <p:spPr>
          <a:xfrm>
            <a:off x="3451860" y="964692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2" name="Parent thread 2"/>
          <p:cNvSpPr/>
          <p:nvPr/>
        </p:nvSpPr>
        <p:spPr>
          <a:xfrm>
            <a:off x="4343400" y="964692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3" name="Parent thread 3"/>
          <p:cNvSpPr/>
          <p:nvPr/>
        </p:nvSpPr>
        <p:spPr>
          <a:xfrm>
            <a:off x="5234940" y="964692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4" name="Parent thread 4"/>
          <p:cNvSpPr/>
          <p:nvPr/>
        </p:nvSpPr>
        <p:spPr>
          <a:xfrm>
            <a:off x="6126480" y="964692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" name="Parent thread 5"/>
          <p:cNvSpPr/>
          <p:nvPr/>
        </p:nvSpPr>
        <p:spPr>
          <a:xfrm>
            <a:off x="7018020" y="964692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6" name="Parent thread 6"/>
          <p:cNvSpPr/>
          <p:nvPr/>
        </p:nvSpPr>
        <p:spPr>
          <a:xfrm>
            <a:off x="7909560" y="964692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7" name="Parent thread 7"/>
          <p:cNvSpPr/>
          <p:nvPr/>
        </p:nvSpPr>
        <p:spPr>
          <a:xfrm>
            <a:off x="8801100" y="964692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" name="Parent thread 8"/>
          <p:cNvSpPr/>
          <p:nvPr/>
        </p:nvSpPr>
        <p:spPr>
          <a:xfrm>
            <a:off x="2560320" y="1097280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Parent thread 9"/>
          <p:cNvSpPr/>
          <p:nvPr/>
        </p:nvSpPr>
        <p:spPr>
          <a:xfrm>
            <a:off x="3451860" y="1097280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" name="Parent thread 10"/>
          <p:cNvSpPr/>
          <p:nvPr/>
        </p:nvSpPr>
        <p:spPr>
          <a:xfrm>
            <a:off x="4343400" y="1097280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" name="Parent thread 11"/>
          <p:cNvSpPr/>
          <p:nvPr/>
        </p:nvSpPr>
        <p:spPr>
          <a:xfrm>
            <a:off x="5234940" y="1097280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2" name="Parent thread 12"/>
          <p:cNvSpPr/>
          <p:nvPr/>
        </p:nvSpPr>
        <p:spPr>
          <a:xfrm>
            <a:off x="6126480" y="1097280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3" name="Parent thread 13"/>
          <p:cNvSpPr/>
          <p:nvPr/>
        </p:nvSpPr>
        <p:spPr>
          <a:xfrm>
            <a:off x="7018020" y="1097280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4" name="Parent thread 14"/>
          <p:cNvSpPr/>
          <p:nvPr/>
        </p:nvSpPr>
        <p:spPr>
          <a:xfrm>
            <a:off x="7909560" y="1097280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5" name="Parent thread 15"/>
          <p:cNvSpPr/>
          <p:nvPr/>
        </p:nvSpPr>
        <p:spPr>
          <a:xfrm>
            <a:off x="8801100" y="1097280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6" name="Parent thread 16"/>
          <p:cNvSpPr/>
          <p:nvPr/>
        </p:nvSpPr>
        <p:spPr>
          <a:xfrm>
            <a:off x="2560320" y="1229868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7" name="Parent thread 17"/>
          <p:cNvSpPr/>
          <p:nvPr/>
        </p:nvSpPr>
        <p:spPr>
          <a:xfrm>
            <a:off x="3451860" y="1229868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8" name="Parent thread 18"/>
          <p:cNvSpPr/>
          <p:nvPr/>
        </p:nvSpPr>
        <p:spPr>
          <a:xfrm>
            <a:off x="4343400" y="1229868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9" name="Parent thread 19"/>
          <p:cNvSpPr/>
          <p:nvPr/>
        </p:nvSpPr>
        <p:spPr>
          <a:xfrm>
            <a:off x="5234940" y="1229868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0" name="Parent thread 20"/>
          <p:cNvSpPr/>
          <p:nvPr/>
        </p:nvSpPr>
        <p:spPr>
          <a:xfrm>
            <a:off x="6126480" y="1229868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1" name="Parent thread 21"/>
          <p:cNvSpPr/>
          <p:nvPr/>
        </p:nvSpPr>
        <p:spPr>
          <a:xfrm>
            <a:off x="7018020" y="1229868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2" name="Parent thread 22"/>
          <p:cNvSpPr/>
          <p:nvPr/>
        </p:nvSpPr>
        <p:spPr>
          <a:xfrm>
            <a:off x="7909560" y="1229868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3" name="Parent thread 23"/>
          <p:cNvSpPr/>
          <p:nvPr/>
        </p:nvSpPr>
        <p:spPr>
          <a:xfrm>
            <a:off x="8801100" y="1229868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4" name="Parent thread 24"/>
          <p:cNvSpPr/>
          <p:nvPr/>
        </p:nvSpPr>
        <p:spPr>
          <a:xfrm>
            <a:off x="2560320" y="1362456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5" name="Parent thread 25"/>
          <p:cNvSpPr/>
          <p:nvPr/>
        </p:nvSpPr>
        <p:spPr>
          <a:xfrm>
            <a:off x="3451860" y="1362456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6" name="Parent thread 26"/>
          <p:cNvSpPr/>
          <p:nvPr/>
        </p:nvSpPr>
        <p:spPr>
          <a:xfrm>
            <a:off x="4343400" y="1362456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7" name="Parent thread 27"/>
          <p:cNvSpPr/>
          <p:nvPr/>
        </p:nvSpPr>
        <p:spPr>
          <a:xfrm>
            <a:off x="5234940" y="1362456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8" name="Parent thread 28"/>
          <p:cNvSpPr/>
          <p:nvPr/>
        </p:nvSpPr>
        <p:spPr>
          <a:xfrm>
            <a:off x="6126480" y="1362456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39" name="Parent thread 29"/>
          <p:cNvSpPr/>
          <p:nvPr/>
        </p:nvSpPr>
        <p:spPr>
          <a:xfrm>
            <a:off x="7018020" y="1362456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0" name="Parent thread 30"/>
          <p:cNvSpPr/>
          <p:nvPr/>
        </p:nvSpPr>
        <p:spPr>
          <a:xfrm>
            <a:off x="7909560" y="1362456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1" name="Parent thread 31"/>
          <p:cNvSpPr/>
          <p:nvPr/>
        </p:nvSpPr>
        <p:spPr>
          <a:xfrm>
            <a:off x="8801100" y="13624560"/>
            <a:ext cx="525780" cy="525780"/>
          </a:xfrm>
          <a:prstGeom prst="ellipse">
            <a:avLst/>
          </a:prstGeom>
          <a:solidFill>
            <a:schemeClr val="accent1"/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2" name="32 threads"/>
          <p:cNvSpPr/>
          <p:nvPr/>
        </p:nvSpPr>
        <p:spPr>
          <a:xfrm>
            <a:off x="2377440" y="14424660"/>
            <a:ext cx="722376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32 threads</a:t>
            </a:r>
          </a:p>
        </p:txBody>
      </p:sp>
      <p:sp>
        <p:nvSpPr>
          <p:cNvPr id="43" name="Parent to mapping"/>
          <p:cNvSpPr/>
          <p:nvPr/>
        </p:nvSpPr>
        <p:spPr>
          <a:xfrm>
            <a:off x="10858500" y="11590020"/>
            <a:ext cx="1600200" cy="640080"/>
          </a:xfrm>
          <a:prstGeom prst="right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44" name="Mapping: group by five"/>
          <p:cNvSpPr/>
          <p:nvPr/>
        </p:nvSpPr>
        <p:spPr>
          <a:xfrm>
            <a:off x="13235940" y="9989820"/>
            <a:ext cx="6515100" cy="372618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34290">
            <a:solidFill>
              <a:schemeClr val="dk1">
                <a:tint val="30000"/>
              </a:schemeClr>
            </a:solidFill>
          </a:ln>
        </p:spPr>
      </p:sp>
      <p:sp>
        <p:nvSpPr>
          <p:cNvPr id="45" name="MAPPING"/>
          <p:cNvSpPr/>
          <p:nvPr/>
        </p:nvSpPr>
        <p:spPr>
          <a:xfrm>
            <a:off x="13624560" y="10538460"/>
            <a:ext cx="5715000" cy="7315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MAPPING</a:t>
            </a:r>
          </a:p>
        </p:txBody>
      </p:sp>
      <p:sp>
        <p:nvSpPr>
          <p:cNvPr id="46" name="Group by 5"/>
          <p:cNvSpPr/>
          <p:nvPr/>
        </p:nvSpPr>
        <p:spPr>
          <a:xfrm>
            <a:off x="13624560" y="11635740"/>
            <a:ext cx="5715000" cy="13030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5940" b="1">
                <a:solidFill>
                  <a:schemeClr val="dk1"/>
                </a:solidFill>
                <a:latin typeface="NVIDIA Sans Medium"/>
              </a:rPr>
              <a:t xml:space="preserve">Group by 5</a:t>
            </a:r>
          </a:p>
        </p:txBody>
      </p:sp>
      <p:sp>
        <p:nvSpPr>
          <p:cNvPr id="47" name="Mapping to resulting groups"/>
          <p:cNvSpPr/>
          <p:nvPr/>
        </p:nvSpPr>
        <p:spPr>
          <a:xfrm>
            <a:off x="20482560" y="11590020"/>
            <a:ext cx="1600200" cy="640080"/>
          </a:xfrm>
          <a:prstGeom prst="right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48" name="Resulting group 0: five threads"/>
          <p:cNvSpPr/>
          <p:nvPr/>
        </p:nvSpPr>
        <p:spPr>
          <a:xfrm>
            <a:off x="22860000" y="8641080"/>
            <a:ext cx="5715000" cy="196596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49" name="Group 0"/>
          <p:cNvSpPr/>
          <p:nvPr/>
        </p:nvSpPr>
        <p:spPr>
          <a:xfrm>
            <a:off x="23180040" y="8869680"/>
            <a:ext cx="50292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Group 0</a:t>
            </a:r>
          </a:p>
        </p:txBody>
      </p:sp>
      <p:sp>
        <p:nvSpPr>
          <p:cNvPr id="50" name="Mapped thread 0 in group 0"/>
          <p:cNvSpPr/>
          <p:nvPr/>
        </p:nvSpPr>
        <p:spPr>
          <a:xfrm>
            <a:off x="23362920" y="973836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51" name="Mapped thread 1 in group 0"/>
          <p:cNvSpPr/>
          <p:nvPr/>
        </p:nvSpPr>
        <p:spPr>
          <a:xfrm>
            <a:off x="24368760" y="973836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52" name="Mapped thread 2 in group 0"/>
          <p:cNvSpPr/>
          <p:nvPr/>
        </p:nvSpPr>
        <p:spPr>
          <a:xfrm>
            <a:off x="25374600" y="973836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53" name="Mapped thread 3 in group 0"/>
          <p:cNvSpPr/>
          <p:nvPr/>
        </p:nvSpPr>
        <p:spPr>
          <a:xfrm>
            <a:off x="26380440" y="973836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54" name="Mapped thread 4 in group 0"/>
          <p:cNvSpPr/>
          <p:nvPr/>
        </p:nvSpPr>
        <p:spPr>
          <a:xfrm>
            <a:off x="27386280" y="973836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55" name="Resulting group 1: five threads"/>
          <p:cNvSpPr/>
          <p:nvPr/>
        </p:nvSpPr>
        <p:spPr>
          <a:xfrm>
            <a:off x="29032200" y="8641080"/>
            <a:ext cx="5715000" cy="196596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56" name="Group 1"/>
          <p:cNvSpPr/>
          <p:nvPr/>
        </p:nvSpPr>
        <p:spPr>
          <a:xfrm>
            <a:off x="29352240" y="8869680"/>
            <a:ext cx="50292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Group 1</a:t>
            </a:r>
          </a:p>
        </p:txBody>
      </p:sp>
      <p:sp>
        <p:nvSpPr>
          <p:cNvPr id="57" name="Mapped thread 5 in group 1"/>
          <p:cNvSpPr/>
          <p:nvPr/>
        </p:nvSpPr>
        <p:spPr>
          <a:xfrm>
            <a:off x="29535120" y="973836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58" name="Mapped thread 6 in group 1"/>
          <p:cNvSpPr/>
          <p:nvPr/>
        </p:nvSpPr>
        <p:spPr>
          <a:xfrm>
            <a:off x="30540960" y="973836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59" name="Mapped thread 7 in group 1"/>
          <p:cNvSpPr/>
          <p:nvPr/>
        </p:nvSpPr>
        <p:spPr>
          <a:xfrm>
            <a:off x="31546800" y="973836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60" name="Mapped thread 8 in group 1"/>
          <p:cNvSpPr/>
          <p:nvPr/>
        </p:nvSpPr>
        <p:spPr>
          <a:xfrm>
            <a:off x="32552640" y="973836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61" name="Mapped thread 9 in group 1"/>
          <p:cNvSpPr/>
          <p:nvPr/>
        </p:nvSpPr>
        <p:spPr>
          <a:xfrm>
            <a:off x="33558480" y="973836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62" name="Resulting group 2: five threads"/>
          <p:cNvSpPr/>
          <p:nvPr/>
        </p:nvSpPr>
        <p:spPr>
          <a:xfrm>
            <a:off x="22860000" y="10949940"/>
            <a:ext cx="5715000" cy="196596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63" name="Group 2"/>
          <p:cNvSpPr/>
          <p:nvPr/>
        </p:nvSpPr>
        <p:spPr>
          <a:xfrm>
            <a:off x="23180040" y="11178540"/>
            <a:ext cx="50292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Group 2</a:t>
            </a:r>
          </a:p>
        </p:txBody>
      </p:sp>
      <p:sp>
        <p:nvSpPr>
          <p:cNvPr id="64" name="Mapped thread 10 in group 2"/>
          <p:cNvSpPr/>
          <p:nvPr/>
        </p:nvSpPr>
        <p:spPr>
          <a:xfrm>
            <a:off x="23362920" y="1204722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65" name="Mapped thread 11 in group 2"/>
          <p:cNvSpPr/>
          <p:nvPr/>
        </p:nvSpPr>
        <p:spPr>
          <a:xfrm>
            <a:off x="24368760" y="1204722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66" name="Mapped thread 12 in group 2"/>
          <p:cNvSpPr/>
          <p:nvPr/>
        </p:nvSpPr>
        <p:spPr>
          <a:xfrm>
            <a:off x="25374600" y="1204722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67" name="Mapped thread 13 in group 2"/>
          <p:cNvSpPr/>
          <p:nvPr/>
        </p:nvSpPr>
        <p:spPr>
          <a:xfrm>
            <a:off x="26380440" y="1204722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68" name="Mapped thread 14 in group 2"/>
          <p:cNvSpPr/>
          <p:nvPr/>
        </p:nvSpPr>
        <p:spPr>
          <a:xfrm>
            <a:off x="27386280" y="1204722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69" name="Resulting group 3: five threads"/>
          <p:cNvSpPr/>
          <p:nvPr/>
        </p:nvSpPr>
        <p:spPr>
          <a:xfrm>
            <a:off x="29032200" y="10949940"/>
            <a:ext cx="5715000" cy="196596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0" name="Group 3"/>
          <p:cNvSpPr/>
          <p:nvPr/>
        </p:nvSpPr>
        <p:spPr>
          <a:xfrm>
            <a:off x="29352240" y="11178540"/>
            <a:ext cx="50292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Group 3</a:t>
            </a:r>
          </a:p>
        </p:txBody>
      </p:sp>
      <p:sp>
        <p:nvSpPr>
          <p:cNvPr id="71" name="Mapped thread 15 in group 3"/>
          <p:cNvSpPr/>
          <p:nvPr/>
        </p:nvSpPr>
        <p:spPr>
          <a:xfrm>
            <a:off x="29535120" y="1204722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72" name="Mapped thread 16 in group 3"/>
          <p:cNvSpPr/>
          <p:nvPr/>
        </p:nvSpPr>
        <p:spPr>
          <a:xfrm>
            <a:off x="30540960" y="1204722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73" name="Mapped thread 17 in group 3"/>
          <p:cNvSpPr/>
          <p:nvPr/>
        </p:nvSpPr>
        <p:spPr>
          <a:xfrm>
            <a:off x="31546800" y="1204722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74" name="Mapped thread 18 in group 3"/>
          <p:cNvSpPr/>
          <p:nvPr/>
        </p:nvSpPr>
        <p:spPr>
          <a:xfrm>
            <a:off x="32552640" y="1204722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75" name="Mapped thread 19 in group 3"/>
          <p:cNvSpPr/>
          <p:nvPr/>
        </p:nvSpPr>
        <p:spPr>
          <a:xfrm>
            <a:off x="33558480" y="1204722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76" name="Resulting group 4: five threads"/>
          <p:cNvSpPr/>
          <p:nvPr/>
        </p:nvSpPr>
        <p:spPr>
          <a:xfrm>
            <a:off x="22860000" y="13258800"/>
            <a:ext cx="5715000" cy="196596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77" name="Group 4"/>
          <p:cNvSpPr/>
          <p:nvPr/>
        </p:nvSpPr>
        <p:spPr>
          <a:xfrm>
            <a:off x="23180040" y="13487400"/>
            <a:ext cx="50292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Group 4</a:t>
            </a:r>
          </a:p>
        </p:txBody>
      </p:sp>
      <p:sp>
        <p:nvSpPr>
          <p:cNvPr id="78" name="Mapped thread 20 in group 4"/>
          <p:cNvSpPr/>
          <p:nvPr/>
        </p:nvSpPr>
        <p:spPr>
          <a:xfrm>
            <a:off x="23362920" y="1435608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79" name="Mapped thread 21 in group 4"/>
          <p:cNvSpPr/>
          <p:nvPr/>
        </p:nvSpPr>
        <p:spPr>
          <a:xfrm>
            <a:off x="24368760" y="1435608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80" name="Mapped thread 22 in group 4"/>
          <p:cNvSpPr/>
          <p:nvPr/>
        </p:nvSpPr>
        <p:spPr>
          <a:xfrm>
            <a:off x="25374600" y="1435608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81" name="Mapped thread 23 in group 4"/>
          <p:cNvSpPr/>
          <p:nvPr/>
        </p:nvSpPr>
        <p:spPr>
          <a:xfrm>
            <a:off x="26380440" y="1435608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82" name="Mapped thread 24 in group 4"/>
          <p:cNvSpPr/>
          <p:nvPr/>
        </p:nvSpPr>
        <p:spPr>
          <a:xfrm>
            <a:off x="27386280" y="1435608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83" name="Resulting group 5: five threads"/>
          <p:cNvSpPr/>
          <p:nvPr/>
        </p:nvSpPr>
        <p:spPr>
          <a:xfrm>
            <a:off x="29032200" y="13258800"/>
            <a:ext cx="5715000" cy="196596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4" name="Group 5"/>
          <p:cNvSpPr/>
          <p:nvPr/>
        </p:nvSpPr>
        <p:spPr>
          <a:xfrm>
            <a:off x="29352240" y="13487400"/>
            <a:ext cx="502920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240" b="0">
                <a:solidFill>
                  <a:schemeClr val="accent6"/>
                </a:solidFill>
                <a:latin typeface="NVIDIA Sans"/>
              </a:rPr>
              <a:t xml:space="preserve">Group 5</a:t>
            </a:r>
          </a:p>
        </p:txBody>
      </p:sp>
      <p:sp>
        <p:nvSpPr>
          <p:cNvPr id="85" name="Mapped thread 25 in group 5"/>
          <p:cNvSpPr/>
          <p:nvPr/>
        </p:nvSpPr>
        <p:spPr>
          <a:xfrm>
            <a:off x="29535120" y="1435608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86" name="Mapped thread 26 in group 5"/>
          <p:cNvSpPr/>
          <p:nvPr/>
        </p:nvSpPr>
        <p:spPr>
          <a:xfrm>
            <a:off x="30540960" y="1435608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87" name="Mapped thread 27 in group 5"/>
          <p:cNvSpPr/>
          <p:nvPr/>
        </p:nvSpPr>
        <p:spPr>
          <a:xfrm>
            <a:off x="31546800" y="1435608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88" name="Mapped thread 28 in group 5"/>
          <p:cNvSpPr/>
          <p:nvPr/>
        </p:nvSpPr>
        <p:spPr>
          <a:xfrm>
            <a:off x="32552640" y="1435608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89" name="Mapped thread 29 in group 5"/>
          <p:cNvSpPr/>
          <p:nvPr/>
        </p:nvSpPr>
        <p:spPr>
          <a:xfrm>
            <a:off x="33558480" y="14356080"/>
            <a:ext cx="457200" cy="457200"/>
          </a:xfrm>
          <a:prstGeom prst="ellipse">
            <a:avLst/>
          </a:prstGeom>
          <a:solidFill>
            <a:schemeClr val="accent1"/>
          </a:solidFill>
          <a:ln w="25146">
            <a:solidFill>
              <a:schemeClr val="accent1">
                <a:shade val="65000"/>
              </a:schemeClr>
            </a:solidFill>
          </a:ln>
        </p:spPr>
      </p:sp>
      <p:sp>
        <p:nvSpPr>
          <p:cNvPr id="90" name="No group"/>
          <p:cNvSpPr/>
          <p:nvPr/>
        </p:nvSpPr>
        <p:spPr>
          <a:xfrm>
            <a:off x="22860000" y="16162020"/>
            <a:ext cx="3886200" cy="8686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dk1"/>
                </a:solidFill>
                <a:latin typeface="NVIDIA Sans Medium"/>
              </a:rPr>
              <a:t xml:space="preserve">No group</a:t>
            </a:r>
          </a:p>
        </p:txBody>
      </p:sp>
      <p:sp>
        <p:nvSpPr>
          <p:cNvPr id="91" name="Thread 30: no resulting group"/>
          <p:cNvSpPr/>
          <p:nvPr/>
        </p:nvSpPr>
        <p:spPr>
          <a:xfrm>
            <a:off x="27500580" y="1623060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25146">
            <a:solidFill>
              <a:schemeClr val="dk1">
                <a:tint val="35000"/>
              </a:schemeClr>
            </a:solidFill>
          </a:ln>
        </p:spPr>
      </p:sp>
      <p:sp>
        <p:nvSpPr>
          <p:cNvPr id="92" name="Thread 31: no resulting group"/>
          <p:cNvSpPr/>
          <p:nvPr/>
        </p:nvSpPr>
        <p:spPr>
          <a:xfrm>
            <a:off x="28506420" y="1623060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25146">
            <a:solidFill>
              <a:schemeClr val="dk1">
                <a:tint val="35000"/>
              </a:schemeClr>
            </a:solidFill>
          </a:ln>
        </p:spPr>
      </p:sp>
      <p:sp>
        <p:nvSpPr>
          <p:cNvPr id="93" name="2 threads"/>
          <p:cNvSpPr/>
          <p:nvPr/>
        </p:nvSpPr>
        <p:spPr>
          <a:xfrm>
            <a:off x="29946600" y="16207740"/>
            <a:ext cx="480060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2 threads</a:t>
            </a:r>
          </a:p>
        </p:txBody>
      </p:sp>
      <p:sp>
        <p:nvSpPr>
          <p:cNvPr id="94" name="32 threads → 6 groups × 5 threads + 2 threads without a group"/>
          <p:cNvSpPr/>
          <p:nvPr/>
        </p:nvSpPr>
        <p:spPr>
          <a:xfrm>
            <a:off x="1874520" y="18356580"/>
            <a:ext cx="32872680" cy="9601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220" b="0">
                <a:solidFill>
                  <a:schemeClr val="dk1"/>
                </a:solidFill>
                <a:latin typeface="NVIDIA Sans"/>
              </a:rPr>
              <a:t xml:space="preserve">32 threads → 6 groups × 5 threads + 2 threads without a group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Requirements on groups —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quirements on group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Requirements on groups</a:t>
            </a:r>
          </a:p>
        </p:txBody>
      </p:sp>
      <p:sp>
        <p:nvSpPr>
          <p:cNvPr id="3" name="What a group specifies and provides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What a group specifies and provides</a:t>
            </a:r>
          </a:p>
        </p:txBody>
      </p:sp>
      <p:sp>
        <p:nvSpPr>
          <p:cNvPr id="4" name="14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6035040"/>
            <a:ext cx="19545300" cy="1085850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6" name="Shape"/>
          <p:cNvSpPr/>
          <p:nvPr/>
        </p:nvSpPr>
        <p:spPr>
          <a:xfrm>
            <a:off x="22860000" y="6035040"/>
            <a:ext cx="11887200" cy="1085850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7" name="Shape"/>
          <p:cNvSpPr/>
          <p:nvPr/>
        </p:nvSpPr>
        <p:spPr>
          <a:xfrm>
            <a:off x="1828800" y="6035040"/>
            <a:ext cx="195453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8" name="Shape"/>
          <p:cNvSpPr/>
          <p:nvPr/>
        </p:nvSpPr>
        <p:spPr>
          <a:xfrm>
            <a:off x="22860000" y="6035040"/>
            <a:ext cx="118872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9" name="It should specify"/>
          <p:cNvSpPr/>
          <p:nvPr/>
        </p:nvSpPr>
        <p:spPr>
          <a:xfrm>
            <a:off x="2514600" y="6789420"/>
            <a:ext cx="18173700" cy="12573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6120" b="1">
                <a:solidFill>
                  <a:schemeClr val="dk1"/>
                </a:solidFill>
                <a:latin typeface="NVIDIA Sans Medium"/>
              </a:rPr>
              <a:t xml:space="preserve">It should specify</a:t>
            </a:r>
          </a:p>
        </p:txBody>
      </p:sp>
      <p:sp>
        <p:nvSpPr>
          <p:cNvPr id="10" name="Shape"/>
          <p:cNvSpPr/>
          <p:nvPr/>
        </p:nvSpPr>
        <p:spPr>
          <a:xfrm>
            <a:off x="2560320" y="9121140"/>
            <a:ext cx="960120" cy="960120"/>
          </a:xfrm>
          <a:prstGeom prst="ellipse">
            <a:avLst/>
          </a:prstGeom>
          <a:solidFill>
            <a:schemeClr val="accent1">
              <a:tint val="12000"/>
            </a:schemeClr>
          </a:solidFill>
          <a:ln w="29718">
            <a:solidFill>
              <a:schemeClr val="accent1">
                <a:shade val="65000"/>
              </a:schemeClr>
            </a:solidFill>
          </a:ln>
        </p:spPr>
      </p:sp>
      <p:sp>
        <p:nvSpPr>
          <p:cNvPr id="11" name="1"/>
          <p:cNvSpPr/>
          <p:nvPr/>
        </p:nvSpPr>
        <p:spPr>
          <a:xfrm>
            <a:off x="2560320" y="9212580"/>
            <a:ext cx="96012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450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1</a:t>
            </a:r>
          </a:p>
        </p:txBody>
      </p:sp>
      <p:sp>
        <p:nvSpPr>
          <p:cNvPr id="12" name="Units being grouped"/>
          <p:cNvSpPr/>
          <p:nvPr/>
        </p:nvSpPr>
        <p:spPr>
          <a:xfrm>
            <a:off x="4114800" y="9029700"/>
            <a:ext cx="16344900" cy="9601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040" b="1">
                <a:solidFill>
                  <a:schemeClr val="dk1"/>
                </a:solidFill>
                <a:latin typeface="NVIDIA Sans Medium"/>
              </a:rPr>
              <a:t xml:space="preserve">Units being grouped</a:t>
            </a:r>
          </a:p>
        </p:txBody>
      </p:sp>
      <p:sp>
        <p:nvSpPr>
          <p:cNvPr id="13" name="Threads, warps, …"/>
          <p:cNvSpPr/>
          <p:nvPr/>
        </p:nvSpPr>
        <p:spPr>
          <a:xfrm>
            <a:off x="4114800" y="10058400"/>
            <a:ext cx="1634490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Threads, warps, …</a:t>
            </a:r>
          </a:p>
        </p:txBody>
      </p:sp>
      <p:sp>
        <p:nvSpPr>
          <p:cNvPr id="14" name="Shape"/>
          <p:cNvSpPr/>
          <p:nvPr/>
        </p:nvSpPr>
        <p:spPr>
          <a:xfrm>
            <a:off x="2560320" y="11407140"/>
            <a:ext cx="960120" cy="960120"/>
          </a:xfrm>
          <a:prstGeom prst="ellipse">
            <a:avLst/>
          </a:prstGeom>
          <a:solidFill>
            <a:schemeClr val="accent1">
              <a:tint val="12000"/>
            </a:schemeClr>
          </a:solidFill>
          <a:ln w="29718">
            <a:solidFill>
              <a:schemeClr val="accent1">
                <a:shade val="65000"/>
              </a:schemeClr>
            </a:solidFill>
          </a:ln>
        </p:spPr>
      </p:sp>
      <p:sp>
        <p:nvSpPr>
          <p:cNvPr id="15" name="2"/>
          <p:cNvSpPr/>
          <p:nvPr/>
        </p:nvSpPr>
        <p:spPr>
          <a:xfrm>
            <a:off x="2560320" y="11498580"/>
            <a:ext cx="96012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450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2</a:t>
            </a:r>
          </a:p>
        </p:txBody>
      </p:sp>
      <p:sp>
        <p:nvSpPr>
          <p:cNvPr id="16" name="Upper boundary level"/>
          <p:cNvSpPr/>
          <p:nvPr/>
        </p:nvSpPr>
        <p:spPr>
          <a:xfrm>
            <a:off x="4114800" y="11315700"/>
            <a:ext cx="16344900" cy="9601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040" b="1">
                <a:solidFill>
                  <a:schemeClr val="dk1"/>
                </a:solidFill>
                <a:latin typeface="NVIDIA Sans Medium"/>
              </a:rPr>
              <a:t xml:space="preserve">Upper boundary level</a:t>
            </a:r>
          </a:p>
        </p:txBody>
      </p:sp>
      <p:sp>
        <p:nvSpPr>
          <p:cNvPr id="17" name="Block, grid, …"/>
          <p:cNvSpPr/>
          <p:nvPr/>
        </p:nvSpPr>
        <p:spPr>
          <a:xfrm>
            <a:off x="4114800" y="12344400"/>
            <a:ext cx="1634490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Block, grid, …</a:t>
            </a:r>
          </a:p>
        </p:txBody>
      </p:sp>
      <p:sp>
        <p:nvSpPr>
          <p:cNvPr id="18" name="Shape"/>
          <p:cNvSpPr/>
          <p:nvPr/>
        </p:nvSpPr>
        <p:spPr>
          <a:xfrm>
            <a:off x="2560320" y="13693140"/>
            <a:ext cx="960120" cy="960120"/>
          </a:xfrm>
          <a:prstGeom prst="ellipse">
            <a:avLst/>
          </a:prstGeom>
          <a:solidFill>
            <a:schemeClr val="accent1">
              <a:tint val="12000"/>
            </a:schemeClr>
          </a:solidFill>
          <a:ln w="29718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3"/>
          <p:cNvSpPr/>
          <p:nvPr/>
        </p:nvSpPr>
        <p:spPr>
          <a:xfrm>
            <a:off x="2560320" y="13784580"/>
            <a:ext cx="96012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450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3</a:t>
            </a:r>
          </a:p>
        </p:txBody>
      </p:sp>
      <p:sp>
        <p:nvSpPr>
          <p:cNvPr id="20" name="Hierarchy"/>
          <p:cNvSpPr/>
          <p:nvPr/>
        </p:nvSpPr>
        <p:spPr>
          <a:xfrm>
            <a:off x="4114800" y="13601700"/>
            <a:ext cx="16344900" cy="9601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040" b="1">
                <a:solidFill>
                  <a:schemeClr val="dk1"/>
                </a:solidFill>
                <a:latin typeface="NVIDIA Sans Medium"/>
              </a:rPr>
              <a:t xml:space="preserve">Hierarchy</a:t>
            </a:r>
          </a:p>
        </p:txBody>
      </p:sp>
      <p:sp>
        <p:nvSpPr>
          <p:cNvPr id="21" name="The hierarchy in which the group exists"/>
          <p:cNvSpPr/>
          <p:nvPr/>
        </p:nvSpPr>
        <p:spPr>
          <a:xfrm>
            <a:off x="4114800" y="14630400"/>
            <a:ext cx="1634490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The hierarchy in which the group exists</a:t>
            </a:r>
          </a:p>
        </p:txBody>
      </p:sp>
      <p:sp>
        <p:nvSpPr>
          <p:cNvPr id="22" name="It should provide"/>
          <p:cNvSpPr/>
          <p:nvPr/>
        </p:nvSpPr>
        <p:spPr>
          <a:xfrm>
            <a:off x="23545800" y="6789420"/>
            <a:ext cx="10515600" cy="12573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6120" b="1">
                <a:solidFill>
                  <a:schemeClr val="dk1"/>
                </a:solidFill>
                <a:latin typeface="NVIDIA Sans Medium"/>
              </a:rPr>
              <a:t xml:space="preserve">It should provide</a:t>
            </a:r>
          </a:p>
        </p:txBody>
      </p:sp>
      <p:sp>
        <p:nvSpPr>
          <p:cNvPr id="23" name="Query APIs"/>
          <p:cNvSpPr/>
          <p:nvPr/>
        </p:nvSpPr>
        <p:spPr>
          <a:xfrm>
            <a:off x="23545800" y="9372600"/>
            <a:ext cx="10515600" cy="10972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Query APIs</a:t>
            </a:r>
          </a:p>
        </p:txBody>
      </p:sp>
      <p:sp>
        <p:nvSpPr>
          <p:cNvPr id="24" name="Information about the group"/>
          <p:cNvSpPr/>
          <p:nvPr/>
        </p:nvSpPr>
        <p:spPr>
          <a:xfrm>
            <a:off x="23545800" y="10629900"/>
            <a:ext cx="10515600" cy="14173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Information about the group</a:t>
            </a:r>
          </a:p>
        </p:txBody>
      </p:sp>
      <p:sp>
        <p:nvSpPr>
          <p:cNvPr id="25" name="Shape"/>
          <p:cNvSpPr/>
          <p:nvPr/>
        </p:nvSpPr>
        <p:spPr>
          <a:xfrm>
            <a:off x="23545800" y="12595860"/>
            <a:ext cx="10515600" cy="2286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26" name="Synchronization APIs"/>
          <p:cNvSpPr/>
          <p:nvPr/>
        </p:nvSpPr>
        <p:spPr>
          <a:xfrm>
            <a:off x="23545800" y="13510260"/>
            <a:ext cx="10515600" cy="10972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Synchronization APIs</a:t>
            </a:r>
          </a:p>
        </p:txBody>
      </p:sp>
      <p:sp>
        <p:nvSpPr>
          <p:cNvPr id="27" name="Synchronization of its units"/>
          <p:cNvSpPr/>
          <p:nvPr/>
        </p:nvSpPr>
        <p:spPr>
          <a:xfrm>
            <a:off x="23545800" y="14767560"/>
            <a:ext cx="10515600" cy="14173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Synchronization of its units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Requirements on grou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quirements on group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Requirements on groups</a:t>
            </a:r>
          </a:p>
        </p:txBody>
      </p:sp>
      <p:sp>
        <p:nvSpPr>
          <p:cNvPr id="3" name="The group concept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The group concept</a:t>
            </a:r>
          </a:p>
        </p:txBody>
      </p:sp>
      <p:sp>
        <p:nvSpPr>
          <p:cNvPr id="4" name="15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5029200"/>
            <a:ext cx="20574000" cy="1351026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6" name="CONCEPT"/>
          <p:cNvSpPr/>
          <p:nvPr/>
        </p:nvSpPr>
        <p:spPr>
          <a:xfrm>
            <a:off x="2423160" y="5532120"/>
            <a:ext cx="19316700" cy="8686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060" b="1">
                <a:solidFill>
                  <a:schemeClr val="accent6"/>
                </a:solidFill>
                <a:latin typeface="NVIDIA Sans Medium"/>
              </a:rPr>
              <a:t xml:space="preserve">CONCEPT</a:t>
            </a:r>
          </a:p>
        </p:txBody>
      </p:sp>
      <p:sp>
        <p:nvSpPr>
          <p:cNvPr id="7" name="Verbatim C++ snippet" descr="Verbatim fenced C++ snippet from slides.md"/>
          <p:cNvSpPr/>
          <p:nvPr/>
        </p:nvSpPr>
        <p:spPr>
          <a:xfrm>
            <a:off x="2423160" y="6858000"/>
            <a:ext cx="19431000" cy="1097280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T&gt;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concept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group = 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requires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(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T&amp; t)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{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836" b="0">
                <a:solidFill>
                  <a:schemeClr val="accent6"/>
                </a:solidFill>
                <a:latin typeface="DejaVu Sans Mono"/>
              </a:rPr>
              <a:t xml:space="preserve">// Member types.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requires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/*is-hierarchy-level*/&lt;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T::unit_type&gt;;     </a:t>
            </a:r>
            <a:r>
              <a:rPr lang="en-US" sz="2836" b="0">
                <a:solidFill>
                  <a:schemeClr val="accent6"/>
                </a:solidFill>
                <a:latin typeface="DejaVu Sans Mono"/>
              </a:rPr>
              <a:t xml:space="preserve">// (1)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requires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/*is-hierarchy-level*/&lt;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T::level_type&gt;;    </a:t>
            </a:r>
            <a:r>
              <a:rPr lang="en-US" sz="2836" b="0">
                <a:solidFill>
                  <a:schemeClr val="accent6"/>
                </a:solidFill>
                <a:latin typeface="DejaVu Sans Mono"/>
              </a:rPr>
              <a:t xml:space="preserve">// (2)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requires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/*is-hierarchy*/&lt;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T::hierarchy_type&gt;;      </a:t>
            </a:r>
            <a:r>
              <a:rPr lang="en-US" sz="2836" b="0">
                <a:solidFill>
                  <a:schemeClr val="accent6"/>
                </a:solidFill>
                <a:latin typeface="DejaVu Sans Mono"/>
              </a:rPr>
              <a:t xml:space="preserve">// (3)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836" b="0">
                <a:solidFill>
                  <a:schemeClr val="accent6"/>
                </a:solidFill>
                <a:latin typeface="DejaVu Sans Mono"/>
              </a:rPr>
              <a:t xml:space="preserve">// Getters.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{ t.hierarchy() } 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noexcept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  -&gt; cuda::std::same_as&lt;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T::hierarchy_type&amp;&gt;; </a:t>
            </a:r>
            <a:r>
              <a:rPr lang="en-US" sz="2836" b="0">
                <a:solidFill>
                  <a:schemeClr val="accent6"/>
                </a:solidFill>
                <a:latin typeface="DejaVu Sans Mono"/>
              </a:rPr>
              <a:t xml:space="preserve">// (4)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836" b="0">
                <a:solidFill>
                  <a:schemeClr val="accent6"/>
                </a:solidFill>
                <a:latin typeface="DejaVu Sans Mono"/>
              </a:rPr>
              <a:t xml:space="preserve">// Synchronization.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{ t.sync() } 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noexcept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-&gt; cuda::std::same_as&lt;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void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&gt;;          </a:t>
            </a:r>
            <a:r>
              <a:rPr lang="en-US" sz="2836" b="0">
                <a:solidFill>
                  <a:schemeClr val="accent6"/>
                </a:solidFill>
                <a:latin typeface="DejaVu Sans Mono"/>
              </a:rPr>
              <a:t xml:space="preserve">// (5)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{ t.sync_aligned() } 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noexcept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-&gt; cuda::std::same_as&lt;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void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&gt;;  </a:t>
            </a:r>
            <a:r>
              <a:rPr lang="en-US" sz="2836" b="0">
                <a:solidFill>
                  <a:schemeClr val="accent6"/>
                </a:solidFill>
                <a:latin typeface="DejaVu Sans Mono"/>
              </a:rPr>
              <a:t xml:space="preserve">// (6)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2836" b="0">
                <a:solidFill>
                  <a:schemeClr val="accent6"/>
                </a:solidFill>
                <a:latin typeface="DejaVu Sans Mono"/>
              </a:rPr>
              <a:t xml:space="preserve">// Properties.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{ T::is_always_contiguous() } 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noexcept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    -&gt; cuda::std::same_as&lt;</a:t>
            </a:r>
            <a:r>
              <a:rPr lang="en-US" sz="2836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bool</a:t>
            </a: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&gt;;                              </a:t>
            </a:r>
            <a:r>
              <a:rPr lang="en-US" sz="2836" b="0">
                <a:solidFill>
                  <a:schemeClr val="accent6"/>
                </a:solidFill>
                <a:latin typeface="DejaVu Sans Mono"/>
              </a:rPr>
              <a:t xml:space="preserve">// (7), must be constexpr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r>
              <a:rPr lang="en-US" sz="2836" b="0">
                <a:solidFill>
                  <a:schemeClr val="dk1"/>
                </a:solidFill>
                <a:latin typeface="DejaVu Sans Mono"/>
              </a:rPr>
              <a:t xml:space="preserve">};</a:t>
            </a:r>
            <a:endParaRPr lang="en-US" sz="2836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en-US" sz="2836" b="0">
                <a:solidFill>
                  <a:schemeClr val="dk1"/>
                </a:solidFill>
                <a:latin typeface="DejaVu Sans Mono"/>
              </a:defRPr>
            </a:pPr>
            <a:endParaRPr lang="en-US" sz="2836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8" name="1"/>
          <p:cNvSpPr/>
          <p:nvPr/>
        </p:nvSpPr>
        <p:spPr>
          <a:xfrm>
            <a:off x="23545800" y="546354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1</a:t>
            </a:r>
          </a:p>
        </p:txBody>
      </p:sp>
      <p:sp>
        <p:nvSpPr>
          <p:cNvPr id="9" name="what units are being grouped"/>
          <p:cNvSpPr/>
          <p:nvPr/>
        </p:nvSpPr>
        <p:spPr>
          <a:xfrm>
            <a:off x="24665940" y="5463540"/>
            <a:ext cx="10081260" cy="15773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what units are being grouped</a:t>
            </a:r>
          </a:p>
        </p:txBody>
      </p:sp>
      <p:sp>
        <p:nvSpPr>
          <p:cNvPr id="10" name="2"/>
          <p:cNvSpPr/>
          <p:nvPr/>
        </p:nvSpPr>
        <p:spPr>
          <a:xfrm>
            <a:off x="23545800" y="722376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2</a:t>
            </a:r>
          </a:p>
        </p:txBody>
      </p:sp>
      <p:sp>
        <p:nvSpPr>
          <p:cNvPr id="11" name="within which level"/>
          <p:cNvSpPr/>
          <p:nvPr/>
        </p:nvSpPr>
        <p:spPr>
          <a:xfrm>
            <a:off x="24665940" y="7223760"/>
            <a:ext cx="10081260" cy="15773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within which level</a:t>
            </a:r>
          </a:p>
        </p:txBody>
      </p:sp>
      <p:sp>
        <p:nvSpPr>
          <p:cNvPr id="12" name="3"/>
          <p:cNvSpPr/>
          <p:nvPr/>
        </p:nvSpPr>
        <p:spPr>
          <a:xfrm>
            <a:off x="23545800" y="898398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3</a:t>
            </a:r>
          </a:p>
        </p:txBody>
      </p:sp>
      <p:sp>
        <p:nvSpPr>
          <p:cNvPr id="13" name="in which hierarchy"/>
          <p:cNvSpPr/>
          <p:nvPr/>
        </p:nvSpPr>
        <p:spPr>
          <a:xfrm>
            <a:off x="24665940" y="8983980"/>
            <a:ext cx="10081260" cy="15773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in which hierarchy</a:t>
            </a:r>
          </a:p>
        </p:txBody>
      </p:sp>
      <p:sp>
        <p:nvSpPr>
          <p:cNvPr id="14" name="4"/>
          <p:cNvSpPr/>
          <p:nvPr/>
        </p:nvSpPr>
        <p:spPr>
          <a:xfrm>
            <a:off x="23545800" y="1074420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4</a:t>
            </a:r>
          </a:p>
        </p:txBody>
      </p:sp>
      <p:sp>
        <p:nvSpPr>
          <p:cNvPr id="15" name="hierarchy getter"/>
          <p:cNvSpPr/>
          <p:nvPr/>
        </p:nvSpPr>
        <p:spPr>
          <a:xfrm>
            <a:off x="24665940" y="10744200"/>
            <a:ext cx="10081260" cy="15773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hierarchy getter</a:t>
            </a:r>
          </a:p>
        </p:txBody>
      </p:sp>
      <p:sp>
        <p:nvSpPr>
          <p:cNvPr id="16" name="5"/>
          <p:cNvSpPr/>
          <p:nvPr/>
        </p:nvSpPr>
        <p:spPr>
          <a:xfrm>
            <a:off x="23545800" y="1250442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5</a:t>
            </a:r>
          </a:p>
        </p:txBody>
      </p:sp>
      <p:sp>
        <p:nvSpPr>
          <p:cNvPr id="17" name="synchronizes all units"/>
          <p:cNvSpPr/>
          <p:nvPr/>
        </p:nvSpPr>
        <p:spPr>
          <a:xfrm>
            <a:off x="24665940" y="12504420"/>
            <a:ext cx="10081260" cy="15773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synchronizes all units</a:t>
            </a:r>
          </a:p>
        </p:txBody>
      </p:sp>
      <p:sp>
        <p:nvSpPr>
          <p:cNvPr id="18" name="6"/>
          <p:cNvSpPr/>
          <p:nvPr/>
        </p:nvSpPr>
        <p:spPr>
          <a:xfrm>
            <a:off x="23545800" y="1426464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6</a:t>
            </a:r>
          </a:p>
        </p:txBody>
      </p:sp>
      <p:sp>
        <p:nvSpPr>
          <p:cNvPr id="19" name="synchronizes all units, requires context alignment"/>
          <p:cNvSpPr/>
          <p:nvPr/>
        </p:nvSpPr>
        <p:spPr>
          <a:xfrm>
            <a:off x="24665940" y="14264640"/>
            <a:ext cx="10081260" cy="15773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synchronizes all units, requires context alignment</a:t>
            </a:r>
          </a:p>
        </p:txBody>
      </p:sp>
      <p:sp>
        <p:nvSpPr>
          <p:cNvPr id="20" name="7"/>
          <p:cNvSpPr/>
          <p:nvPr/>
        </p:nvSpPr>
        <p:spPr>
          <a:xfrm>
            <a:off x="23545800" y="1602486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7</a:t>
            </a:r>
          </a:p>
        </p:txBody>
      </p:sp>
      <p:sp>
        <p:nvSpPr>
          <p:cNvPr id="21" name="`true` if each group occupies a contiguous range of physical unit"/>
          <p:cNvSpPr/>
          <p:nvPr/>
        </p:nvSpPr>
        <p:spPr>
          <a:xfrm>
            <a:off x="24665940" y="16024860"/>
            <a:ext cx="10081260" cy="15773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/>
            </a:r>
            <a:r>
              <a:rPr lang="en-US" sz="3600" b="0">
                <a:solidFill>
                  <a:schemeClr val="dk1"/>
                </a:solidFill>
                <a:latin typeface="DejaVu Sans Mono"/>
              </a:rPr>
              <a:t xml:space="preserve">true</a:t>
            </a: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> if each group occupies a contiguous range of physical units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Group qu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oup querie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Group queries</a:t>
            </a:r>
          </a:p>
        </p:txBody>
      </p:sp>
      <p:sp>
        <p:nvSpPr>
          <p:cNvPr id="3" name="Sub-unit and super-level queries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Sub-unit and super-level queries</a:t>
            </a:r>
          </a:p>
        </p:txBody>
      </p:sp>
      <p:sp>
        <p:nvSpPr>
          <p:cNvPr id="4" name="16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5006340"/>
            <a:ext cx="158877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6" name="Sub-unit queries"/>
          <p:cNvSpPr/>
          <p:nvPr/>
        </p:nvSpPr>
        <p:spPr>
          <a:xfrm>
            <a:off x="2240280" y="5600700"/>
            <a:ext cx="15064740" cy="10515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Sub-unit queries</a:t>
            </a:r>
          </a:p>
        </p:txBody>
      </p:sp>
      <p:sp>
        <p:nvSpPr>
          <p:cNvPr id="7" name="Query information about levels that are below the group's unit ty"/>
          <p:cNvSpPr/>
          <p:nvPr/>
        </p:nvSpPr>
        <p:spPr>
          <a:xfrm>
            <a:off x="2240280" y="6926580"/>
            <a:ext cx="15064740" cy="14630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Query information about levels that are below the group's unit type.</a:t>
            </a:r>
          </a:p>
        </p:txBody>
      </p:sp>
      <p:sp>
        <p:nvSpPr>
          <p:cNvPr id="8" name="Shape"/>
          <p:cNvSpPr/>
          <p:nvPr/>
        </p:nvSpPr>
        <p:spPr>
          <a:xfrm>
            <a:off x="1828800" y="8778240"/>
            <a:ext cx="15887700" cy="477774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9" name="Verbatim C++ snippet" descr="Verbatim fenced C++ snippet from slides.md"/>
          <p:cNvSpPr/>
          <p:nvPr/>
        </p:nvSpPr>
        <p:spPr>
          <a:xfrm>
            <a:off x="2240280" y="9395460"/>
            <a:ext cx="15064740" cy="388620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66"/>
              </a:lnSpc>
              <a:spcBef>
                <a:spcPts val="0"/>
              </a:spcBef>
              <a:spcAft>
                <a:spcPts val="0"/>
              </a:spcAft>
              <a:buNone/>
              <a:defRPr lang="en-US" sz="3060" b="0">
                <a:solidFill>
                  <a:schemeClr val="dk1"/>
                </a:solidFill>
                <a:latin typeface="DejaVu Sans Mono"/>
              </a:defRPr>
            </a:pPr>
            <a:r>
              <a:rPr lang="en-US" sz="3060" b="0">
                <a:solidFill>
                  <a:schemeClr val="dk1"/>
                </a:solidFill>
                <a:latin typeface="DejaVu Sans Mono"/>
              </a:rPr>
              <a:t xml:space="preserve">  qunit.static_count(group); </a:t>
            </a:r>
            <a:r>
              <a:rPr lang="en-US" sz="3060" b="0">
                <a:solidFill>
                  <a:schemeClr val="accent6"/>
                </a:solidFill>
                <a:latin typeface="DejaVu Sans Mono"/>
              </a:rPr>
              <a:t xml:space="preserve">// (1), always constexpr</a:t>
            </a:r>
            <a:endParaRPr lang="en-US" sz="306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366"/>
              </a:lnSpc>
              <a:spcBef>
                <a:spcPts val="0"/>
              </a:spcBef>
              <a:spcAft>
                <a:spcPts val="0"/>
              </a:spcAft>
              <a:buNone/>
              <a:defRPr lang="en-US" sz="3060" b="0">
                <a:solidFill>
                  <a:schemeClr val="dk1"/>
                </a:solidFill>
                <a:latin typeface="DejaVu Sans Mono"/>
              </a:defRPr>
            </a:pPr>
            <a:r>
              <a:rPr lang="en-US" sz="3060" b="0">
                <a:solidFill>
                  <a:schemeClr val="dk1"/>
                </a:solidFill>
                <a:latin typeface="DejaVu Sans Mono"/>
              </a:rPr>
              <a:t xml:space="preserve">  qunit.count_as&lt;T&gt;(group);  </a:t>
            </a:r>
            <a:r>
              <a:rPr lang="en-US" sz="3060" b="0">
                <a:solidFill>
                  <a:schemeClr val="accent6"/>
                </a:solidFill>
                <a:latin typeface="DejaVu Sans Mono"/>
              </a:rPr>
              <a:t xml:space="preserve">// (2)</a:t>
            </a:r>
            <a:endParaRPr lang="en-US" sz="306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366"/>
              </a:lnSpc>
              <a:spcBef>
                <a:spcPts val="0"/>
              </a:spcBef>
              <a:spcAft>
                <a:spcPts val="0"/>
              </a:spcAft>
              <a:buNone/>
              <a:defRPr lang="en-US" sz="3060" b="0">
                <a:solidFill>
                  <a:schemeClr val="dk1"/>
                </a:solidFill>
                <a:latin typeface="DejaVu Sans Mono"/>
              </a:defRPr>
            </a:pPr>
            <a:r>
              <a:rPr lang="en-US" sz="3060" b="0">
                <a:solidFill>
                  <a:schemeClr val="dk1"/>
                </a:solidFill>
                <a:latin typeface="DejaVu Sans Mono"/>
              </a:rPr>
              <a:t xml:space="preserve">  qunit.rank_as&lt;T&gt;(group);   </a:t>
            </a:r>
            <a:r>
              <a:rPr lang="en-US" sz="3060" b="0">
                <a:solidFill>
                  <a:schemeClr val="accent6"/>
                </a:solidFill>
                <a:latin typeface="DejaVu Sans Mono"/>
              </a:rPr>
              <a:t xml:space="preserve">// (3)</a:t>
            </a:r>
            <a:endParaRPr lang="en-US" sz="306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366"/>
              </a:lnSpc>
              <a:spcBef>
                <a:spcPts val="0"/>
              </a:spcBef>
              <a:spcAft>
                <a:spcPts val="0"/>
              </a:spcAft>
              <a:buNone/>
              <a:defRPr lang="en-US" sz="3060" b="0">
                <a:solidFill>
                  <a:schemeClr val="dk1"/>
                </a:solidFill>
                <a:latin typeface="DejaVu Sans Mono"/>
              </a:defRPr>
            </a:pPr>
            <a:endParaRPr lang="en-US" sz="306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366"/>
              </a:lnSpc>
              <a:spcBef>
                <a:spcPts val="0"/>
              </a:spcBef>
              <a:spcAft>
                <a:spcPts val="0"/>
              </a:spcAft>
              <a:buNone/>
              <a:defRPr lang="en-US" sz="3060" b="0">
                <a:solidFill>
                  <a:schemeClr val="dk1"/>
                </a:solidFill>
                <a:latin typeface="DejaVu Sans Mono"/>
              </a:defRPr>
            </a:pPr>
            <a:r>
              <a:rPr lang="en-US" sz="3060" b="0">
                <a:solidFill>
                  <a:schemeClr val="dk1"/>
                </a:solidFill>
                <a:latin typeface="DejaVu Sans Mono"/>
              </a:rPr>
              <a:t xml:space="preserve">  qunit.count(group);        </a:t>
            </a:r>
            <a:r>
              <a:rPr lang="en-US" sz="3060" b="0">
                <a:solidFill>
                  <a:schemeClr val="accent6"/>
                </a:solidFill>
                <a:latin typeface="DejaVu Sans Mono"/>
              </a:rPr>
              <a:t xml:space="preserve">// (4)</a:t>
            </a:r>
            <a:endParaRPr lang="en-US" sz="306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366"/>
              </a:lnSpc>
              <a:spcBef>
                <a:spcPts val="0"/>
              </a:spcBef>
              <a:spcAft>
                <a:spcPts val="0"/>
              </a:spcAft>
              <a:buNone/>
              <a:defRPr lang="en-US" sz="3060" b="0">
                <a:solidFill>
                  <a:schemeClr val="dk1"/>
                </a:solidFill>
                <a:latin typeface="DejaVu Sans Mono"/>
              </a:defRPr>
            </a:pPr>
            <a:r>
              <a:rPr lang="en-US" sz="3060" b="0">
                <a:solidFill>
                  <a:schemeClr val="dk1"/>
                </a:solidFill>
                <a:latin typeface="DejaVu Sans Mono"/>
              </a:rPr>
              <a:t xml:space="preserve">  qunit.rank(group);         </a:t>
            </a:r>
            <a:r>
              <a:rPr lang="en-US" sz="3060" b="0">
                <a:solidFill>
                  <a:schemeClr val="accent6"/>
                </a:solidFill>
                <a:latin typeface="DejaVu Sans Mono"/>
              </a:rPr>
              <a:t xml:space="preserve">// (5)</a:t>
            </a:r>
            <a:endParaRPr lang="en-US" sz="306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366"/>
              </a:lnSpc>
              <a:spcBef>
                <a:spcPts val="0"/>
              </a:spcBef>
              <a:spcAft>
                <a:spcPts val="0"/>
              </a:spcAft>
              <a:buNone/>
              <a:defRPr lang="en-US" sz="3060" b="0">
                <a:solidFill>
                  <a:schemeClr val="dk1"/>
                </a:solidFill>
                <a:latin typeface="DejaVu Sans Mono"/>
              </a:defRPr>
            </a:pPr>
            <a:r>
              <a:rPr lang="en-US" sz="3060" b="0">
                <a:solidFill>
                  <a:schemeClr val="dk1"/>
                </a:solidFill>
                <a:latin typeface="DejaVu Sans Mono"/>
              </a:rPr>
              <a:t xml:space="preserve">  qunit.is_root_rank(group); </a:t>
            </a:r>
            <a:r>
              <a:rPr lang="en-US" sz="3060" b="0">
                <a:solidFill>
                  <a:schemeClr val="accent6"/>
                </a:solidFill>
                <a:latin typeface="DejaVu Sans Mono"/>
              </a:rPr>
              <a:t xml:space="preserve">// (6)</a:t>
            </a:r>
            <a:endParaRPr lang="en-US" sz="306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366"/>
              </a:lnSpc>
              <a:spcBef>
                <a:spcPts val="0"/>
              </a:spcBef>
              <a:spcAft>
                <a:spcPts val="0"/>
              </a:spcAft>
              <a:buNone/>
              <a:defRPr lang="en-US" sz="3060" b="0">
                <a:solidFill>
                  <a:schemeClr val="dk1"/>
                </a:solidFill>
                <a:latin typeface="DejaVu Sans Mono"/>
              </a:defRPr>
            </a:pPr>
            <a:endParaRPr lang="en-US" sz="3060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10" name="1"/>
          <p:cNvSpPr/>
          <p:nvPr/>
        </p:nvSpPr>
        <p:spPr>
          <a:xfrm>
            <a:off x="2171700" y="1399032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1</a:t>
            </a:r>
          </a:p>
        </p:txBody>
      </p:sp>
      <p:sp>
        <p:nvSpPr>
          <p:cNvPr id="11" name="Statically known number of `qunit` within `group`"/>
          <p:cNvSpPr/>
          <p:nvPr/>
        </p:nvSpPr>
        <p:spPr>
          <a:xfrm>
            <a:off x="3291840" y="13990320"/>
            <a:ext cx="1396746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>Statically known number of </a:t>
            </a:r>
            <a:r>
              <a:rPr lang="en-US" sz="2880" b="0">
                <a:solidFill>
                  <a:schemeClr val="dk1"/>
                </a:solidFill>
                <a:latin typeface="DejaVu Sans Mono"/>
              </a:rPr>
              <a:t xml:space="preserve">qunit</a:t>
            </a: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> within </a:t>
            </a:r>
            <a:r>
              <a:rPr lang="en-US" sz="2880" b="0">
                <a:solidFill>
                  <a:schemeClr val="dk1"/>
                </a:solidFill>
                <a:latin typeface="DejaVu Sans Mono"/>
              </a:rPr>
              <a:t xml:space="preserve">group</a:t>
            </a: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12" name="2"/>
          <p:cNvSpPr/>
          <p:nvPr/>
        </p:nvSpPr>
        <p:spPr>
          <a:xfrm>
            <a:off x="2171700" y="1481328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2</a:t>
            </a:r>
          </a:p>
        </p:txBody>
      </p:sp>
      <p:sp>
        <p:nvSpPr>
          <p:cNvPr id="13" name="Number of `qunit` within `group` returned as `T`"/>
          <p:cNvSpPr/>
          <p:nvPr/>
        </p:nvSpPr>
        <p:spPr>
          <a:xfrm>
            <a:off x="3291840" y="14813280"/>
            <a:ext cx="1396746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>Number of </a:t>
            </a:r>
            <a:r>
              <a:rPr lang="en-US" sz="2880" b="0">
                <a:solidFill>
                  <a:schemeClr val="dk1"/>
                </a:solidFill>
                <a:latin typeface="DejaVu Sans Mono"/>
              </a:rPr>
              <a:t xml:space="preserve">qunit</a:t>
            </a: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> within </a:t>
            </a:r>
            <a:r>
              <a:rPr lang="en-US" sz="2880" b="0">
                <a:solidFill>
                  <a:schemeClr val="dk1"/>
                </a:solidFill>
                <a:latin typeface="DejaVu Sans Mono"/>
              </a:rPr>
              <a:t xml:space="preserve">group</a:t>
            </a: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> returned as </a:t>
            </a:r>
            <a:r>
              <a:rPr lang="en-US" sz="2880" b="0">
                <a:solidFill>
                  <a:schemeClr val="dk1"/>
                </a:solidFill>
                <a:latin typeface="DejaVu Sans Mono"/>
              </a:rPr>
              <a:t xml:space="preserve">T</a:t>
            </a: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14" name="3"/>
          <p:cNvSpPr/>
          <p:nvPr/>
        </p:nvSpPr>
        <p:spPr>
          <a:xfrm>
            <a:off x="2171700" y="1563624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3</a:t>
            </a:r>
          </a:p>
        </p:txBody>
      </p:sp>
      <p:sp>
        <p:nvSpPr>
          <p:cNvPr id="15" name="Current `qunit`'s rank within `group` returned as `T`"/>
          <p:cNvSpPr/>
          <p:nvPr/>
        </p:nvSpPr>
        <p:spPr>
          <a:xfrm>
            <a:off x="3291840" y="15636240"/>
            <a:ext cx="1396746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>Current </a:t>
            </a:r>
            <a:r>
              <a:rPr lang="en-US" sz="2880" b="0">
                <a:solidFill>
                  <a:schemeClr val="dk1"/>
                </a:solidFill>
                <a:latin typeface="DejaVu Sans Mono"/>
              </a:rPr>
              <a:t xml:space="preserve">qunit</a:t>
            </a: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>'s rank within </a:t>
            </a:r>
            <a:r>
              <a:rPr lang="en-US" sz="2880" b="0">
                <a:solidFill>
                  <a:schemeClr val="dk1"/>
                </a:solidFill>
                <a:latin typeface="DejaVu Sans Mono"/>
              </a:rPr>
              <a:t xml:space="preserve">group</a:t>
            </a: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> returned as </a:t>
            </a:r>
            <a:r>
              <a:rPr lang="en-US" sz="2880" b="0">
                <a:solidFill>
                  <a:schemeClr val="dk1"/>
                </a:solidFill>
                <a:latin typeface="DejaVu Sans Mono"/>
              </a:rPr>
              <a:t xml:space="preserve">T</a:t>
            </a: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16" name="4"/>
          <p:cNvSpPr/>
          <p:nvPr/>
        </p:nvSpPr>
        <p:spPr>
          <a:xfrm>
            <a:off x="2171700" y="1645920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4</a:t>
            </a:r>
          </a:p>
        </p:txBody>
      </p:sp>
      <p:sp>
        <p:nvSpPr>
          <p:cNvPr id="17" name="Same as `qunit.count_as&lt;/*default-T*/&gt;(group)`"/>
          <p:cNvSpPr/>
          <p:nvPr/>
        </p:nvSpPr>
        <p:spPr>
          <a:xfrm>
            <a:off x="3291840" y="16459200"/>
            <a:ext cx="1396746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>Same as </a:t>
            </a:r>
            <a:r>
              <a:rPr lang="en-US" sz="2880" b="0">
                <a:solidFill>
                  <a:schemeClr val="dk1"/>
                </a:solidFill>
                <a:latin typeface="DejaVu Sans Mono"/>
              </a:rPr>
              <a:t xml:space="preserve">qunit.count_as&lt;/*default-T*/&gt;(group)</a:t>
            </a: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18" name="5"/>
          <p:cNvSpPr/>
          <p:nvPr/>
        </p:nvSpPr>
        <p:spPr>
          <a:xfrm>
            <a:off x="2171700" y="1728216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5</a:t>
            </a:r>
          </a:p>
        </p:txBody>
      </p:sp>
      <p:sp>
        <p:nvSpPr>
          <p:cNvPr id="19" name="Same as `qunit.rank_as&lt;/*default-T*/&gt;(group)`"/>
          <p:cNvSpPr/>
          <p:nvPr/>
        </p:nvSpPr>
        <p:spPr>
          <a:xfrm>
            <a:off x="3291840" y="17282160"/>
            <a:ext cx="1396746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>Same as </a:t>
            </a:r>
            <a:r>
              <a:rPr lang="en-US" sz="2880" b="0">
                <a:solidFill>
                  <a:schemeClr val="dk1"/>
                </a:solidFill>
                <a:latin typeface="DejaVu Sans Mono"/>
              </a:rPr>
              <a:t xml:space="preserve">qunit.rank_as&lt;/*default-T*/&gt;(group)</a:t>
            </a: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20" name="6"/>
          <p:cNvSpPr/>
          <p:nvPr/>
        </p:nvSpPr>
        <p:spPr>
          <a:xfrm>
            <a:off x="2171700" y="1810512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6</a:t>
            </a:r>
          </a:p>
        </p:txBody>
      </p:sp>
      <p:sp>
        <p:nvSpPr>
          <p:cNvPr id="21" name="Same as `qunit.rank(group) == 0`"/>
          <p:cNvSpPr/>
          <p:nvPr/>
        </p:nvSpPr>
        <p:spPr>
          <a:xfrm>
            <a:off x="3291840" y="18105120"/>
            <a:ext cx="13967460" cy="6400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>Same as </a:t>
            </a:r>
            <a:r>
              <a:rPr lang="en-US" sz="2880" b="0">
                <a:solidFill>
                  <a:schemeClr val="dk1"/>
                </a:solidFill>
                <a:latin typeface="DejaVu Sans Mono"/>
              </a:rPr>
              <a:t xml:space="preserve">qunit.rank(group) == 0</a:t>
            </a:r>
            <a:r>
              <a:rPr lang="en-US" sz="288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22" name="Shape"/>
          <p:cNvSpPr/>
          <p:nvPr/>
        </p:nvSpPr>
        <p:spPr>
          <a:xfrm>
            <a:off x="18859500" y="5006340"/>
            <a:ext cx="158877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23" name="Super-level queries"/>
          <p:cNvSpPr/>
          <p:nvPr/>
        </p:nvSpPr>
        <p:spPr>
          <a:xfrm>
            <a:off x="19270980" y="5600700"/>
            <a:ext cx="15064740" cy="10515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400" b="1">
                <a:solidFill>
                  <a:schemeClr val="dk1"/>
                </a:solidFill>
                <a:latin typeface="NVIDIA Sans Medium"/>
              </a:rPr>
              <a:t xml:space="preserve">Super-level queries</a:t>
            </a:r>
          </a:p>
        </p:txBody>
      </p:sp>
      <p:sp>
        <p:nvSpPr>
          <p:cNvPr id="24" name="Query information about levels that are above the group's upper b"/>
          <p:cNvSpPr/>
          <p:nvPr/>
        </p:nvSpPr>
        <p:spPr>
          <a:xfrm>
            <a:off x="19270980" y="6926580"/>
            <a:ext cx="15064740" cy="14630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Query information about levels that are above the group's upper boundary type.</a:t>
            </a:r>
          </a:p>
        </p:txBody>
      </p:sp>
      <p:sp>
        <p:nvSpPr>
          <p:cNvPr id="25" name="Shape"/>
          <p:cNvSpPr/>
          <p:nvPr/>
        </p:nvSpPr>
        <p:spPr>
          <a:xfrm>
            <a:off x="18859500" y="8778240"/>
            <a:ext cx="15887700" cy="477774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26" name="Verbatim C++ snippet" descr="Verbatim fenced C++ snippet from slides.md"/>
          <p:cNvSpPr/>
          <p:nvPr/>
        </p:nvSpPr>
        <p:spPr>
          <a:xfrm>
            <a:off x="19270980" y="9395460"/>
            <a:ext cx="15064740" cy="388620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1"/>
              </a:lnSpc>
              <a:spcBef>
                <a:spcPts val="0"/>
              </a:spcBef>
              <a:spcAft>
                <a:spcPts val="0"/>
              </a:spcAft>
              <a:buNone/>
              <a:defRPr lang="en-US" sz="2610" b="0">
                <a:solidFill>
                  <a:schemeClr val="dk1"/>
                </a:solidFill>
                <a:latin typeface="DejaVu Sans Mono"/>
              </a:defRPr>
            </a:pPr>
            <a:r>
              <a:rPr lang="en-US" sz="2610" b="0">
                <a:solidFill>
                  <a:schemeClr val="dk1"/>
                </a:solidFill>
                <a:latin typeface="DejaVu Sans Mono"/>
              </a:rPr>
              <a:t xml:space="preserve">  group.static_count(/*parent-group-or-qlevel*/); </a:t>
            </a:r>
            <a:r>
              <a:rPr lang="en-US" sz="2610" b="0">
                <a:solidFill>
                  <a:schemeClr val="accent6"/>
                </a:solidFill>
                <a:latin typeface="DejaVu Sans Mono"/>
              </a:rPr>
              <a:t xml:space="preserve">// (1), always constexpr</a:t>
            </a:r>
            <a:endParaRPr lang="en-US" sz="261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871"/>
              </a:lnSpc>
              <a:spcBef>
                <a:spcPts val="0"/>
              </a:spcBef>
              <a:spcAft>
                <a:spcPts val="0"/>
              </a:spcAft>
              <a:buNone/>
              <a:defRPr lang="en-US" sz="2610" b="0">
                <a:solidFill>
                  <a:schemeClr val="dk1"/>
                </a:solidFill>
                <a:latin typeface="DejaVu Sans Mono"/>
              </a:defRPr>
            </a:pPr>
            <a:r>
              <a:rPr lang="en-US" sz="2610" b="0">
                <a:solidFill>
                  <a:schemeClr val="dk1"/>
                </a:solidFill>
                <a:latin typeface="DejaVu Sans Mono"/>
              </a:rPr>
              <a:t xml:space="preserve">  group.count_as&lt;T&gt;(/*parent-group-or-qlevel*/);  </a:t>
            </a:r>
            <a:r>
              <a:rPr lang="en-US" sz="2610" b="0">
                <a:solidFill>
                  <a:schemeClr val="accent6"/>
                </a:solidFill>
                <a:latin typeface="DejaVu Sans Mono"/>
              </a:rPr>
              <a:t xml:space="preserve">// (2)</a:t>
            </a:r>
            <a:endParaRPr lang="en-US" sz="261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871"/>
              </a:lnSpc>
              <a:spcBef>
                <a:spcPts val="0"/>
              </a:spcBef>
              <a:spcAft>
                <a:spcPts val="0"/>
              </a:spcAft>
              <a:buNone/>
              <a:defRPr lang="en-US" sz="2610" b="0">
                <a:solidFill>
                  <a:schemeClr val="dk1"/>
                </a:solidFill>
                <a:latin typeface="DejaVu Sans Mono"/>
              </a:defRPr>
            </a:pPr>
            <a:r>
              <a:rPr lang="en-US" sz="2610" b="0">
                <a:solidFill>
                  <a:schemeClr val="dk1"/>
                </a:solidFill>
                <a:latin typeface="DejaVu Sans Mono"/>
              </a:rPr>
              <a:t xml:space="preserve">  group.rank_as&lt;T&gt;(/*parent-group-or-qlevel*/);   </a:t>
            </a:r>
            <a:r>
              <a:rPr lang="en-US" sz="2610" b="0">
                <a:solidFill>
                  <a:schemeClr val="accent6"/>
                </a:solidFill>
                <a:latin typeface="DejaVu Sans Mono"/>
              </a:rPr>
              <a:t xml:space="preserve">// (3)</a:t>
            </a:r>
            <a:endParaRPr lang="en-US" sz="261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871"/>
              </a:lnSpc>
              <a:spcBef>
                <a:spcPts val="0"/>
              </a:spcBef>
              <a:spcAft>
                <a:spcPts val="0"/>
              </a:spcAft>
              <a:buNone/>
              <a:defRPr lang="en-US" sz="2610" b="0">
                <a:solidFill>
                  <a:schemeClr val="dk1"/>
                </a:solidFill>
                <a:latin typeface="DejaVu Sans Mono"/>
              </a:defRPr>
            </a:pPr>
            <a:endParaRPr lang="en-US" sz="261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871"/>
              </a:lnSpc>
              <a:spcBef>
                <a:spcPts val="0"/>
              </a:spcBef>
              <a:spcAft>
                <a:spcPts val="0"/>
              </a:spcAft>
              <a:buNone/>
              <a:defRPr lang="en-US" sz="2610" b="0">
                <a:solidFill>
                  <a:schemeClr val="dk1"/>
                </a:solidFill>
                <a:latin typeface="DejaVu Sans Mono"/>
              </a:defRPr>
            </a:pPr>
            <a:r>
              <a:rPr lang="en-US" sz="2610" b="0">
                <a:solidFill>
                  <a:schemeClr val="dk1"/>
                </a:solidFill>
                <a:latin typeface="DejaVu Sans Mono"/>
              </a:rPr>
              <a:t xml:space="preserve">  group.count(/*parent-group-or-qlevel*/);        </a:t>
            </a:r>
            <a:r>
              <a:rPr lang="en-US" sz="2610" b="0">
                <a:solidFill>
                  <a:schemeClr val="accent6"/>
                </a:solidFill>
                <a:latin typeface="DejaVu Sans Mono"/>
              </a:rPr>
              <a:t xml:space="preserve">// (4)</a:t>
            </a:r>
            <a:endParaRPr lang="en-US" sz="261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871"/>
              </a:lnSpc>
              <a:spcBef>
                <a:spcPts val="0"/>
              </a:spcBef>
              <a:spcAft>
                <a:spcPts val="0"/>
              </a:spcAft>
              <a:buNone/>
              <a:defRPr lang="en-US" sz="2610" b="0">
                <a:solidFill>
                  <a:schemeClr val="dk1"/>
                </a:solidFill>
                <a:latin typeface="DejaVu Sans Mono"/>
              </a:defRPr>
            </a:pPr>
            <a:r>
              <a:rPr lang="en-US" sz="2610" b="0">
                <a:solidFill>
                  <a:schemeClr val="dk1"/>
                </a:solidFill>
                <a:latin typeface="DejaVu Sans Mono"/>
              </a:rPr>
              <a:t xml:space="preserve">  group.rank(/*parent-group-or-qlevel*/);         </a:t>
            </a:r>
            <a:r>
              <a:rPr lang="en-US" sz="2610" b="0">
                <a:solidFill>
                  <a:schemeClr val="accent6"/>
                </a:solidFill>
                <a:latin typeface="DejaVu Sans Mono"/>
              </a:rPr>
              <a:t xml:space="preserve">// (5)</a:t>
            </a:r>
            <a:endParaRPr lang="en-US" sz="261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2871"/>
              </a:lnSpc>
              <a:spcBef>
                <a:spcPts val="0"/>
              </a:spcBef>
              <a:spcAft>
                <a:spcPts val="0"/>
              </a:spcAft>
              <a:buNone/>
              <a:defRPr lang="en-US" sz="2610" b="0">
                <a:solidFill>
                  <a:schemeClr val="dk1"/>
                </a:solidFill>
                <a:latin typeface="DejaVu Sans Mono"/>
              </a:defRPr>
            </a:pPr>
            <a:endParaRPr lang="en-US" sz="2610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27" name="1"/>
          <p:cNvSpPr/>
          <p:nvPr/>
        </p:nvSpPr>
        <p:spPr>
          <a:xfrm>
            <a:off x="19202400" y="1399032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1</a:t>
            </a:r>
          </a:p>
        </p:txBody>
      </p:sp>
      <p:sp>
        <p:nvSpPr>
          <p:cNvPr id="28" name="Statically known number of `group` within `/*parent-group-or-qlev"/>
          <p:cNvSpPr/>
          <p:nvPr/>
        </p:nvSpPr>
        <p:spPr>
          <a:xfrm>
            <a:off x="20322540" y="13990320"/>
            <a:ext cx="13967460" cy="7315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>Statically known number of </a:t>
            </a:r>
            <a:r>
              <a:rPr lang="en-US" sz="2700" b="0">
                <a:solidFill>
                  <a:schemeClr val="dk1"/>
                </a:solidFill>
                <a:latin typeface="DejaVu Sans Mono"/>
              </a:rPr>
              <a:t xml:space="preserve">group</a:t>
            </a: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> within </a:t>
            </a:r>
            <a:r>
              <a:rPr lang="en-US" sz="2700" b="0">
                <a:solidFill>
                  <a:schemeClr val="dk1"/>
                </a:solidFill>
                <a:latin typeface="DejaVu Sans Mono"/>
              </a:rPr>
              <a:t xml:space="preserve">/*parent-group-or-qlevel*/</a:t>
            </a: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29" name="2"/>
          <p:cNvSpPr/>
          <p:nvPr/>
        </p:nvSpPr>
        <p:spPr>
          <a:xfrm>
            <a:off x="19202400" y="1490472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2</a:t>
            </a:r>
          </a:p>
        </p:txBody>
      </p:sp>
      <p:sp>
        <p:nvSpPr>
          <p:cNvPr id="30" name="Number of `group` within `/*parent-group-or-qlevel*/` returned as"/>
          <p:cNvSpPr/>
          <p:nvPr/>
        </p:nvSpPr>
        <p:spPr>
          <a:xfrm>
            <a:off x="20322540" y="14904720"/>
            <a:ext cx="13967460" cy="7315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>Number of </a:t>
            </a:r>
            <a:r>
              <a:rPr lang="en-US" sz="2700" b="0">
                <a:solidFill>
                  <a:schemeClr val="dk1"/>
                </a:solidFill>
                <a:latin typeface="DejaVu Sans Mono"/>
              </a:rPr>
              <a:t xml:space="preserve">group</a:t>
            </a: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> within </a:t>
            </a:r>
            <a:r>
              <a:rPr lang="en-US" sz="2700" b="0">
                <a:solidFill>
                  <a:schemeClr val="dk1"/>
                </a:solidFill>
                <a:latin typeface="DejaVu Sans Mono"/>
              </a:rPr>
              <a:t xml:space="preserve">/*parent-group-or-qlevel*/</a:t>
            </a: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> returned as </a:t>
            </a:r>
            <a:r>
              <a:rPr lang="en-US" sz="2700" b="0">
                <a:solidFill>
                  <a:schemeClr val="dk1"/>
                </a:solidFill>
                <a:latin typeface="DejaVu Sans Mono"/>
              </a:rPr>
              <a:t xml:space="preserve">T</a:t>
            </a: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31" name="3"/>
          <p:cNvSpPr/>
          <p:nvPr/>
        </p:nvSpPr>
        <p:spPr>
          <a:xfrm>
            <a:off x="19202400" y="1581912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3</a:t>
            </a:r>
          </a:p>
        </p:txBody>
      </p:sp>
      <p:sp>
        <p:nvSpPr>
          <p:cNvPr id="32" name="Current `group`'s rank within `/*parent-group-or-qlevel*/` return"/>
          <p:cNvSpPr/>
          <p:nvPr/>
        </p:nvSpPr>
        <p:spPr>
          <a:xfrm>
            <a:off x="20322540" y="15819120"/>
            <a:ext cx="13967460" cy="7315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>Current </a:t>
            </a:r>
            <a:r>
              <a:rPr lang="en-US" sz="2700" b="0">
                <a:solidFill>
                  <a:schemeClr val="dk1"/>
                </a:solidFill>
                <a:latin typeface="DejaVu Sans Mono"/>
              </a:rPr>
              <a:t xml:space="preserve">group</a:t>
            </a: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>'s rank within </a:t>
            </a:r>
            <a:r>
              <a:rPr lang="en-US" sz="2700" b="0">
                <a:solidFill>
                  <a:schemeClr val="dk1"/>
                </a:solidFill>
                <a:latin typeface="DejaVu Sans Mono"/>
              </a:rPr>
              <a:t xml:space="preserve">/*parent-group-or-qlevel*/</a:t>
            </a: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> returned as </a:t>
            </a:r>
            <a:r>
              <a:rPr lang="en-US" sz="2700" b="0">
                <a:solidFill>
                  <a:schemeClr val="dk1"/>
                </a:solidFill>
                <a:latin typeface="DejaVu Sans Mono"/>
              </a:rPr>
              <a:t xml:space="preserve">T</a:t>
            </a: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33" name="4"/>
          <p:cNvSpPr/>
          <p:nvPr/>
        </p:nvSpPr>
        <p:spPr>
          <a:xfrm>
            <a:off x="19202400" y="1673352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4</a:t>
            </a:r>
          </a:p>
        </p:txBody>
      </p:sp>
      <p:sp>
        <p:nvSpPr>
          <p:cNvPr id="34" name="Same as `group.count_as&lt;/*default-T*/&gt;(/*parent-group-or-qlevel*/"/>
          <p:cNvSpPr/>
          <p:nvPr/>
        </p:nvSpPr>
        <p:spPr>
          <a:xfrm>
            <a:off x="20322540" y="16733520"/>
            <a:ext cx="13967460" cy="7315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>Same as </a:t>
            </a:r>
            <a:r>
              <a:rPr lang="en-US" sz="2700" b="0">
                <a:solidFill>
                  <a:schemeClr val="dk1"/>
                </a:solidFill>
                <a:latin typeface="DejaVu Sans Mono"/>
              </a:rPr>
              <a:t xml:space="preserve">group.count_as&lt;/*default-T*/&gt;(/*parent-group-or-qlevel*/)</a:t>
            </a: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35" name="5"/>
          <p:cNvSpPr/>
          <p:nvPr/>
        </p:nvSpPr>
        <p:spPr>
          <a:xfrm>
            <a:off x="19202400" y="17647920"/>
            <a:ext cx="822960" cy="8001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5</a:t>
            </a:r>
          </a:p>
        </p:txBody>
      </p:sp>
      <p:sp>
        <p:nvSpPr>
          <p:cNvPr id="36" name="Same as `group.rank_as&lt;/*default-T*/&gt;(/*parent-group-or-qlevel*/)"/>
          <p:cNvSpPr/>
          <p:nvPr/>
        </p:nvSpPr>
        <p:spPr>
          <a:xfrm>
            <a:off x="20322540" y="17647920"/>
            <a:ext cx="13967460" cy="7315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>Same as </a:t>
            </a:r>
            <a:r>
              <a:rPr lang="en-US" sz="2700" b="0">
                <a:solidFill>
                  <a:schemeClr val="dk1"/>
                </a:solidFill>
                <a:latin typeface="DejaVu Sans Mono"/>
              </a:rPr>
              <a:t xml:space="preserve">group.rank_as&lt;/*default-T*/&gt;(/*parent-group-or-qlevel*/)</a:t>
            </a:r>
            <a:r>
              <a:rPr lang="en-US" sz="270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37" name="default-T is the default result type."/>
          <p:cNvSpPr/>
          <p:nvPr/>
        </p:nvSpPr>
        <p:spPr>
          <a:xfrm>
            <a:off x="1874520" y="19133820"/>
            <a:ext cx="32346900" cy="6858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880" b="0">
                <a:solidFill>
                  <a:schemeClr val="accent6"/>
                </a:solidFill>
                <a:latin typeface="NVIDIA Sans"/>
              </a:rPr>
              <a:t xml:space="preserve">default-T is the default result type.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Predefined Grou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defined Group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Predefined Groups</a:t>
            </a:r>
          </a:p>
        </p:txBody>
      </p:sp>
      <p:sp>
        <p:nvSpPr>
          <p:cNvPr id="3" name="Building blocks, partitions, and views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Building blocks, partitions, and views</a:t>
            </a:r>
          </a:p>
        </p:txBody>
      </p:sp>
      <p:sp>
        <p:nvSpPr>
          <p:cNvPr id="4" name="17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5" name="CCCL Cooperative Groups come with several predefined group types."/>
          <p:cNvSpPr/>
          <p:nvPr/>
        </p:nvSpPr>
        <p:spPr>
          <a:xfrm>
            <a:off x="1874520" y="4892040"/>
            <a:ext cx="323469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860" b="0">
                <a:solidFill>
                  <a:schemeClr val="dk1"/>
                </a:solidFill>
                <a:latin typeface="NVIDIA Sans"/>
              </a:rPr>
              <a:t xml:space="preserve">CCCL Cooperative Groups come with several predefined group types.</a:t>
            </a:r>
          </a:p>
        </p:txBody>
      </p:sp>
      <p:sp>
        <p:nvSpPr>
          <p:cNvPr id="6" name="Shape"/>
          <p:cNvSpPr/>
          <p:nvPr/>
        </p:nvSpPr>
        <p:spPr>
          <a:xfrm>
            <a:off x="1828800" y="6903720"/>
            <a:ext cx="10515600" cy="1056132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7" name="Shape"/>
          <p:cNvSpPr/>
          <p:nvPr/>
        </p:nvSpPr>
        <p:spPr>
          <a:xfrm>
            <a:off x="1828800" y="690372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8" name="01"/>
          <p:cNvSpPr/>
          <p:nvPr/>
        </p:nvSpPr>
        <p:spPr>
          <a:xfrm>
            <a:off x="2423160" y="7498080"/>
            <a:ext cx="160020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01</a:t>
            </a:r>
          </a:p>
        </p:txBody>
      </p:sp>
      <p:sp>
        <p:nvSpPr>
          <p:cNvPr id="9" name="Implicit groups"/>
          <p:cNvSpPr/>
          <p:nvPr/>
        </p:nvSpPr>
        <p:spPr>
          <a:xfrm>
            <a:off x="2423160" y="8732520"/>
            <a:ext cx="9326880" cy="10744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580" b="1">
                <a:solidFill>
                  <a:schemeClr val="dk1"/>
                </a:solidFill>
                <a:latin typeface="NVIDIA Sans Medium"/>
              </a:rPr>
              <a:t xml:space="preserve">Implicit groups</a:t>
            </a:r>
          </a:p>
        </p:txBody>
      </p:sp>
      <p:sp>
        <p:nvSpPr>
          <p:cNvPr id="10" name="Shape"/>
          <p:cNvSpPr/>
          <p:nvPr/>
        </p:nvSpPr>
        <p:spPr>
          <a:xfrm>
            <a:off x="13030200" y="6903720"/>
            <a:ext cx="10515600" cy="1056132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11" name="Shape"/>
          <p:cNvSpPr/>
          <p:nvPr/>
        </p:nvSpPr>
        <p:spPr>
          <a:xfrm>
            <a:off x="13030200" y="690372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2" name="02"/>
          <p:cNvSpPr/>
          <p:nvPr/>
        </p:nvSpPr>
        <p:spPr>
          <a:xfrm>
            <a:off x="13624560" y="7498080"/>
            <a:ext cx="160020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02</a:t>
            </a:r>
          </a:p>
        </p:txBody>
      </p:sp>
      <p:sp>
        <p:nvSpPr>
          <p:cNvPr id="13" name="Derived groups"/>
          <p:cNvSpPr/>
          <p:nvPr/>
        </p:nvSpPr>
        <p:spPr>
          <a:xfrm>
            <a:off x="13624560" y="8732520"/>
            <a:ext cx="9326880" cy="10744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580" b="1">
                <a:solidFill>
                  <a:schemeClr val="dk1"/>
                </a:solidFill>
                <a:latin typeface="NVIDIA Sans Medium"/>
              </a:rPr>
              <a:t xml:space="preserve">Derived groups</a:t>
            </a:r>
          </a:p>
        </p:txBody>
      </p:sp>
      <p:sp>
        <p:nvSpPr>
          <p:cNvPr id="14" name="Shape"/>
          <p:cNvSpPr/>
          <p:nvPr/>
        </p:nvSpPr>
        <p:spPr>
          <a:xfrm>
            <a:off x="24231600" y="6903720"/>
            <a:ext cx="10515600" cy="1056132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15" name="Shape"/>
          <p:cNvSpPr/>
          <p:nvPr/>
        </p:nvSpPr>
        <p:spPr>
          <a:xfrm>
            <a:off x="24231600" y="6903720"/>
            <a:ext cx="10515600" cy="9144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6" name="03"/>
          <p:cNvSpPr/>
          <p:nvPr/>
        </p:nvSpPr>
        <p:spPr>
          <a:xfrm>
            <a:off x="24825960" y="7498080"/>
            <a:ext cx="1600200" cy="8229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03</a:t>
            </a:r>
          </a:p>
        </p:txBody>
      </p:sp>
      <p:sp>
        <p:nvSpPr>
          <p:cNvPr id="17" name="Non-owning view"/>
          <p:cNvSpPr/>
          <p:nvPr/>
        </p:nvSpPr>
        <p:spPr>
          <a:xfrm>
            <a:off x="24825960" y="8732520"/>
            <a:ext cx="9326880" cy="10744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580" b="1">
                <a:solidFill>
                  <a:schemeClr val="dk1"/>
                </a:solidFill>
                <a:latin typeface="NVIDIA Sans Medium"/>
              </a:rPr>
              <a:t xml:space="preserve">Non-owning view</a:t>
            </a:r>
          </a:p>
        </p:txBody>
      </p:sp>
      <p:sp>
        <p:nvSpPr>
          <p:cNvPr id="18" name="Independent building block"/>
          <p:cNvSpPr/>
          <p:nvPr/>
        </p:nvSpPr>
        <p:spPr>
          <a:xfrm>
            <a:off x="2743200" y="10584180"/>
            <a:ext cx="2171700" cy="121158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Independent building block"/>
          <p:cNvSpPr/>
          <p:nvPr/>
        </p:nvSpPr>
        <p:spPr>
          <a:xfrm>
            <a:off x="5600700" y="10584180"/>
            <a:ext cx="2171700" cy="121158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>
                <a:shade val="65000"/>
              </a:schemeClr>
            </a:solidFill>
          </a:ln>
        </p:spPr>
      </p:sp>
      <p:sp>
        <p:nvSpPr>
          <p:cNvPr id="20" name="Independent building block"/>
          <p:cNvSpPr/>
          <p:nvPr/>
        </p:nvSpPr>
        <p:spPr>
          <a:xfrm>
            <a:off x="8458200" y="10584180"/>
            <a:ext cx="2171700" cy="121158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>
                <a:shade val="65000"/>
              </a:schemeClr>
            </a:solidFill>
          </a:ln>
        </p:spPr>
      </p:sp>
      <p:sp>
        <p:nvSpPr>
          <p:cNvPr id="21" name="`this_{level} groups`"/>
          <p:cNvSpPr/>
          <p:nvPr/>
        </p:nvSpPr>
        <p:spPr>
          <a:xfrm>
            <a:off x="2423160" y="12733020"/>
            <a:ext cx="9326880" cy="8686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/>
            </a:r>
            <a:r>
              <a:rPr lang="en-US" sz="3600" b="0">
                <a:solidFill>
                  <a:schemeClr val="dk1"/>
                </a:solidFill>
                <a:latin typeface="DejaVu Sans Mono"/>
              </a:rPr>
              <a:t xml:space="preserve">this_{level} groups</a:t>
            </a: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22" name="`coalesced_group`"/>
          <p:cNvSpPr/>
          <p:nvPr/>
        </p:nvSpPr>
        <p:spPr>
          <a:xfrm>
            <a:off x="2423160" y="13830300"/>
            <a:ext cx="9326880" cy="8686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/>
            </a:r>
            <a:r>
              <a:rPr lang="en-US" sz="3600" b="0">
                <a:solidFill>
                  <a:schemeClr val="dk1"/>
                </a:solidFill>
                <a:latin typeface="DejaVu Sans Mono"/>
              </a:rPr>
              <a:t xml:space="preserve">coalesced_group</a:t>
            </a: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23" name="NEW"/>
          <p:cNvSpPr/>
          <p:nvPr/>
        </p:nvSpPr>
        <p:spPr>
          <a:xfrm>
            <a:off x="7520940" y="13944600"/>
            <a:ext cx="2400300" cy="6629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NEW</a:t>
            </a:r>
          </a:p>
        </p:txBody>
      </p:sp>
      <p:sp>
        <p:nvSpPr>
          <p:cNvPr id="24" name="No parent group; building blocks&#10;for other groups."/>
          <p:cNvSpPr/>
          <p:nvPr/>
        </p:nvSpPr>
        <p:spPr>
          <a:xfrm>
            <a:off x="2423160" y="15567660"/>
            <a:ext cx="9326880" cy="14859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No parent group; building blocks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for other groups.</a:t>
            </a:r>
          </a:p>
        </p:txBody>
      </p:sp>
      <p:sp>
        <p:nvSpPr>
          <p:cNvPr id="25" name="Parent group"/>
          <p:cNvSpPr/>
          <p:nvPr/>
        </p:nvSpPr>
        <p:spPr>
          <a:xfrm>
            <a:off x="16299180" y="10378440"/>
            <a:ext cx="3977640" cy="1005840"/>
          </a:xfrm>
          <a:prstGeom prst="roundRect">
            <a:avLst>
              <a:gd name="adj" fmla="val 6000"/>
            </a:avLst>
          </a:prstGeom>
          <a:solidFill>
            <a:schemeClr val="lt1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26" name="Parent group"/>
          <p:cNvSpPr/>
          <p:nvPr/>
        </p:nvSpPr>
        <p:spPr>
          <a:xfrm>
            <a:off x="16299180" y="10538460"/>
            <a:ext cx="397764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3420" b="0">
                <a:solidFill>
                  <a:schemeClr val="dk1"/>
                </a:solidFill>
                <a:latin typeface="NVIDIA Sans"/>
              </a:rPr>
              <a:t xml:space="preserve">Parent group</a:t>
            </a:r>
          </a:p>
        </p:txBody>
      </p:sp>
      <p:sp>
        <p:nvSpPr>
          <p:cNvPr id="27" name="Split from parent"/>
          <p:cNvSpPr/>
          <p:nvPr/>
        </p:nvSpPr>
        <p:spPr>
          <a:xfrm>
            <a:off x="15087600" y="11704320"/>
            <a:ext cx="548640" cy="640080"/>
          </a:xfrm>
          <a:prstGeom prst="down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28" name="Result of splitting"/>
          <p:cNvSpPr/>
          <p:nvPr/>
        </p:nvSpPr>
        <p:spPr>
          <a:xfrm>
            <a:off x="14196060" y="12664440"/>
            <a:ext cx="2331720" cy="6172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>
                <a:shade val="65000"/>
              </a:schemeClr>
            </a:solidFill>
          </a:ln>
        </p:spPr>
      </p:sp>
      <p:sp>
        <p:nvSpPr>
          <p:cNvPr id="29" name="Split from parent"/>
          <p:cNvSpPr/>
          <p:nvPr/>
        </p:nvSpPr>
        <p:spPr>
          <a:xfrm>
            <a:off x="20116800" y="11704320"/>
            <a:ext cx="548640" cy="640080"/>
          </a:xfrm>
          <a:prstGeom prst="down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30" name="Result of splitting"/>
          <p:cNvSpPr/>
          <p:nvPr/>
        </p:nvSpPr>
        <p:spPr>
          <a:xfrm>
            <a:off x="19225260" y="12664440"/>
            <a:ext cx="2331720" cy="6172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>
                <a:shade val="65000"/>
              </a:schemeClr>
            </a:solidFill>
          </a:ln>
        </p:spPr>
      </p:sp>
      <p:sp>
        <p:nvSpPr>
          <p:cNvPr id="31" name="Parent split branches"/>
          <p:cNvSpPr/>
          <p:nvPr/>
        </p:nvSpPr>
        <p:spPr>
          <a:xfrm>
            <a:off x="15361920" y="11498580"/>
            <a:ext cx="5029200" cy="45720"/>
          </a:xfrm>
          <a:prstGeom prst="rect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32" name="Shape"/>
          <p:cNvSpPr/>
          <p:nvPr/>
        </p:nvSpPr>
        <p:spPr>
          <a:xfrm>
            <a:off x="18265140" y="11384280"/>
            <a:ext cx="45720" cy="160020"/>
          </a:xfrm>
          <a:prstGeom prst="rect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33" name="`generic_group`"/>
          <p:cNvSpPr/>
          <p:nvPr/>
        </p:nvSpPr>
        <p:spPr>
          <a:xfrm>
            <a:off x="13624560" y="13853160"/>
            <a:ext cx="9326880" cy="8686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/>
            </a:r>
            <a:r>
              <a:rPr lang="en-US" sz="3600" b="0">
                <a:solidFill>
                  <a:schemeClr val="dk1"/>
                </a:solidFill>
                <a:latin typeface="DejaVu Sans Mono"/>
              </a:rPr>
              <a:t xml:space="preserve">generic_group</a:t>
            </a: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34" name="`virtual_group`"/>
          <p:cNvSpPr/>
          <p:nvPr/>
        </p:nvSpPr>
        <p:spPr>
          <a:xfrm>
            <a:off x="13624560" y="14836140"/>
            <a:ext cx="9326880" cy="8686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/>
            </a:r>
            <a:r>
              <a:rPr lang="en-US" sz="3600" b="0">
                <a:solidFill>
                  <a:schemeClr val="dk1"/>
                </a:solidFill>
                <a:latin typeface="DejaVu Sans Mono"/>
              </a:rPr>
              <a:t xml:space="preserve">virtual_group</a:t>
            </a: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35" name="NEW"/>
          <p:cNvSpPr/>
          <p:nvPr/>
        </p:nvSpPr>
        <p:spPr>
          <a:xfrm>
            <a:off x="18288000" y="14950440"/>
            <a:ext cx="2400300" cy="6629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NEW</a:t>
            </a:r>
          </a:p>
        </p:txBody>
      </p:sp>
      <p:sp>
        <p:nvSpPr>
          <p:cNvPr id="36" name="Created by splitting another group."/>
          <p:cNvSpPr/>
          <p:nvPr/>
        </p:nvSpPr>
        <p:spPr>
          <a:xfrm>
            <a:off x="13624560" y="16116300"/>
            <a:ext cx="932688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accent6"/>
                </a:solidFill>
                <a:latin typeface="NVIDIA Sans"/>
              </a:rPr>
              <a:t xml:space="preserve">Created by splitting another group.</a:t>
            </a:r>
          </a:p>
        </p:txBody>
      </p:sp>
      <p:sp>
        <p:nvSpPr>
          <p:cNvPr id="37" name="Existing group"/>
          <p:cNvSpPr/>
          <p:nvPr/>
        </p:nvSpPr>
        <p:spPr>
          <a:xfrm>
            <a:off x="25786080" y="10607040"/>
            <a:ext cx="6492240" cy="2217420"/>
          </a:xfrm>
          <a:prstGeom prst="roundRect">
            <a:avLst>
              <a:gd name="adj" fmla="val 6000"/>
            </a:avLst>
          </a:prstGeom>
          <a:solidFill>
            <a:schemeClr val="lt1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38" name="Viewed group member"/>
          <p:cNvSpPr/>
          <p:nvPr/>
        </p:nvSpPr>
        <p:spPr>
          <a:xfrm>
            <a:off x="26289000" y="11452860"/>
            <a:ext cx="342900" cy="3429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39" name="Viewed group member"/>
          <p:cNvSpPr/>
          <p:nvPr/>
        </p:nvSpPr>
        <p:spPr>
          <a:xfrm>
            <a:off x="27180540" y="11452860"/>
            <a:ext cx="342900" cy="3429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40" name="Viewed group member"/>
          <p:cNvSpPr/>
          <p:nvPr/>
        </p:nvSpPr>
        <p:spPr>
          <a:xfrm>
            <a:off x="28072080" y="11452860"/>
            <a:ext cx="342900" cy="3429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41" name="Viewed group member"/>
          <p:cNvSpPr/>
          <p:nvPr/>
        </p:nvSpPr>
        <p:spPr>
          <a:xfrm>
            <a:off x="28963620" y="11452860"/>
            <a:ext cx="342900" cy="3429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42" name="Viewed group member"/>
          <p:cNvSpPr/>
          <p:nvPr/>
        </p:nvSpPr>
        <p:spPr>
          <a:xfrm>
            <a:off x="29855160" y="11452860"/>
            <a:ext cx="342900" cy="3429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43" name="Viewed group member"/>
          <p:cNvSpPr/>
          <p:nvPr/>
        </p:nvSpPr>
        <p:spPr>
          <a:xfrm>
            <a:off x="30746700" y="11452860"/>
            <a:ext cx="342900" cy="3429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44" name="Non-owning view of existing group"/>
          <p:cNvSpPr/>
          <p:nvPr/>
        </p:nvSpPr>
        <p:spPr>
          <a:xfrm>
            <a:off x="26220420" y="10241280"/>
            <a:ext cx="6492240" cy="2217420"/>
          </a:xfrm>
          <a:prstGeom prst="roundRect">
            <a:avLst>
              <a:gd name="adj" fmla="val 6000"/>
            </a:avLst>
          </a:prstGeom>
          <a:noFill/>
          <a:ln w="45720">
            <a:solidFill>
              <a:schemeClr val="dk2"/>
            </a:solidFill>
            <a:prstDash val="dash"/>
          </a:ln>
        </p:spPr>
      </p:sp>
      <p:sp>
        <p:nvSpPr>
          <p:cNvPr id="45" name="`group_view`"/>
          <p:cNvSpPr/>
          <p:nvPr/>
        </p:nvSpPr>
        <p:spPr>
          <a:xfrm>
            <a:off x="24825960" y="13853160"/>
            <a:ext cx="9326880" cy="8686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/>
            </a:r>
            <a:r>
              <a:rPr lang="en-US" sz="3600" b="0">
                <a:solidFill>
                  <a:schemeClr val="dk1"/>
                </a:solidFill>
                <a:latin typeface="DejaVu Sans Mono"/>
              </a:rPr>
              <a:t xml:space="preserve">group_view</a:t>
            </a:r>
            <a:r>
              <a:rPr lang="en-US" sz="360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46" name="NEW"/>
          <p:cNvSpPr/>
          <p:nvPr/>
        </p:nvSpPr>
        <p:spPr>
          <a:xfrm>
            <a:off x="28666440" y="13967460"/>
            <a:ext cx="2400300" cy="6629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>NEW</a:t>
            </a:r>
          </a:p>
        </p:txBody>
      </p:sp>
      <p:sp>
        <p:nvSpPr>
          <p:cNvPr id="47" name="A non-owning group view&#10;over a group."/>
          <p:cNvSpPr/>
          <p:nvPr/>
        </p:nvSpPr>
        <p:spPr>
          <a:xfrm>
            <a:off x="24825960" y="15567660"/>
            <a:ext cx="9326880" cy="14859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A non-owning group view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over a group.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Implicit Groups — This grou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plicit Group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Implicit Groups</a:t>
            </a:r>
          </a:p>
        </p:txBody>
      </p:sp>
      <p:sp>
        <p:nvSpPr>
          <p:cNvPr id="3" name="This groups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This groups</a:t>
            </a:r>
          </a:p>
        </p:txBody>
      </p:sp>
      <p:sp>
        <p:nvSpPr>
          <p:cNvPr id="4" name="18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5029200"/>
            <a:ext cx="21945600" cy="1371600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6" name="Verbatim C++ snippet" descr="Verbatim fenced C++ snippet from slides.md"/>
          <p:cNvSpPr/>
          <p:nvPr/>
        </p:nvSpPr>
        <p:spPr>
          <a:xfrm>
            <a:off x="2286000" y="5554980"/>
            <a:ext cx="21031200" cy="1275588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Level,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Hierarchy&gt;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class /*this-group*/ : public /*group-interface-for*/&lt;/*this-group*/&gt;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{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public: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unit_type       = Level;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level_type      = Level;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hierarchy_type  = Hierarchy;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__device__ /*this-group*/(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auto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&amp; hierarchy_like)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noexcept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};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Hierarchy&gt;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class this_thread : public /*this-group*/&lt;thread_level, Hierarchy&gt; {};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Hierarchy&gt;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class this_warp : public /*this-group*/&lt;warp_level, Hierarchy&gt; {};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Hierarchy&gt;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class this_block : public /*this-group*/&lt;block_level, Hierarchy&gt; {};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Hierarchy&gt;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class this_cluster : public /*this-group*/&lt;cluster_level, Hierarchy&gt; {};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Hierarchy&gt;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class this_grid : public /*this-group*/&lt;grid_level, Hierarchy&gt; {};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7" name="Shape"/>
          <p:cNvSpPr/>
          <p:nvPr/>
        </p:nvSpPr>
        <p:spPr>
          <a:xfrm>
            <a:off x="24917400" y="61264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8" name="one class per level"/>
          <p:cNvSpPr/>
          <p:nvPr/>
        </p:nvSpPr>
        <p:spPr>
          <a:xfrm>
            <a:off x="25671780" y="5943600"/>
            <a:ext cx="9075420" cy="25603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one class per level</a:t>
            </a:r>
          </a:p>
        </p:txBody>
      </p:sp>
      <p:sp>
        <p:nvSpPr>
          <p:cNvPr id="9" name="Shape"/>
          <p:cNvSpPr/>
          <p:nvPr/>
        </p:nvSpPr>
        <p:spPr>
          <a:xfrm>
            <a:off x="24917400" y="86410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0" name="contain a single unit within the same level"/>
          <p:cNvSpPr/>
          <p:nvPr/>
        </p:nvSpPr>
        <p:spPr>
          <a:xfrm>
            <a:off x="25671780" y="8458200"/>
            <a:ext cx="9075420" cy="25603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contain a single unit within the same level</a:t>
            </a:r>
          </a:p>
        </p:txBody>
      </p:sp>
      <p:sp>
        <p:nvSpPr>
          <p:cNvPr id="11" name="Shape"/>
          <p:cNvSpPr/>
          <p:nvPr/>
        </p:nvSpPr>
        <p:spPr>
          <a:xfrm>
            <a:off x="24917400" y="111556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2" name="building blocks for other groups"/>
          <p:cNvSpPr/>
          <p:nvPr/>
        </p:nvSpPr>
        <p:spPr>
          <a:xfrm>
            <a:off x="25671780" y="10972800"/>
            <a:ext cx="9075420" cy="25603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building blocks for other groups</a:t>
            </a:r>
          </a:p>
        </p:txBody>
      </p:sp>
      <p:sp>
        <p:nvSpPr>
          <p:cNvPr id="13" name="Shape"/>
          <p:cNvSpPr/>
          <p:nvPr/>
        </p:nvSpPr>
        <p:spPr>
          <a:xfrm>
            <a:off x="24917400" y="136702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4" name="always contiguous"/>
          <p:cNvSpPr/>
          <p:nvPr/>
        </p:nvSpPr>
        <p:spPr>
          <a:xfrm>
            <a:off x="25671780" y="13487400"/>
            <a:ext cx="9075420" cy="25603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always contiguous</a:t>
            </a:r>
          </a:p>
        </p:txBody>
      </p:sp>
      <p:sp>
        <p:nvSpPr>
          <p:cNvPr id="15" name="Shape"/>
          <p:cNvSpPr/>
          <p:nvPr/>
        </p:nvSpPr>
        <p:spPr>
          <a:xfrm>
            <a:off x="24917400" y="161848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6" name="use `level_synchronizer` for synchronization"/>
          <p:cNvSpPr/>
          <p:nvPr/>
        </p:nvSpPr>
        <p:spPr>
          <a:xfrm>
            <a:off x="25671780" y="16002000"/>
            <a:ext cx="9075420" cy="25603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use </a:t>
            </a:r>
            <a:r>
              <a:rPr lang="en-US" sz="4140" b="0">
                <a:solidFill>
                  <a:schemeClr val="dk1"/>
                </a:solidFill>
                <a:latin typeface="DejaVu Sans Mono"/>
              </a:rPr>
              <a:t xml:space="preserve">level_synchronizer</a:t>
            </a: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 for synchronization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 name="Implicit Groups — Coalesced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plicit Group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Implicit Groups</a:t>
            </a:r>
          </a:p>
        </p:txBody>
      </p:sp>
      <p:sp>
        <p:nvSpPr>
          <p:cNvPr id="3" name="Coalesced group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Coalesced group</a:t>
            </a:r>
          </a:p>
        </p:txBody>
      </p:sp>
      <p:sp>
        <p:nvSpPr>
          <p:cNvPr id="4" name="19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5029200"/>
            <a:ext cx="21945600" cy="1371600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6" name="Verbatim C++ snippet" descr="Verbatim fenced C++ snippet from slides.md"/>
          <p:cNvSpPr/>
          <p:nvPr/>
        </p:nvSpPr>
        <p:spPr>
          <a:xfrm>
            <a:off x="2286000" y="5554980"/>
            <a:ext cx="21031200" cy="1275588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Hierarchy&gt;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class coalesced_group : public /*group-interface-for*/&lt;coalesced_group&gt;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{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public: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unit_type       = thread_level;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level_type      = warp_level;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hierarchy_type  = Hierarchy;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__device__ explicit coalesced_group(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auto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&amp; hierarchy_like)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noexcept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};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&lt;/*hierarchy-like-type*/ HierarchyLike&gt;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coalesced_group(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HierarchyLike&amp;)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-&gt; coalesced_group&lt;/*hierarchy-type-of*/&lt;HierarchyLike&gt;&gt;;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7" name="Shape"/>
          <p:cNvSpPr/>
          <p:nvPr/>
        </p:nvSpPr>
        <p:spPr>
          <a:xfrm>
            <a:off x="24917400" y="64693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8" name="groups all currently active threads within a warp based on `__act"/>
          <p:cNvSpPr/>
          <p:nvPr/>
        </p:nvSpPr>
        <p:spPr>
          <a:xfrm>
            <a:off x="25671780" y="6286500"/>
            <a:ext cx="9075420" cy="25603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groups all currently active threads within a warp based on </a:t>
            </a:r>
            <a:r>
              <a:rPr lang="en-US" sz="4140" b="0">
                <a:solidFill>
                  <a:schemeClr val="dk1"/>
                </a:solidFill>
                <a:latin typeface="DejaVu Sans Mono"/>
              </a:rPr>
              <a:t xml:space="preserve">__activemask()</a:t>
            </a: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9" name="Shape"/>
          <p:cNvSpPr/>
          <p:nvPr/>
        </p:nvSpPr>
        <p:spPr>
          <a:xfrm>
            <a:off x="24917400" y="939546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0" name="useful for opportunistic programming"/>
          <p:cNvSpPr/>
          <p:nvPr/>
        </p:nvSpPr>
        <p:spPr>
          <a:xfrm>
            <a:off x="25671780" y="9212580"/>
            <a:ext cx="9075420" cy="25603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useful for opportunistic programming</a:t>
            </a:r>
          </a:p>
        </p:txBody>
      </p:sp>
      <p:sp>
        <p:nvSpPr>
          <p:cNvPr id="11" name="Shape"/>
          <p:cNvSpPr/>
          <p:nvPr/>
        </p:nvSpPr>
        <p:spPr>
          <a:xfrm>
            <a:off x="24917400" y="1232154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2" name="it is not always contiguous"/>
          <p:cNvSpPr/>
          <p:nvPr/>
        </p:nvSpPr>
        <p:spPr>
          <a:xfrm>
            <a:off x="25671780" y="12138660"/>
            <a:ext cx="9075420" cy="25603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it is not always contiguous</a:t>
            </a:r>
          </a:p>
        </p:txBody>
      </p:sp>
      <p:sp>
        <p:nvSpPr>
          <p:cNvPr id="13" name="Shape"/>
          <p:cNvSpPr/>
          <p:nvPr/>
        </p:nvSpPr>
        <p:spPr>
          <a:xfrm>
            <a:off x="24917400" y="1524762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4" name="uses `lane_synchronizer` for synchronization"/>
          <p:cNvSpPr/>
          <p:nvPr/>
        </p:nvSpPr>
        <p:spPr>
          <a:xfrm>
            <a:off x="25671780" y="15064740"/>
            <a:ext cx="9075420" cy="25603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uses </a:t>
            </a:r>
            <a:r>
              <a:rPr lang="en-US" sz="4140" b="0">
                <a:solidFill>
                  <a:schemeClr val="dk1"/>
                </a:solidFill>
                <a:latin typeface="DejaVu Sans Mono"/>
              </a:rPr>
              <a:t xml:space="preserve">lane_synchronizer</a:t>
            </a: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 for synchronization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 name="Derived Groups — Generic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rived Group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Derived Groups</a:t>
            </a:r>
          </a:p>
        </p:txBody>
      </p:sp>
      <p:sp>
        <p:nvSpPr>
          <p:cNvPr id="3" name="Generic group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Generic group</a:t>
            </a:r>
          </a:p>
        </p:txBody>
      </p:sp>
      <p:sp>
        <p:nvSpPr>
          <p:cNvPr id="4" name="20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5029200"/>
            <a:ext cx="21945600" cy="1371600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6" name="Verbatim C++ snippet" descr="Verbatim fenced C++ snippet from slides.md"/>
          <p:cNvSpPr/>
          <p:nvPr/>
        </p:nvSpPr>
        <p:spPr>
          <a:xfrm>
            <a:off x="2286000" y="5554980"/>
            <a:ext cx="21031200" cy="1275588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Unit,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ParentGroup,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MappingResult,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SynchronizerInstance&gt;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class generic_group : public /*group-interface-for*/&lt;generic_group&gt;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{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public: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using unit_type       = Unit;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using level_type      =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ParentGroup::level_type;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using hierarchy_type  =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ParentGroup::hierarchy_type;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__device__ explicit generic_group(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Unit&amp; unit,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                         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ParentGroup&amp; parent_group,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                         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auto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&amp;&amp; mapping,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                         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auto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&amp;&amp; synchronizer)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noexcept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;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};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&lt;/*hierarchy-level-type*/ Unit,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group ParentGroup,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Mapping,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Synchronizer&gt;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requires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/*unit-same-as-or-below*/&lt;Unit,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ParentGroup::unit_type&gt;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generic_group(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Unit&amp;, </a:t>
            </a:r>
            <a:r>
              <a:rPr lang="en-US" sz="3149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ParentGroup&amp;, Mapping&amp;&amp;, Synchronizer&amp;&amp;)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-&gt; generic_group&lt;Unit,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         ParentGroup,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         /*result-of-mapping*/,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r>
              <a:rPr lang="en-US" sz="3149" b="0">
                <a:solidFill>
                  <a:schemeClr val="dk1"/>
                </a:solidFill>
                <a:latin typeface="DejaVu Sans Mono"/>
              </a:rPr>
              <a:t xml:space="preserve">                   /*synchronizer-instance*/&gt;;</a:t>
            </a:r>
            <a:endParaRPr lang="en-US" sz="3149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463"/>
              </a:lnSpc>
              <a:spcBef>
                <a:spcPts val="0"/>
              </a:spcBef>
              <a:spcAft>
                <a:spcPts val="0"/>
              </a:spcAft>
              <a:buNone/>
              <a:defRPr lang="en-US" sz="3149" b="0">
                <a:solidFill>
                  <a:schemeClr val="dk1"/>
                </a:solidFill>
                <a:latin typeface="DejaVu Sans Mono"/>
              </a:defRPr>
            </a:pPr>
            <a:endParaRPr lang="en-US" sz="3149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7" name="Shape"/>
          <p:cNvSpPr/>
          <p:nvPr/>
        </p:nvSpPr>
        <p:spPr>
          <a:xfrm>
            <a:off x="24917400" y="70408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8" name="splits `parent_group` into independent subgroups of `unit` units "/>
          <p:cNvSpPr/>
          <p:nvPr/>
        </p:nvSpPr>
        <p:spPr>
          <a:xfrm>
            <a:off x="25671780" y="6858000"/>
            <a:ext cx="9075420" cy="3200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splits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parent_group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 into independent subgroups of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unit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 units as defined by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mapping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9" name="Shape"/>
          <p:cNvSpPr/>
          <p:nvPr/>
        </p:nvSpPr>
        <p:spPr>
          <a:xfrm>
            <a:off x="24917400" y="105841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0" name="uses `synchronizer` for synchronization"/>
          <p:cNvSpPr/>
          <p:nvPr/>
        </p:nvSpPr>
        <p:spPr>
          <a:xfrm>
            <a:off x="25671780" y="10401300"/>
            <a:ext cx="9075420" cy="3200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uses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synchronizer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 for synchronization</a:t>
            </a:r>
          </a:p>
        </p:txBody>
      </p:sp>
      <p:sp>
        <p:nvSpPr>
          <p:cNvPr id="11" name="Shape"/>
          <p:cNvSpPr/>
          <p:nvPr/>
        </p:nvSpPr>
        <p:spPr>
          <a:xfrm>
            <a:off x="24917400" y="141274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2" name="construction is a collective operation"/>
          <p:cNvSpPr/>
          <p:nvPr/>
        </p:nvSpPr>
        <p:spPr>
          <a:xfrm>
            <a:off x="25671780" y="13944600"/>
            <a:ext cx="9075420" cy="3200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construction is a collective operation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 name="Derived Groups — Virtual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rived Group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Derived Groups</a:t>
            </a:r>
          </a:p>
        </p:txBody>
      </p:sp>
      <p:sp>
        <p:nvSpPr>
          <p:cNvPr id="3" name="Virtual group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Virtual group</a:t>
            </a:r>
          </a:p>
        </p:txBody>
      </p:sp>
      <p:sp>
        <p:nvSpPr>
          <p:cNvPr id="4" name="21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5029200"/>
            <a:ext cx="21945600" cy="1371600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6" name="Verbatim C++ snippet" descr="Verbatim fenced C++ snippet from slides.md"/>
          <p:cNvSpPr/>
          <p:nvPr/>
        </p:nvSpPr>
        <p:spPr>
          <a:xfrm>
            <a:off x="2286000" y="5554980"/>
            <a:ext cx="21031200" cy="1275588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Unit,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ParentGroup,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MappingResult&gt;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class virtual_group : public /*group-interface-for*/&lt;virtual_group&gt;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{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public: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unit_type       = Unit;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level_type      =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ParentGroup::level_type;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hierarchy_type  =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ParentGroup::hierarchy_type;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__device__ explicit virtual_group(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Unit&amp; unit,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                                 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ParentGroup&amp; parent_group,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                                 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auto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&amp;&amp; mapping)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noexcept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};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&lt;/*hierarchy-level-type*/ Unit, group ParentGroup,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Mapping&gt;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requires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/*unit-same-as-or-below*/&lt;Unit,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ParentGroup::unit_type&gt;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virtual_group(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Unit&amp;,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ParentGroup&amp;, Mapping&amp;&amp;)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-&gt; virtual_group&lt;Unit, ParentGroup, /*result-of-mapping*/&gt;;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7" name="Shape"/>
          <p:cNvSpPr/>
          <p:nvPr/>
        </p:nvSpPr>
        <p:spPr>
          <a:xfrm>
            <a:off x="24917400" y="57835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8" name="creates a virtual layer over the `parent_group`"/>
          <p:cNvSpPr/>
          <p:nvPr/>
        </p:nvSpPr>
        <p:spPr>
          <a:xfrm>
            <a:off x="25671780" y="5600700"/>
            <a:ext cx="9075420" cy="26289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creates a virtual layer over the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parent_group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9" name="Shape"/>
          <p:cNvSpPr/>
          <p:nvPr/>
        </p:nvSpPr>
        <p:spPr>
          <a:xfrm>
            <a:off x="24917400" y="82981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0" name="splits `parent_group` into independent subgroups of `unit` units "/>
          <p:cNvSpPr/>
          <p:nvPr/>
        </p:nvSpPr>
        <p:spPr>
          <a:xfrm>
            <a:off x="25671780" y="8115300"/>
            <a:ext cx="9075420" cy="26289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splits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parent_group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 into independent subgroups of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unit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 units as defined by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mapping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11" name="Shape"/>
          <p:cNvSpPr/>
          <p:nvPr/>
        </p:nvSpPr>
        <p:spPr>
          <a:xfrm>
            <a:off x="24917400" y="108127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2" name="uses `parent_group` for synchronization"/>
          <p:cNvSpPr/>
          <p:nvPr/>
        </p:nvSpPr>
        <p:spPr>
          <a:xfrm>
            <a:off x="25671780" y="10629900"/>
            <a:ext cx="9075420" cy="26289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uses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parent_group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 for synchronization</a:t>
            </a:r>
          </a:p>
        </p:txBody>
      </p:sp>
      <p:sp>
        <p:nvSpPr>
          <p:cNvPr id="13" name="Shape"/>
          <p:cNvSpPr/>
          <p:nvPr/>
        </p:nvSpPr>
        <p:spPr>
          <a:xfrm>
            <a:off x="24917400" y="133273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4" name="all subgroups must share the synchronization points"/>
          <p:cNvSpPr/>
          <p:nvPr/>
        </p:nvSpPr>
        <p:spPr>
          <a:xfrm>
            <a:off x="25671780" y="13144500"/>
            <a:ext cx="9075420" cy="26289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all subgroups must share the synchronization points</a:t>
            </a:r>
          </a:p>
        </p:txBody>
      </p:sp>
      <p:sp>
        <p:nvSpPr>
          <p:cNvPr id="15" name="Shape"/>
          <p:cNvSpPr/>
          <p:nvPr/>
        </p:nvSpPr>
        <p:spPr>
          <a:xfrm>
            <a:off x="24917400" y="158419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6" name="construction is a collective operation"/>
          <p:cNvSpPr/>
          <p:nvPr/>
        </p:nvSpPr>
        <p:spPr>
          <a:xfrm>
            <a:off x="25671780" y="15659100"/>
            <a:ext cx="9075420" cy="26289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construction is a collective operation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 name="Group View — Non-owning 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oup View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Group View</a:t>
            </a:r>
          </a:p>
        </p:txBody>
      </p:sp>
      <p:sp>
        <p:nvSpPr>
          <p:cNvPr id="3" name="Non-owning view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Non-owning view</a:t>
            </a:r>
          </a:p>
        </p:txBody>
      </p:sp>
      <p:sp>
        <p:nvSpPr>
          <p:cNvPr id="4" name="22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5" name="Shape"/>
          <p:cNvSpPr/>
          <p:nvPr/>
        </p:nvSpPr>
        <p:spPr>
          <a:xfrm>
            <a:off x="1828800" y="5029200"/>
            <a:ext cx="21945600" cy="1371600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6" name="Verbatim C++ snippet" descr="Verbatim fenced C++ snippet from slides.md"/>
          <p:cNvSpPr/>
          <p:nvPr/>
        </p:nvSpPr>
        <p:spPr>
          <a:xfrm>
            <a:off x="2286000" y="5554980"/>
            <a:ext cx="21031200" cy="1275588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Unit,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Group&gt;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class group_view : public /*group-interface-for*/&lt;group_view&gt;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{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public: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unit_type       = Unit;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level_type      =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Group::level_type;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using hierarchy_type  =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Group::hierarchy_type;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__device__ group_view(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Group&amp; group)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noexcept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 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requires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cuda::std::same_as&lt;Unit,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Group::unit_type&gt;;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__device__ explicit group_view(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Unit&amp; unit,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Group&amp; group)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noexcept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};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&lt;group Group&gt;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group_view(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Group&amp;) -&gt; group_view&lt;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Group::unit_type, Group&gt;;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&lt;/*hierarchy-level-type*/ Unit, group Group&gt;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group_view(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Unit&amp;,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Group&amp;) -&gt; group_view&lt;Unit, Group&gt;;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7" name="Shape"/>
          <p:cNvSpPr/>
          <p:nvPr/>
        </p:nvSpPr>
        <p:spPr>
          <a:xfrm>
            <a:off x="24917400" y="70408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8" name="non-owning view over `group`"/>
          <p:cNvSpPr/>
          <p:nvPr/>
        </p:nvSpPr>
        <p:spPr>
          <a:xfrm>
            <a:off x="25671780" y="6858000"/>
            <a:ext cx="9075420" cy="3200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non-owning view over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group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9" name="Shape"/>
          <p:cNvSpPr/>
          <p:nvPr/>
        </p:nvSpPr>
        <p:spPr>
          <a:xfrm>
            <a:off x="24917400" y="105841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0" name="allows to view `group` as if it had a different `unit`"/>
          <p:cNvSpPr/>
          <p:nvPr/>
        </p:nvSpPr>
        <p:spPr>
          <a:xfrm>
            <a:off x="25671780" y="10401300"/>
            <a:ext cx="9075420" cy="3200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allows to view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group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 as if it had a different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unit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  <p:sp>
        <p:nvSpPr>
          <p:cNvPr id="11" name="Shape"/>
          <p:cNvSpPr/>
          <p:nvPr/>
        </p:nvSpPr>
        <p:spPr>
          <a:xfrm>
            <a:off x="24917400" y="14127480"/>
            <a:ext cx="228600" cy="228600"/>
          </a:xfrm>
          <a:prstGeom prst="ellipse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2" name="implements the same queries as `group`"/>
          <p:cNvSpPr/>
          <p:nvPr/>
        </p:nvSpPr>
        <p:spPr>
          <a:xfrm>
            <a:off x="25671780" y="13944600"/>
            <a:ext cx="9075420" cy="3200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>implements the same queries as </a:t>
            </a:r>
            <a:r>
              <a:rPr lang="en-US" sz="3960" b="0">
                <a:solidFill>
                  <a:schemeClr val="dk1"/>
                </a:solidFill>
                <a:latin typeface="DejaVu Sans Mono"/>
              </a:rPr>
              <a:t xml:space="preserve">group</a:t>
            </a:r>
            <a:r>
              <a:rPr lang="en-US" sz="3960" b="0">
                <a:solidFill>
                  <a:schemeClr val="dk1"/>
                </a:solidFill>
                <a:latin typeface="NVIDIA Sans"/>
              </a:rPr>
              <a:t xml:space="preserve"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 name="Group Mapp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oup Mapping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Group Mappings</a:t>
            </a:r>
          </a:p>
        </p:txBody>
      </p:sp>
      <p:sp>
        <p:nvSpPr>
          <p:cNvPr id="3" name="Partition units and compose mappings"/>
          <p:cNvSpPr/>
          <p:nvPr/>
        </p:nvSpPr>
        <p:spPr>
          <a:xfrm>
            <a:off x="1874520" y="3314700"/>
            <a:ext cx="29718000" cy="10287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accent6"/>
                </a:solidFill>
                <a:latin typeface="NVIDIA Sans"/>
              </a:rPr>
              <a:t xml:space="preserve">Partition units and compose mappings</a:t>
            </a:r>
          </a:p>
        </p:txBody>
      </p:sp>
      <p:sp>
        <p:nvSpPr>
          <p:cNvPr id="4" name="23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5" name="Determines how the units are split into subgroups."/>
          <p:cNvSpPr/>
          <p:nvPr/>
        </p:nvSpPr>
        <p:spPr>
          <a:xfrm>
            <a:off x="1874520" y="4823460"/>
            <a:ext cx="32346900" cy="10744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5040" b="0">
                <a:solidFill>
                  <a:schemeClr val="dk1"/>
                </a:solidFill>
                <a:latin typeface="NVIDIA Sans"/>
              </a:rPr>
              <a:t xml:space="preserve">Determines how the units are split into subgroups.</a:t>
            </a:r>
          </a:p>
        </p:txBody>
      </p:sp>
      <p:sp>
        <p:nvSpPr>
          <p:cNvPr id="6" name="Needs to implement the `map` method that transforms /*group-mappi"/>
          <p:cNvSpPr/>
          <p:nvPr/>
        </p:nvSpPr>
        <p:spPr>
          <a:xfrm>
            <a:off x="1874520" y="6149340"/>
            <a:ext cx="323469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Needs to implement the </a:t>
            </a:r>
            <a:r>
              <a:rPr lang="en-US" sz="4140" b="0">
                <a:solidFill>
                  <a:schemeClr val="dk1"/>
                </a:solidFill>
                <a:latin typeface="DejaVu Sans Mono"/>
              </a:rPr>
              <a:t xml:space="preserve">map</a:t>
            </a: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 method that transforms /*group-mapping-result*/ types:</a:t>
            </a:r>
          </a:p>
        </p:txBody>
      </p:sp>
      <p:sp>
        <p:nvSpPr>
          <p:cNvPr id="7" name="Shape"/>
          <p:cNvSpPr/>
          <p:nvPr/>
        </p:nvSpPr>
        <p:spPr>
          <a:xfrm>
            <a:off x="1828800" y="7475220"/>
            <a:ext cx="32918400" cy="6126480"/>
          </a:xfrm>
          <a:prstGeom prst="rect">
            <a:avLst/>
          </a:prstGeom>
          <a:solidFill>
            <a:schemeClr val="lt2"/>
          </a:solidFill>
          <a:ln w="29718">
            <a:noFill/>
          </a:ln>
        </p:spPr>
      </p:sp>
      <p:sp>
        <p:nvSpPr>
          <p:cNvPr id="8" name="Verbatim C++ snippet" descr="Verbatim fenced C++ snippet from slides.md"/>
          <p:cNvSpPr/>
          <p:nvPr/>
        </p:nvSpPr>
        <p:spPr>
          <a:xfrm>
            <a:off x="2331720" y="8001000"/>
            <a:ext cx="31912560" cy="5074920"/>
          </a:xfrm>
          <a:prstGeom prst="rect">
            <a:avLst/>
          </a:prstGeom>
          <a:noFill/>
          <a:ln w="29718"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template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&lt;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T,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Unit,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ParentGroup,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typename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PrevMappingResult&gt;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concept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/*group-mapping*/ =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requires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(T&amp; t,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                                   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Unit&amp; unit,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                                   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ParentGroup&amp; parent_group,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                                    </a:t>
            </a:r>
            <a:r>
              <a:rPr lang="en-US" sz="3240" b="0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const</a:t>
            </a: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PrevMappingResult&amp; prev_mapping_result)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{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{ t.map(unit, parent_group, prev_mapping_result) } -&gt; /*group-mapping-result*/;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  { t.map(non_exhaustive, unit, parent_group, prev_mapping_result) } -&gt; /*group-mapping-result*/;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r>
              <a:rPr lang="en-US" sz="3240" b="0">
                <a:solidFill>
                  <a:schemeClr val="dk1"/>
                </a:solidFill>
                <a:latin typeface="DejaVu Sans Mono"/>
              </a:rPr>
              <a:t xml:space="preserve">};</a:t>
            </a:r>
            <a:endParaRPr lang="en-US" sz="3240" b="0">
              <a:solidFill>
                <a:schemeClr val="dk1"/>
              </a:solidFill>
              <a:latin typeface="DejaVu Sans Mono"/>
            </a:endParaRPr>
          </a:p>
          <a:p>
            <a:pPr algn="l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buNone/>
              <a:defRPr lang="en-US" sz="3240" b="0">
                <a:solidFill>
                  <a:schemeClr val="dk1"/>
                </a:solidFill>
                <a:latin typeface="DejaVu Sans Mono"/>
              </a:defRPr>
            </a:pPr>
            <a:endParaRPr lang="en-US" sz="3240" b="0">
              <a:solidFill>
                <a:schemeClr val="dk1"/>
              </a:solidFill>
              <a:latin typeface="DejaVu Sans Mono"/>
            </a:endParaRPr>
          </a:p>
        </p:txBody>
      </p:sp>
      <p:sp>
        <p:nvSpPr>
          <p:cNvPr id="9" name="The overload that takes the ``non_exhaustive`` tag does the non-e"/>
          <p:cNvSpPr/>
          <p:nvPr/>
        </p:nvSpPr>
        <p:spPr>
          <a:xfrm>
            <a:off x="1874520" y="14264640"/>
            <a:ext cx="32346900" cy="13258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The overload that takes the </a:t>
            </a:r>
            <a:r>
              <a:rPr lang="en-US" sz="4140" b="0">
                <a:solidFill>
                  <a:schemeClr val="dk1"/>
                </a:solidFill>
                <a:latin typeface="DejaVu Sans Mono"/>
              </a:rPr>
              <a:t xml:space="preserve">non_exhaustive</a:t>
            </a: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 tag does the non-exhaustive mapping.</a:t>
            </a:r>
          </a:p>
        </p:txBody>
      </p:sp>
      <p:sp>
        <p:nvSpPr>
          <p:cNvPr id="10" name="Mappings can be chained with ``|`` to transform the result from l"/>
          <p:cNvSpPr/>
          <p:nvPr/>
        </p:nvSpPr>
        <p:spPr>
          <a:xfrm>
            <a:off x="1874520" y="15773400"/>
            <a:ext cx="32346900" cy="13258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Mappings can be chained with </a:t>
            </a:r>
            <a:r>
              <a:rPr lang="en-US" sz="4140" b="0">
                <a:solidFill>
                  <a:schemeClr val="dk1"/>
                </a:solidFill>
                <a:latin typeface="DejaVu Sans Mono"/>
              </a:rPr>
              <a:t xml:space="preserve">|</a:t>
            </a: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 to transform the result from left to right.</a:t>
            </a:r>
          </a:p>
        </p:txBody>
      </p:sp>
      <p:sp>
        <p:nvSpPr>
          <p:cNvPr id="11" name="Goal is to preserve as much compile-time information as possible."/>
          <p:cNvSpPr/>
          <p:nvPr/>
        </p:nvSpPr>
        <p:spPr>
          <a:xfrm>
            <a:off x="1874520" y="17282160"/>
            <a:ext cx="32346900" cy="13258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140" b="0">
                <a:solidFill>
                  <a:schemeClr val="dk1"/>
                </a:solidFill>
                <a:latin typeface="NVIDIA Sans"/>
              </a:rPr>
              <a:t xml:space="preserve">Goal is to preserve as much compile-time information as possible.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 name="Predefined Group Mappings — identity_mapp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defined Group Mapping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Predefined Group Mappings</a:t>
            </a:r>
          </a:p>
        </p:txBody>
      </p:sp>
      <p:sp>
        <p:nvSpPr>
          <p:cNvPr id="4" name="24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5" name="Current mapping"/>
          <p:cNvSpPr/>
          <p:nvPr/>
        </p:nvSpPr>
        <p:spPr>
          <a:xfrm>
            <a:off x="1828800" y="5052060"/>
            <a:ext cx="9829800" cy="17602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/>
            </a:solidFill>
          </a:ln>
        </p:spPr>
      </p:sp>
      <p:sp>
        <p:nvSpPr>
          <p:cNvPr id="6" name="Shape"/>
          <p:cNvSpPr/>
          <p:nvPr/>
        </p:nvSpPr>
        <p:spPr>
          <a:xfrm>
            <a:off x="1828800" y="5052060"/>
            <a:ext cx="114300" cy="176022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7" name="`identity_mapping`"/>
          <p:cNvSpPr/>
          <p:nvPr/>
        </p:nvSpPr>
        <p:spPr>
          <a:xfrm>
            <a:off x="2308860" y="55778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identity_mapping</a:t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</a:p>
        </p:txBody>
      </p:sp>
      <p:sp>
        <p:nvSpPr>
          <p:cNvPr id="8" name="`group_by`"/>
          <p:cNvSpPr/>
          <p:nvPr/>
        </p:nvSpPr>
        <p:spPr>
          <a:xfrm>
            <a:off x="2308860" y="770382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group_by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9" name="`group_as`"/>
          <p:cNvSpPr/>
          <p:nvPr/>
        </p:nvSpPr>
        <p:spPr>
          <a:xfrm>
            <a:off x="2308860" y="982980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group_as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0" name="`take`"/>
          <p:cNvSpPr/>
          <p:nvPr/>
        </p:nvSpPr>
        <p:spPr>
          <a:xfrm>
            <a:off x="2308860" y="1195578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take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1" name="`binary_partition`"/>
          <p:cNvSpPr/>
          <p:nvPr/>
        </p:nvSpPr>
        <p:spPr>
          <a:xfrm>
            <a:off x="2308860" y="1408176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binary_partition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2" name="`composite_mapping`"/>
          <p:cNvSpPr/>
          <p:nvPr/>
        </p:nvSpPr>
        <p:spPr>
          <a:xfrm>
            <a:off x="2308860" y="162077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composite_mapping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3" name="Shape"/>
          <p:cNvSpPr/>
          <p:nvPr/>
        </p:nvSpPr>
        <p:spPr>
          <a:xfrm>
            <a:off x="12458700" y="5052060"/>
            <a:ext cx="22860" cy="1357884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14" name="Preserves the previous mapping result without further partitionin"/>
          <p:cNvSpPr/>
          <p:nvPr/>
        </p:nvSpPr>
        <p:spPr>
          <a:xfrm>
            <a:off x="13235940" y="5166360"/>
            <a:ext cx="21259800" cy="23774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Preserves the previous mapping result without further partitioning.</a:t>
            </a:r>
          </a:p>
        </p:txBody>
      </p:sp>
      <p:sp>
        <p:nvSpPr>
          <p:cNvPr id="15" name="Parent warp · 32 threads"/>
          <p:cNvSpPr/>
          <p:nvPr/>
        </p:nvSpPr>
        <p:spPr>
          <a:xfrm>
            <a:off x="13235940" y="829818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Parent warp · 32 threads</a:t>
            </a:r>
          </a:p>
        </p:txBody>
      </p:sp>
      <p:sp>
        <p:nvSpPr>
          <p:cNvPr id="16" name="Example warp: 32 threads"/>
          <p:cNvSpPr/>
          <p:nvPr/>
        </p:nvSpPr>
        <p:spPr>
          <a:xfrm>
            <a:off x="13373100" y="898398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17" name="Partition 0, row 0"/>
          <p:cNvSpPr/>
          <p:nvPr/>
        </p:nvSpPr>
        <p:spPr>
          <a:xfrm>
            <a:off x="13624560" y="907542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" name="Partition 1, row 0"/>
          <p:cNvSpPr/>
          <p:nvPr/>
        </p:nvSpPr>
        <p:spPr>
          <a:xfrm>
            <a:off x="22585680" y="907542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Partition 2, row 1"/>
          <p:cNvSpPr/>
          <p:nvPr/>
        </p:nvSpPr>
        <p:spPr>
          <a:xfrm>
            <a:off x="13624560" y="996696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0" name="Partition 3, row 1"/>
          <p:cNvSpPr/>
          <p:nvPr/>
        </p:nvSpPr>
        <p:spPr>
          <a:xfrm>
            <a:off x="22585680" y="996696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21" name="Example thread 0 included"/>
          <p:cNvSpPr/>
          <p:nvPr/>
        </p:nvSpPr>
        <p:spPr>
          <a:xfrm>
            <a:off x="137617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2" name="0"/>
          <p:cNvSpPr/>
          <p:nvPr/>
        </p:nvSpPr>
        <p:spPr>
          <a:xfrm>
            <a:off x="137617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23" name="Example thread 1 included"/>
          <p:cNvSpPr/>
          <p:nvPr/>
        </p:nvSpPr>
        <p:spPr>
          <a:xfrm>
            <a:off x="148818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4" name="1"/>
          <p:cNvSpPr/>
          <p:nvPr/>
        </p:nvSpPr>
        <p:spPr>
          <a:xfrm>
            <a:off x="148818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25" name="Example thread 2 included"/>
          <p:cNvSpPr/>
          <p:nvPr/>
        </p:nvSpPr>
        <p:spPr>
          <a:xfrm>
            <a:off x="160020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6" name="2"/>
          <p:cNvSpPr/>
          <p:nvPr/>
        </p:nvSpPr>
        <p:spPr>
          <a:xfrm>
            <a:off x="160020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27" name="Example thread 3 included"/>
          <p:cNvSpPr/>
          <p:nvPr/>
        </p:nvSpPr>
        <p:spPr>
          <a:xfrm>
            <a:off x="171221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8" name="3"/>
          <p:cNvSpPr/>
          <p:nvPr/>
        </p:nvSpPr>
        <p:spPr>
          <a:xfrm>
            <a:off x="171221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29" name="Example thread 4 included"/>
          <p:cNvSpPr/>
          <p:nvPr/>
        </p:nvSpPr>
        <p:spPr>
          <a:xfrm>
            <a:off x="182422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0" name="4"/>
          <p:cNvSpPr/>
          <p:nvPr/>
        </p:nvSpPr>
        <p:spPr>
          <a:xfrm>
            <a:off x="182422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31" name="Example thread 5 included"/>
          <p:cNvSpPr/>
          <p:nvPr/>
        </p:nvSpPr>
        <p:spPr>
          <a:xfrm>
            <a:off x="193624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2" name="5"/>
          <p:cNvSpPr/>
          <p:nvPr/>
        </p:nvSpPr>
        <p:spPr>
          <a:xfrm>
            <a:off x="193624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33" name="Example thread 6 included"/>
          <p:cNvSpPr/>
          <p:nvPr/>
        </p:nvSpPr>
        <p:spPr>
          <a:xfrm>
            <a:off x="204825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4" name="6"/>
          <p:cNvSpPr/>
          <p:nvPr/>
        </p:nvSpPr>
        <p:spPr>
          <a:xfrm>
            <a:off x="204825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35" name="Example thread 7 included"/>
          <p:cNvSpPr/>
          <p:nvPr/>
        </p:nvSpPr>
        <p:spPr>
          <a:xfrm>
            <a:off x="216027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6" name="7"/>
          <p:cNvSpPr/>
          <p:nvPr/>
        </p:nvSpPr>
        <p:spPr>
          <a:xfrm>
            <a:off x="216027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37" name="Example thread 8 included"/>
          <p:cNvSpPr/>
          <p:nvPr/>
        </p:nvSpPr>
        <p:spPr>
          <a:xfrm>
            <a:off x="227228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8" name="8"/>
          <p:cNvSpPr/>
          <p:nvPr/>
        </p:nvSpPr>
        <p:spPr>
          <a:xfrm>
            <a:off x="227228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39" name="Example thread 9 included"/>
          <p:cNvSpPr/>
          <p:nvPr/>
        </p:nvSpPr>
        <p:spPr>
          <a:xfrm>
            <a:off x="238429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0" name="9"/>
          <p:cNvSpPr/>
          <p:nvPr/>
        </p:nvSpPr>
        <p:spPr>
          <a:xfrm>
            <a:off x="238429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41" name="Example thread 10 included"/>
          <p:cNvSpPr/>
          <p:nvPr/>
        </p:nvSpPr>
        <p:spPr>
          <a:xfrm>
            <a:off x="249631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2" name="10"/>
          <p:cNvSpPr/>
          <p:nvPr/>
        </p:nvSpPr>
        <p:spPr>
          <a:xfrm>
            <a:off x="249631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43" name="Example thread 11 included"/>
          <p:cNvSpPr/>
          <p:nvPr/>
        </p:nvSpPr>
        <p:spPr>
          <a:xfrm>
            <a:off x="260832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4" name="11"/>
          <p:cNvSpPr/>
          <p:nvPr/>
        </p:nvSpPr>
        <p:spPr>
          <a:xfrm>
            <a:off x="260832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45" name="Example thread 12 included"/>
          <p:cNvSpPr/>
          <p:nvPr/>
        </p:nvSpPr>
        <p:spPr>
          <a:xfrm>
            <a:off x="272034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6" name="12"/>
          <p:cNvSpPr/>
          <p:nvPr/>
        </p:nvSpPr>
        <p:spPr>
          <a:xfrm>
            <a:off x="272034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47" name="Example thread 13 included"/>
          <p:cNvSpPr/>
          <p:nvPr/>
        </p:nvSpPr>
        <p:spPr>
          <a:xfrm>
            <a:off x="283235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8" name="13"/>
          <p:cNvSpPr/>
          <p:nvPr/>
        </p:nvSpPr>
        <p:spPr>
          <a:xfrm>
            <a:off x="283235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49" name="Example thread 14 included"/>
          <p:cNvSpPr/>
          <p:nvPr/>
        </p:nvSpPr>
        <p:spPr>
          <a:xfrm>
            <a:off x="294436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0" name="14"/>
          <p:cNvSpPr/>
          <p:nvPr/>
        </p:nvSpPr>
        <p:spPr>
          <a:xfrm>
            <a:off x="294436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51" name="Example thread 15 included"/>
          <p:cNvSpPr/>
          <p:nvPr/>
        </p:nvSpPr>
        <p:spPr>
          <a:xfrm>
            <a:off x="305638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2" name="15"/>
          <p:cNvSpPr/>
          <p:nvPr/>
        </p:nvSpPr>
        <p:spPr>
          <a:xfrm>
            <a:off x="305638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53" name="Example thread 16 included"/>
          <p:cNvSpPr/>
          <p:nvPr/>
        </p:nvSpPr>
        <p:spPr>
          <a:xfrm>
            <a:off x="137617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4" name="16"/>
          <p:cNvSpPr/>
          <p:nvPr/>
        </p:nvSpPr>
        <p:spPr>
          <a:xfrm>
            <a:off x="137617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55" name="Example thread 17 included"/>
          <p:cNvSpPr/>
          <p:nvPr/>
        </p:nvSpPr>
        <p:spPr>
          <a:xfrm>
            <a:off x="148818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6" name="17"/>
          <p:cNvSpPr/>
          <p:nvPr/>
        </p:nvSpPr>
        <p:spPr>
          <a:xfrm>
            <a:off x="148818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57" name="Example thread 18 included"/>
          <p:cNvSpPr/>
          <p:nvPr/>
        </p:nvSpPr>
        <p:spPr>
          <a:xfrm>
            <a:off x="160020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8" name="18"/>
          <p:cNvSpPr/>
          <p:nvPr/>
        </p:nvSpPr>
        <p:spPr>
          <a:xfrm>
            <a:off x="160020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59" name="Example thread 19 included"/>
          <p:cNvSpPr/>
          <p:nvPr/>
        </p:nvSpPr>
        <p:spPr>
          <a:xfrm>
            <a:off x="171221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0" name="19"/>
          <p:cNvSpPr/>
          <p:nvPr/>
        </p:nvSpPr>
        <p:spPr>
          <a:xfrm>
            <a:off x="171221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61" name="Example thread 20 included"/>
          <p:cNvSpPr/>
          <p:nvPr/>
        </p:nvSpPr>
        <p:spPr>
          <a:xfrm>
            <a:off x="182422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2" name="20"/>
          <p:cNvSpPr/>
          <p:nvPr/>
        </p:nvSpPr>
        <p:spPr>
          <a:xfrm>
            <a:off x="182422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63" name="Example thread 21 included"/>
          <p:cNvSpPr/>
          <p:nvPr/>
        </p:nvSpPr>
        <p:spPr>
          <a:xfrm>
            <a:off x="193624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4" name="21"/>
          <p:cNvSpPr/>
          <p:nvPr/>
        </p:nvSpPr>
        <p:spPr>
          <a:xfrm>
            <a:off x="193624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65" name="Example thread 22 included"/>
          <p:cNvSpPr/>
          <p:nvPr/>
        </p:nvSpPr>
        <p:spPr>
          <a:xfrm>
            <a:off x="204825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6" name="22"/>
          <p:cNvSpPr/>
          <p:nvPr/>
        </p:nvSpPr>
        <p:spPr>
          <a:xfrm>
            <a:off x="204825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67" name="Example thread 23 included"/>
          <p:cNvSpPr/>
          <p:nvPr/>
        </p:nvSpPr>
        <p:spPr>
          <a:xfrm>
            <a:off x="216027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8" name="23"/>
          <p:cNvSpPr/>
          <p:nvPr/>
        </p:nvSpPr>
        <p:spPr>
          <a:xfrm>
            <a:off x="216027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69" name="Example thread 24 included"/>
          <p:cNvSpPr/>
          <p:nvPr/>
        </p:nvSpPr>
        <p:spPr>
          <a:xfrm>
            <a:off x="227228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0" name="24"/>
          <p:cNvSpPr/>
          <p:nvPr/>
        </p:nvSpPr>
        <p:spPr>
          <a:xfrm>
            <a:off x="227228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71" name="Example thread 25 included"/>
          <p:cNvSpPr/>
          <p:nvPr/>
        </p:nvSpPr>
        <p:spPr>
          <a:xfrm>
            <a:off x="238429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2" name="25"/>
          <p:cNvSpPr/>
          <p:nvPr/>
        </p:nvSpPr>
        <p:spPr>
          <a:xfrm>
            <a:off x="238429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73" name="Example thread 26 included"/>
          <p:cNvSpPr/>
          <p:nvPr/>
        </p:nvSpPr>
        <p:spPr>
          <a:xfrm>
            <a:off x="249631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4" name="26"/>
          <p:cNvSpPr/>
          <p:nvPr/>
        </p:nvSpPr>
        <p:spPr>
          <a:xfrm>
            <a:off x="249631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75" name="Example thread 27 included"/>
          <p:cNvSpPr/>
          <p:nvPr/>
        </p:nvSpPr>
        <p:spPr>
          <a:xfrm>
            <a:off x="260832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6" name="27"/>
          <p:cNvSpPr/>
          <p:nvPr/>
        </p:nvSpPr>
        <p:spPr>
          <a:xfrm>
            <a:off x="260832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77" name="Example thread 28 included"/>
          <p:cNvSpPr/>
          <p:nvPr/>
        </p:nvSpPr>
        <p:spPr>
          <a:xfrm>
            <a:off x="272034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8" name="28"/>
          <p:cNvSpPr/>
          <p:nvPr/>
        </p:nvSpPr>
        <p:spPr>
          <a:xfrm>
            <a:off x="272034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79" name="Example thread 29 included"/>
          <p:cNvSpPr/>
          <p:nvPr/>
        </p:nvSpPr>
        <p:spPr>
          <a:xfrm>
            <a:off x="283235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0" name="29"/>
          <p:cNvSpPr/>
          <p:nvPr/>
        </p:nvSpPr>
        <p:spPr>
          <a:xfrm>
            <a:off x="283235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81" name="Example thread 30 included"/>
          <p:cNvSpPr/>
          <p:nvPr/>
        </p:nvSpPr>
        <p:spPr>
          <a:xfrm>
            <a:off x="294436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2" name="30"/>
          <p:cNvSpPr/>
          <p:nvPr/>
        </p:nvSpPr>
        <p:spPr>
          <a:xfrm>
            <a:off x="294436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83" name="Example thread 31 included"/>
          <p:cNvSpPr/>
          <p:nvPr/>
        </p:nvSpPr>
        <p:spPr>
          <a:xfrm>
            <a:off x="305638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4" name="31"/>
          <p:cNvSpPr/>
          <p:nvPr/>
        </p:nvSpPr>
        <p:spPr>
          <a:xfrm>
            <a:off x="305638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85" name="Shape"/>
          <p:cNvSpPr/>
          <p:nvPr/>
        </p:nvSpPr>
        <p:spPr>
          <a:xfrm>
            <a:off x="22014180" y="11704320"/>
            <a:ext cx="640080" cy="914400"/>
          </a:xfrm>
          <a:prstGeom prst="down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86" name="Preserve the existing partition: four groups of 8 threads."/>
          <p:cNvSpPr/>
          <p:nvPr/>
        </p:nvSpPr>
        <p:spPr>
          <a:xfrm>
            <a:off x="13235940" y="12824460"/>
            <a:ext cx="21259800" cy="10515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Preserve the existing partition: four groups of 8 threads.</a:t>
            </a:r>
          </a:p>
        </p:txBody>
      </p:sp>
      <p:sp>
        <p:nvSpPr>
          <p:cNvPr id="87" name="Result · subgroups"/>
          <p:cNvSpPr/>
          <p:nvPr/>
        </p:nvSpPr>
        <p:spPr>
          <a:xfrm>
            <a:off x="13235940" y="1469898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Result · subgroups</a:t>
            </a:r>
          </a:p>
        </p:txBody>
      </p:sp>
      <p:sp>
        <p:nvSpPr>
          <p:cNvPr id="88" name="Example warp: 32 threads"/>
          <p:cNvSpPr/>
          <p:nvPr/>
        </p:nvSpPr>
        <p:spPr>
          <a:xfrm>
            <a:off x="13373100" y="1538478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89" name="Partition 0, row 0"/>
          <p:cNvSpPr/>
          <p:nvPr/>
        </p:nvSpPr>
        <p:spPr>
          <a:xfrm>
            <a:off x="13624560" y="1547622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0" name="Partition 1, row 0"/>
          <p:cNvSpPr/>
          <p:nvPr/>
        </p:nvSpPr>
        <p:spPr>
          <a:xfrm>
            <a:off x="22585680" y="1547622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1" name="Partition 2, row 1"/>
          <p:cNvSpPr/>
          <p:nvPr/>
        </p:nvSpPr>
        <p:spPr>
          <a:xfrm>
            <a:off x="13624560" y="1636776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2" name="Partition 3, row 1"/>
          <p:cNvSpPr/>
          <p:nvPr/>
        </p:nvSpPr>
        <p:spPr>
          <a:xfrm>
            <a:off x="22585680" y="1636776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3" name="Example thread 0 included"/>
          <p:cNvSpPr/>
          <p:nvPr/>
        </p:nvSpPr>
        <p:spPr>
          <a:xfrm>
            <a:off x="137617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4" name="0"/>
          <p:cNvSpPr/>
          <p:nvPr/>
        </p:nvSpPr>
        <p:spPr>
          <a:xfrm>
            <a:off x="137617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95" name="Example thread 1 included"/>
          <p:cNvSpPr/>
          <p:nvPr/>
        </p:nvSpPr>
        <p:spPr>
          <a:xfrm>
            <a:off x="148818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6" name="1"/>
          <p:cNvSpPr/>
          <p:nvPr/>
        </p:nvSpPr>
        <p:spPr>
          <a:xfrm>
            <a:off x="148818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97" name="Example thread 2 included"/>
          <p:cNvSpPr/>
          <p:nvPr/>
        </p:nvSpPr>
        <p:spPr>
          <a:xfrm>
            <a:off x="160020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8" name="2"/>
          <p:cNvSpPr/>
          <p:nvPr/>
        </p:nvSpPr>
        <p:spPr>
          <a:xfrm>
            <a:off x="160020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99" name="Example thread 3 included"/>
          <p:cNvSpPr/>
          <p:nvPr/>
        </p:nvSpPr>
        <p:spPr>
          <a:xfrm>
            <a:off x="171221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0" name="3"/>
          <p:cNvSpPr/>
          <p:nvPr/>
        </p:nvSpPr>
        <p:spPr>
          <a:xfrm>
            <a:off x="171221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101" name="Example thread 4 included"/>
          <p:cNvSpPr/>
          <p:nvPr/>
        </p:nvSpPr>
        <p:spPr>
          <a:xfrm>
            <a:off x="182422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2" name="4"/>
          <p:cNvSpPr/>
          <p:nvPr/>
        </p:nvSpPr>
        <p:spPr>
          <a:xfrm>
            <a:off x="182422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103" name="Example thread 5 included"/>
          <p:cNvSpPr/>
          <p:nvPr/>
        </p:nvSpPr>
        <p:spPr>
          <a:xfrm>
            <a:off x="193624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4" name="5"/>
          <p:cNvSpPr/>
          <p:nvPr/>
        </p:nvSpPr>
        <p:spPr>
          <a:xfrm>
            <a:off x="193624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105" name="Example thread 6 included"/>
          <p:cNvSpPr/>
          <p:nvPr/>
        </p:nvSpPr>
        <p:spPr>
          <a:xfrm>
            <a:off x="204825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6" name="6"/>
          <p:cNvSpPr/>
          <p:nvPr/>
        </p:nvSpPr>
        <p:spPr>
          <a:xfrm>
            <a:off x="204825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107" name="Example thread 7 included"/>
          <p:cNvSpPr/>
          <p:nvPr/>
        </p:nvSpPr>
        <p:spPr>
          <a:xfrm>
            <a:off x="216027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8" name="7"/>
          <p:cNvSpPr/>
          <p:nvPr/>
        </p:nvSpPr>
        <p:spPr>
          <a:xfrm>
            <a:off x="216027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109" name="Example thread 8 included"/>
          <p:cNvSpPr/>
          <p:nvPr/>
        </p:nvSpPr>
        <p:spPr>
          <a:xfrm>
            <a:off x="227228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0" name="8"/>
          <p:cNvSpPr/>
          <p:nvPr/>
        </p:nvSpPr>
        <p:spPr>
          <a:xfrm>
            <a:off x="227228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111" name="Example thread 9 included"/>
          <p:cNvSpPr/>
          <p:nvPr/>
        </p:nvSpPr>
        <p:spPr>
          <a:xfrm>
            <a:off x="238429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2" name="9"/>
          <p:cNvSpPr/>
          <p:nvPr/>
        </p:nvSpPr>
        <p:spPr>
          <a:xfrm>
            <a:off x="238429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113" name="Example thread 10 included"/>
          <p:cNvSpPr/>
          <p:nvPr/>
        </p:nvSpPr>
        <p:spPr>
          <a:xfrm>
            <a:off x="249631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4" name="10"/>
          <p:cNvSpPr/>
          <p:nvPr/>
        </p:nvSpPr>
        <p:spPr>
          <a:xfrm>
            <a:off x="249631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115" name="Example thread 11 included"/>
          <p:cNvSpPr/>
          <p:nvPr/>
        </p:nvSpPr>
        <p:spPr>
          <a:xfrm>
            <a:off x="260832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6" name="11"/>
          <p:cNvSpPr/>
          <p:nvPr/>
        </p:nvSpPr>
        <p:spPr>
          <a:xfrm>
            <a:off x="260832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117" name="Example thread 12 included"/>
          <p:cNvSpPr/>
          <p:nvPr/>
        </p:nvSpPr>
        <p:spPr>
          <a:xfrm>
            <a:off x="272034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8" name="12"/>
          <p:cNvSpPr/>
          <p:nvPr/>
        </p:nvSpPr>
        <p:spPr>
          <a:xfrm>
            <a:off x="272034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119" name="Example thread 13 included"/>
          <p:cNvSpPr/>
          <p:nvPr/>
        </p:nvSpPr>
        <p:spPr>
          <a:xfrm>
            <a:off x="283235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0" name="13"/>
          <p:cNvSpPr/>
          <p:nvPr/>
        </p:nvSpPr>
        <p:spPr>
          <a:xfrm>
            <a:off x="283235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121" name="Example thread 14 included"/>
          <p:cNvSpPr/>
          <p:nvPr/>
        </p:nvSpPr>
        <p:spPr>
          <a:xfrm>
            <a:off x="294436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2" name="14"/>
          <p:cNvSpPr/>
          <p:nvPr/>
        </p:nvSpPr>
        <p:spPr>
          <a:xfrm>
            <a:off x="294436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123" name="Example thread 15 included"/>
          <p:cNvSpPr/>
          <p:nvPr/>
        </p:nvSpPr>
        <p:spPr>
          <a:xfrm>
            <a:off x="305638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4" name="15"/>
          <p:cNvSpPr/>
          <p:nvPr/>
        </p:nvSpPr>
        <p:spPr>
          <a:xfrm>
            <a:off x="305638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125" name="Example thread 16 included"/>
          <p:cNvSpPr/>
          <p:nvPr/>
        </p:nvSpPr>
        <p:spPr>
          <a:xfrm>
            <a:off x="137617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6" name="16"/>
          <p:cNvSpPr/>
          <p:nvPr/>
        </p:nvSpPr>
        <p:spPr>
          <a:xfrm>
            <a:off x="137617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127" name="Example thread 17 included"/>
          <p:cNvSpPr/>
          <p:nvPr/>
        </p:nvSpPr>
        <p:spPr>
          <a:xfrm>
            <a:off x="148818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8" name="17"/>
          <p:cNvSpPr/>
          <p:nvPr/>
        </p:nvSpPr>
        <p:spPr>
          <a:xfrm>
            <a:off x="148818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129" name="Example thread 18 included"/>
          <p:cNvSpPr/>
          <p:nvPr/>
        </p:nvSpPr>
        <p:spPr>
          <a:xfrm>
            <a:off x="160020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0" name="18"/>
          <p:cNvSpPr/>
          <p:nvPr/>
        </p:nvSpPr>
        <p:spPr>
          <a:xfrm>
            <a:off x="160020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131" name="Example thread 19 included"/>
          <p:cNvSpPr/>
          <p:nvPr/>
        </p:nvSpPr>
        <p:spPr>
          <a:xfrm>
            <a:off x="171221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2" name="19"/>
          <p:cNvSpPr/>
          <p:nvPr/>
        </p:nvSpPr>
        <p:spPr>
          <a:xfrm>
            <a:off x="171221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133" name="Example thread 20 included"/>
          <p:cNvSpPr/>
          <p:nvPr/>
        </p:nvSpPr>
        <p:spPr>
          <a:xfrm>
            <a:off x="182422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4" name="20"/>
          <p:cNvSpPr/>
          <p:nvPr/>
        </p:nvSpPr>
        <p:spPr>
          <a:xfrm>
            <a:off x="182422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135" name="Example thread 21 included"/>
          <p:cNvSpPr/>
          <p:nvPr/>
        </p:nvSpPr>
        <p:spPr>
          <a:xfrm>
            <a:off x="193624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6" name="21"/>
          <p:cNvSpPr/>
          <p:nvPr/>
        </p:nvSpPr>
        <p:spPr>
          <a:xfrm>
            <a:off x="193624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137" name="Example thread 22 included"/>
          <p:cNvSpPr/>
          <p:nvPr/>
        </p:nvSpPr>
        <p:spPr>
          <a:xfrm>
            <a:off x="204825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8" name="22"/>
          <p:cNvSpPr/>
          <p:nvPr/>
        </p:nvSpPr>
        <p:spPr>
          <a:xfrm>
            <a:off x="204825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139" name="Example thread 23 included"/>
          <p:cNvSpPr/>
          <p:nvPr/>
        </p:nvSpPr>
        <p:spPr>
          <a:xfrm>
            <a:off x="216027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0" name="23"/>
          <p:cNvSpPr/>
          <p:nvPr/>
        </p:nvSpPr>
        <p:spPr>
          <a:xfrm>
            <a:off x="216027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141" name="Example thread 24 included"/>
          <p:cNvSpPr/>
          <p:nvPr/>
        </p:nvSpPr>
        <p:spPr>
          <a:xfrm>
            <a:off x="227228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2" name="24"/>
          <p:cNvSpPr/>
          <p:nvPr/>
        </p:nvSpPr>
        <p:spPr>
          <a:xfrm>
            <a:off x="227228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143" name="Example thread 25 included"/>
          <p:cNvSpPr/>
          <p:nvPr/>
        </p:nvSpPr>
        <p:spPr>
          <a:xfrm>
            <a:off x="238429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4" name="25"/>
          <p:cNvSpPr/>
          <p:nvPr/>
        </p:nvSpPr>
        <p:spPr>
          <a:xfrm>
            <a:off x="238429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145" name="Example thread 26 included"/>
          <p:cNvSpPr/>
          <p:nvPr/>
        </p:nvSpPr>
        <p:spPr>
          <a:xfrm>
            <a:off x="249631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6" name="26"/>
          <p:cNvSpPr/>
          <p:nvPr/>
        </p:nvSpPr>
        <p:spPr>
          <a:xfrm>
            <a:off x="249631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147" name="Example thread 27 included"/>
          <p:cNvSpPr/>
          <p:nvPr/>
        </p:nvSpPr>
        <p:spPr>
          <a:xfrm>
            <a:off x="260832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8" name="27"/>
          <p:cNvSpPr/>
          <p:nvPr/>
        </p:nvSpPr>
        <p:spPr>
          <a:xfrm>
            <a:off x="260832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149" name="Example thread 28 included"/>
          <p:cNvSpPr/>
          <p:nvPr/>
        </p:nvSpPr>
        <p:spPr>
          <a:xfrm>
            <a:off x="272034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0" name="28"/>
          <p:cNvSpPr/>
          <p:nvPr/>
        </p:nvSpPr>
        <p:spPr>
          <a:xfrm>
            <a:off x="272034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151" name="Example thread 29 included"/>
          <p:cNvSpPr/>
          <p:nvPr/>
        </p:nvSpPr>
        <p:spPr>
          <a:xfrm>
            <a:off x="283235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2" name="29"/>
          <p:cNvSpPr/>
          <p:nvPr/>
        </p:nvSpPr>
        <p:spPr>
          <a:xfrm>
            <a:off x="283235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153" name="Example thread 30 included"/>
          <p:cNvSpPr/>
          <p:nvPr/>
        </p:nvSpPr>
        <p:spPr>
          <a:xfrm>
            <a:off x="294436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4" name="30"/>
          <p:cNvSpPr/>
          <p:nvPr/>
        </p:nvSpPr>
        <p:spPr>
          <a:xfrm>
            <a:off x="294436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155" name="Example thread 31 included"/>
          <p:cNvSpPr/>
          <p:nvPr/>
        </p:nvSpPr>
        <p:spPr>
          <a:xfrm>
            <a:off x="305638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6" name="31"/>
          <p:cNvSpPr/>
          <p:nvPr/>
        </p:nvSpPr>
        <p:spPr>
          <a:xfrm>
            <a:off x="305638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157" name="Numbers show original thread IDs · Green: included · Gray: exclud"/>
          <p:cNvSpPr/>
          <p:nvPr/>
        </p:nvSpPr>
        <p:spPr>
          <a:xfrm>
            <a:off x="13235940" y="19179540"/>
            <a:ext cx="2125980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Numbers show original thread IDs · Green: included · Gray: excluded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 name="Predefined Group Mappings — group_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defined Group Mapping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Predefined Group Mappings</a:t>
            </a:r>
          </a:p>
        </p:txBody>
      </p:sp>
      <p:sp>
        <p:nvSpPr>
          <p:cNvPr id="4" name="25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5" name="`identity_mapping`"/>
          <p:cNvSpPr/>
          <p:nvPr/>
        </p:nvSpPr>
        <p:spPr>
          <a:xfrm>
            <a:off x="2308860" y="55778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identity_mapping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6" name="Current mapping"/>
          <p:cNvSpPr/>
          <p:nvPr/>
        </p:nvSpPr>
        <p:spPr>
          <a:xfrm>
            <a:off x="1828800" y="7178040"/>
            <a:ext cx="9829800" cy="17602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/>
            </a:solidFill>
          </a:ln>
        </p:spPr>
      </p:sp>
      <p:sp>
        <p:nvSpPr>
          <p:cNvPr id="7" name="Shape"/>
          <p:cNvSpPr/>
          <p:nvPr/>
        </p:nvSpPr>
        <p:spPr>
          <a:xfrm>
            <a:off x="1828800" y="7178040"/>
            <a:ext cx="114300" cy="176022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8" name="`group_by`"/>
          <p:cNvSpPr/>
          <p:nvPr/>
        </p:nvSpPr>
        <p:spPr>
          <a:xfrm>
            <a:off x="2308860" y="770382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group_by</a:t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</a:p>
        </p:txBody>
      </p:sp>
      <p:sp>
        <p:nvSpPr>
          <p:cNvPr id="9" name="`group_as`"/>
          <p:cNvSpPr/>
          <p:nvPr/>
        </p:nvSpPr>
        <p:spPr>
          <a:xfrm>
            <a:off x="2308860" y="982980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group_as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0" name="`take`"/>
          <p:cNvSpPr/>
          <p:nvPr/>
        </p:nvSpPr>
        <p:spPr>
          <a:xfrm>
            <a:off x="2308860" y="1195578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take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1" name="`binary_partition`"/>
          <p:cNvSpPr/>
          <p:nvPr/>
        </p:nvSpPr>
        <p:spPr>
          <a:xfrm>
            <a:off x="2308860" y="1408176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binary_partition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2" name="`composite_mapping`"/>
          <p:cNvSpPr/>
          <p:nvPr/>
        </p:nvSpPr>
        <p:spPr>
          <a:xfrm>
            <a:off x="2308860" y="162077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composite_mapping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3" name="Shape"/>
          <p:cNvSpPr/>
          <p:nvPr/>
        </p:nvSpPr>
        <p:spPr>
          <a:xfrm>
            <a:off x="12458700" y="5052060"/>
            <a:ext cx="22860" cy="1357884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14" name="Splits each group into subgroups with the same specified number o"/>
          <p:cNvSpPr/>
          <p:nvPr/>
        </p:nvSpPr>
        <p:spPr>
          <a:xfrm>
            <a:off x="13235940" y="5166360"/>
            <a:ext cx="21259800" cy="23774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Splits each group into subgroups with the same specified number of units.</a:t>
            </a:r>
          </a:p>
        </p:txBody>
      </p:sp>
      <p:sp>
        <p:nvSpPr>
          <p:cNvPr id="15" name="Parent warp · 32 threads"/>
          <p:cNvSpPr/>
          <p:nvPr/>
        </p:nvSpPr>
        <p:spPr>
          <a:xfrm>
            <a:off x="13235940" y="829818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Parent warp · 32 threads</a:t>
            </a:r>
          </a:p>
        </p:txBody>
      </p:sp>
      <p:sp>
        <p:nvSpPr>
          <p:cNvPr id="16" name="Example warp: 32 threads"/>
          <p:cNvSpPr/>
          <p:nvPr/>
        </p:nvSpPr>
        <p:spPr>
          <a:xfrm>
            <a:off x="13373100" y="898398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17" name="Partition 0, row 0"/>
          <p:cNvSpPr/>
          <p:nvPr/>
        </p:nvSpPr>
        <p:spPr>
          <a:xfrm>
            <a:off x="13624560" y="907542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" name="Partition 0, row 1"/>
          <p:cNvSpPr/>
          <p:nvPr/>
        </p:nvSpPr>
        <p:spPr>
          <a:xfrm>
            <a:off x="13624560" y="996696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Example thread 0 included"/>
          <p:cNvSpPr/>
          <p:nvPr/>
        </p:nvSpPr>
        <p:spPr>
          <a:xfrm>
            <a:off x="137617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0" name="0"/>
          <p:cNvSpPr/>
          <p:nvPr/>
        </p:nvSpPr>
        <p:spPr>
          <a:xfrm>
            <a:off x="137617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21" name="Example thread 1 included"/>
          <p:cNvSpPr/>
          <p:nvPr/>
        </p:nvSpPr>
        <p:spPr>
          <a:xfrm>
            <a:off x="148818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2" name="1"/>
          <p:cNvSpPr/>
          <p:nvPr/>
        </p:nvSpPr>
        <p:spPr>
          <a:xfrm>
            <a:off x="148818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23" name="Example thread 2 included"/>
          <p:cNvSpPr/>
          <p:nvPr/>
        </p:nvSpPr>
        <p:spPr>
          <a:xfrm>
            <a:off x="160020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4" name="2"/>
          <p:cNvSpPr/>
          <p:nvPr/>
        </p:nvSpPr>
        <p:spPr>
          <a:xfrm>
            <a:off x="160020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25" name="Example thread 3 included"/>
          <p:cNvSpPr/>
          <p:nvPr/>
        </p:nvSpPr>
        <p:spPr>
          <a:xfrm>
            <a:off x="171221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6" name="3"/>
          <p:cNvSpPr/>
          <p:nvPr/>
        </p:nvSpPr>
        <p:spPr>
          <a:xfrm>
            <a:off x="171221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27" name="Example thread 4 included"/>
          <p:cNvSpPr/>
          <p:nvPr/>
        </p:nvSpPr>
        <p:spPr>
          <a:xfrm>
            <a:off x="182422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8" name="4"/>
          <p:cNvSpPr/>
          <p:nvPr/>
        </p:nvSpPr>
        <p:spPr>
          <a:xfrm>
            <a:off x="182422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29" name="Example thread 5 included"/>
          <p:cNvSpPr/>
          <p:nvPr/>
        </p:nvSpPr>
        <p:spPr>
          <a:xfrm>
            <a:off x="193624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0" name="5"/>
          <p:cNvSpPr/>
          <p:nvPr/>
        </p:nvSpPr>
        <p:spPr>
          <a:xfrm>
            <a:off x="193624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31" name="Example thread 6 included"/>
          <p:cNvSpPr/>
          <p:nvPr/>
        </p:nvSpPr>
        <p:spPr>
          <a:xfrm>
            <a:off x="204825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2" name="6"/>
          <p:cNvSpPr/>
          <p:nvPr/>
        </p:nvSpPr>
        <p:spPr>
          <a:xfrm>
            <a:off x="204825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33" name="Example thread 7 included"/>
          <p:cNvSpPr/>
          <p:nvPr/>
        </p:nvSpPr>
        <p:spPr>
          <a:xfrm>
            <a:off x="216027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4" name="7"/>
          <p:cNvSpPr/>
          <p:nvPr/>
        </p:nvSpPr>
        <p:spPr>
          <a:xfrm>
            <a:off x="216027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35" name="Example thread 8 included"/>
          <p:cNvSpPr/>
          <p:nvPr/>
        </p:nvSpPr>
        <p:spPr>
          <a:xfrm>
            <a:off x="227228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6" name="8"/>
          <p:cNvSpPr/>
          <p:nvPr/>
        </p:nvSpPr>
        <p:spPr>
          <a:xfrm>
            <a:off x="227228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37" name="Example thread 9 included"/>
          <p:cNvSpPr/>
          <p:nvPr/>
        </p:nvSpPr>
        <p:spPr>
          <a:xfrm>
            <a:off x="238429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8" name="9"/>
          <p:cNvSpPr/>
          <p:nvPr/>
        </p:nvSpPr>
        <p:spPr>
          <a:xfrm>
            <a:off x="238429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39" name="Example thread 10 included"/>
          <p:cNvSpPr/>
          <p:nvPr/>
        </p:nvSpPr>
        <p:spPr>
          <a:xfrm>
            <a:off x="249631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0" name="10"/>
          <p:cNvSpPr/>
          <p:nvPr/>
        </p:nvSpPr>
        <p:spPr>
          <a:xfrm>
            <a:off x="249631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41" name="Example thread 11 included"/>
          <p:cNvSpPr/>
          <p:nvPr/>
        </p:nvSpPr>
        <p:spPr>
          <a:xfrm>
            <a:off x="260832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2" name="11"/>
          <p:cNvSpPr/>
          <p:nvPr/>
        </p:nvSpPr>
        <p:spPr>
          <a:xfrm>
            <a:off x="260832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43" name="Example thread 12 included"/>
          <p:cNvSpPr/>
          <p:nvPr/>
        </p:nvSpPr>
        <p:spPr>
          <a:xfrm>
            <a:off x="272034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4" name="12"/>
          <p:cNvSpPr/>
          <p:nvPr/>
        </p:nvSpPr>
        <p:spPr>
          <a:xfrm>
            <a:off x="272034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45" name="Example thread 13 included"/>
          <p:cNvSpPr/>
          <p:nvPr/>
        </p:nvSpPr>
        <p:spPr>
          <a:xfrm>
            <a:off x="283235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6" name="13"/>
          <p:cNvSpPr/>
          <p:nvPr/>
        </p:nvSpPr>
        <p:spPr>
          <a:xfrm>
            <a:off x="283235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47" name="Example thread 14 included"/>
          <p:cNvSpPr/>
          <p:nvPr/>
        </p:nvSpPr>
        <p:spPr>
          <a:xfrm>
            <a:off x="294436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8" name="14"/>
          <p:cNvSpPr/>
          <p:nvPr/>
        </p:nvSpPr>
        <p:spPr>
          <a:xfrm>
            <a:off x="294436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49" name="Example thread 15 included"/>
          <p:cNvSpPr/>
          <p:nvPr/>
        </p:nvSpPr>
        <p:spPr>
          <a:xfrm>
            <a:off x="305638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0" name="15"/>
          <p:cNvSpPr/>
          <p:nvPr/>
        </p:nvSpPr>
        <p:spPr>
          <a:xfrm>
            <a:off x="305638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51" name="Example thread 16 included"/>
          <p:cNvSpPr/>
          <p:nvPr/>
        </p:nvSpPr>
        <p:spPr>
          <a:xfrm>
            <a:off x="137617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2" name="16"/>
          <p:cNvSpPr/>
          <p:nvPr/>
        </p:nvSpPr>
        <p:spPr>
          <a:xfrm>
            <a:off x="137617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53" name="Example thread 17 included"/>
          <p:cNvSpPr/>
          <p:nvPr/>
        </p:nvSpPr>
        <p:spPr>
          <a:xfrm>
            <a:off x="148818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4" name="17"/>
          <p:cNvSpPr/>
          <p:nvPr/>
        </p:nvSpPr>
        <p:spPr>
          <a:xfrm>
            <a:off x="148818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55" name="Example thread 18 included"/>
          <p:cNvSpPr/>
          <p:nvPr/>
        </p:nvSpPr>
        <p:spPr>
          <a:xfrm>
            <a:off x="160020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6" name="18"/>
          <p:cNvSpPr/>
          <p:nvPr/>
        </p:nvSpPr>
        <p:spPr>
          <a:xfrm>
            <a:off x="160020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57" name="Example thread 19 included"/>
          <p:cNvSpPr/>
          <p:nvPr/>
        </p:nvSpPr>
        <p:spPr>
          <a:xfrm>
            <a:off x="171221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8" name="19"/>
          <p:cNvSpPr/>
          <p:nvPr/>
        </p:nvSpPr>
        <p:spPr>
          <a:xfrm>
            <a:off x="171221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59" name="Example thread 20 included"/>
          <p:cNvSpPr/>
          <p:nvPr/>
        </p:nvSpPr>
        <p:spPr>
          <a:xfrm>
            <a:off x="182422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0" name="20"/>
          <p:cNvSpPr/>
          <p:nvPr/>
        </p:nvSpPr>
        <p:spPr>
          <a:xfrm>
            <a:off x="182422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61" name="Example thread 21 included"/>
          <p:cNvSpPr/>
          <p:nvPr/>
        </p:nvSpPr>
        <p:spPr>
          <a:xfrm>
            <a:off x="193624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2" name="21"/>
          <p:cNvSpPr/>
          <p:nvPr/>
        </p:nvSpPr>
        <p:spPr>
          <a:xfrm>
            <a:off x="193624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63" name="Example thread 22 included"/>
          <p:cNvSpPr/>
          <p:nvPr/>
        </p:nvSpPr>
        <p:spPr>
          <a:xfrm>
            <a:off x="204825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4" name="22"/>
          <p:cNvSpPr/>
          <p:nvPr/>
        </p:nvSpPr>
        <p:spPr>
          <a:xfrm>
            <a:off x="204825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65" name="Example thread 23 included"/>
          <p:cNvSpPr/>
          <p:nvPr/>
        </p:nvSpPr>
        <p:spPr>
          <a:xfrm>
            <a:off x="216027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6" name="23"/>
          <p:cNvSpPr/>
          <p:nvPr/>
        </p:nvSpPr>
        <p:spPr>
          <a:xfrm>
            <a:off x="216027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67" name="Example thread 24 included"/>
          <p:cNvSpPr/>
          <p:nvPr/>
        </p:nvSpPr>
        <p:spPr>
          <a:xfrm>
            <a:off x="227228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8" name="24"/>
          <p:cNvSpPr/>
          <p:nvPr/>
        </p:nvSpPr>
        <p:spPr>
          <a:xfrm>
            <a:off x="227228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69" name="Example thread 25 included"/>
          <p:cNvSpPr/>
          <p:nvPr/>
        </p:nvSpPr>
        <p:spPr>
          <a:xfrm>
            <a:off x="238429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0" name="25"/>
          <p:cNvSpPr/>
          <p:nvPr/>
        </p:nvSpPr>
        <p:spPr>
          <a:xfrm>
            <a:off x="238429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71" name="Example thread 26 included"/>
          <p:cNvSpPr/>
          <p:nvPr/>
        </p:nvSpPr>
        <p:spPr>
          <a:xfrm>
            <a:off x="249631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2" name="26"/>
          <p:cNvSpPr/>
          <p:nvPr/>
        </p:nvSpPr>
        <p:spPr>
          <a:xfrm>
            <a:off x="249631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73" name="Example thread 27 included"/>
          <p:cNvSpPr/>
          <p:nvPr/>
        </p:nvSpPr>
        <p:spPr>
          <a:xfrm>
            <a:off x="260832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4" name="27"/>
          <p:cNvSpPr/>
          <p:nvPr/>
        </p:nvSpPr>
        <p:spPr>
          <a:xfrm>
            <a:off x="260832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75" name="Example thread 28 included"/>
          <p:cNvSpPr/>
          <p:nvPr/>
        </p:nvSpPr>
        <p:spPr>
          <a:xfrm>
            <a:off x="272034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6" name="28"/>
          <p:cNvSpPr/>
          <p:nvPr/>
        </p:nvSpPr>
        <p:spPr>
          <a:xfrm>
            <a:off x="272034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77" name="Example thread 29 included"/>
          <p:cNvSpPr/>
          <p:nvPr/>
        </p:nvSpPr>
        <p:spPr>
          <a:xfrm>
            <a:off x="283235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8" name="29"/>
          <p:cNvSpPr/>
          <p:nvPr/>
        </p:nvSpPr>
        <p:spPr>
          <a:xfrm>
            <a:off x="283235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79" name="Example thread 30 included"/>
          <p:cNvSpPr/>
          <p:nvPr/>
        </p:nvSpPr>
        <p:spPr>
          <a:xfrm>
            <a:off x="294436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0" name="30"/>
          <p:cNvSpPr/>
          <p:nvPr/>
        </p:nvSpPr>
        <p:spPr>
          <a:xfrm>
            <a:off x="294436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81" name="Example thread 31 included"/>
          <p:cNvSpPr/>
          <p:nvPr/>
        </p:nvSpPr>
        <p:spPr>
          <a:xfrm>
            <a:off x="305638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2" name="31"/>
          <p:cNvSpPr/>
          <p:nvPr/>
        </p:nvSpPr>
        <p:spPr>
          <a:xfrm>
            <a:off x="305638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83" name="Shape"/>
          <p:cNvSpPr/>
          <p:nvPr/>
        </p:nvSpPr>
        <p:spPr>
          <a:xfrm>
            <a:off x="22014180" y="11704320"/>
            <a:ext cx="640080" cy="914400"/>
          </a:xfrm>
          <a:prstGeom prst="down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84" name="Example: split 32 threads into four groups of 8."/>
          <p:cNvSpPr/>
          <p:nvPr/>
        </p:nvSpPr>
        <p:spPr>
          <a:xfrm>
            <a:off x="13235940" y="12824460"/>
            <a:ext cx="21259800" cy="10515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Example: split 32 threads into four groups of 8.</a:t>
            </a:r>
          </a:p>
        </p:txBody>
      </p:sp>
      <p:sp>
        <p:nvSpPr>
          <p:cNvPr id="85" name="Result · subgroups"/>
          <p:cNvSpPr/>
          <p:nvPr/>
        </p:nvSpPr>
        <p:spPr>
          <a:xfrm>
            <a:off x="13235940" y="1469898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Result · subgroups</a:t>
            </a:r>
          </a:p>
        </p:txBody>
      </p:sp>
      <p:sp>
        <p:nvSpPr>
          <p:cNvPr id="86" name="Example warp: 32 threads"/>
          <p:cNvSpPr/>
          <p:nvPr/>
        </p:nvSpPr>
        <p:spPr>
          <a:xfrm>
            <a:off x="13373100" y="1538478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87" name="Partition 0, row 0"/>
          <p:cNvSpPr/>
          <p:nvPr/>
        </p:nvSpPr>
        <p:spPr>
          <a:xfrm>
            <a:off x="13624560" y="1547622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8" name="Partition 1, row 0"/>
          <p:cNvSpPr/>
          <p:nvPr/>
        </p:nvSpPr>
        <p:spPr>
          <a:xfrm>
            <a:off x="22585680" y="1547622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9" name="Partition 2, row 1"/>
          <p:cNvSpPr/>
          <p:nvPr/>
        </p:nvSpPr>
        <p:spPr>
          <a:xfrm>
            <a:off x="13624560" y="1636776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0" name="Partition 3, row 1"/>
          <p:cNvSpPr/>
          <p:nvPr/>
        </p:nvSpPr>
        <p:spPr>
          <a:xfrm>
            <a:off x="22585680" y="16367760"/>
            <a:ext cx="861822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1" name="Example thread 0 included"/>
          <p:cNvSpPr/>
          <p:nvPr/>
        </p:nvSpPr>
        <p:spPr>
          <a:xfrm>
            <a:off x="137617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2" name="0"/>
          <p:cNvSpPr/>
          <p:nvPr/>
        </p:nvSpPr>
        <p:spPr>
          <a:xfrm>
            <a:off x="137617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93" name="Example thread 1 included"/>
          <p:cNvSpPr/>
          <p:nvPr/>
        </p:nvSpPr>
        <p:spPr>
          <a:xfrm>
            <a:off x="148818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4" name="1"/>
          <p:cNvSpPr/>
          <p:nvPr/>
        </p:nvSpPr>
        <p:spPr>
          <a:xfrm>
            <a:off x="148818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95" name="Example thread 2 included"/>
          <p:cNvSpPr/>
          <p:nvPr/>
        </p:nvSpPr>
        <p:spPr>
          <a:xfrm>
            <a:off x="160020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6" name="2"/>
          <p:cNvSpPr/>
          <p:nvPr/>
        </p:nvSpPr>
        <p:spPr>
          <a:xfrm>
            <a:off x="160020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97" name="Example thread 3 included"/>
          <p:cNvSpPr/>
          <p:nvPr/>
        </p:nvSpPr>
        <p:spPr>
          <a:xfrm>
            <a:off x="171221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8" name="3"/>
          <p:cNvSpPr/>
          <p:nvPr/>
        </p:nvSpPr>
        <p:spPr>
          <a:xfrm>
            <a:off x="171221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99" name="Example thread 4 included"/>
          <p:cNvSpPr/>
          <p:nvPr/>
        </p:nvSpPr>
        <p:spPr>
          <a:xfrm>
            <a:off x="182422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0" name="4"/>
          <p:cNvSpPr/>
          <p:nvPr/>
        </p:nvSpPr>
        <p:spPr>
          <a:xfrm>
            <a:off x="182422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101" name="Example thread 5 included"/>
          <p:cNvSpPr/>
          <p:nvPr/>
        </p:nvSpPr>
        <p:spPr>
          <a:xfrm>
            <a:off x="193624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2" name="5"/>
          <p:cNvSpPr/>
          <p:nvPr/>
        </p:nvSpPr>
        <p:spPr>
          <a:xfrm>
            <a:off x="193624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103" name="Example thread 6 included"/>
          <p:cNvSpPr/>
          <p:nvPr/>
        </p:nvSpPr>
        <p:spPr>
          <a:xfrm>
            <a:off x="204825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4" name="6"/>
          <p:cNvSpPr/>
          <p:nvPr/>
        </p:nvSpPr>
        <p:spPr>
          <a:xfrm>
            <a:off x="204825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105" name="Example thread 7 included"/>
          <p:cNvSpPr/>
          <p:nvPr/>
        </p:nvSpPr>
        <p:spPr>
          <a:xfrm>
            <a:off x="216027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6" name="7"/>
          <p:cNvSpPr/>
          <p:nvPr/>
        </p:nvSpPr>
        <p:spPr>
          <a:xfrm>
            <a:off x="216027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107" name="Example thread 8 included"/>
          <p:cNvSpPr/>
          <p:nvPr/>
        </p:nvSpPr>
        <p:spPr>
          <a:xfrm>
            <a:off x="227228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8" name="8"/>
          <p:cNvSpPr/>
          <p:nvPr/>
        </p:nvSpPr>
        <p:spPr>
          <a:xfrm>
            <a:off x="227228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109" name="Example thread 9 included"/>
          <p:cNvSpPr/>
          <p:nvPr/>
        </p:nvSpPr>
        <p:spPr>
          <a:xfrm>
            <a:off x="238429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0" name="9"/>
          <p:cNvSpPr/>
          <p:nvPr/>
        </p:nvSpPr>
        <p:spPr>
          <a:xfrm>
            <a:off x="238429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111" name="Example thread 10 included"/>
          <p:cNvSpPr/>
          <p:nvPr/>
        </p:nvSpPr>
        <p:spPr>
          <a:xfrm>
            <a:off x="249631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2" name="10"/>
          <p:cNvSpPr/>
          <p:nvPr/>
        </p:nvSpPr>
        <p:spPr>
          <a:xfrm>
            <a:off x="249631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113" name="Example thread 11 included"/>
          <p:cNvSpPr/>
          <p:nvPr/>
        </p:nvSpPr>
        <p:spPr>
          <a:xfrm>
            <a:off x="260832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4" name="11"/>
          <p:cNvSpPr/>
          <p:nvPr/>
        </p:nvSpPr>
        <p:spPr>
          <a:xfrm>
            <a:off x="260832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115" name="Example thread 12 included"/>
          <p:cNvSpPr/>
          <p:nvPr/>
        </p:nvSpPr>
        <p:spPr>
          <a:xfrm>
            <a:off x="272034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6" name="12"/>
          <p:cNvSpPr/>
          <p:nvPr/>
        </p:nvSpPr>
        <p:spPr>
          <a:xfrm>
            <a:off x="272034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117" name="Example thread 13 included"/>
          <p:cNvSpPr/>
          <p:nvPr/>
        </p:nvSpPr>
        <p:spPr>
          <a:xfrm>
            <a:off x="283235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8" name="13"/>
          <p:cNvSpPr/>
          <p:nvPr/>
        </p:nvSpPr>
        <p:spPr>
          <a:xfrm>
            <a:off x="283235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119" name="Example thread 14 included"/>
          <p:cNvSpPr/>
          <p:nvPr/>
        </p:nvSpPr>
        <p:spPr>
          <a:xfrm>
            <a:off x="294436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0" name="14"/>
          <p:cNvSpPr/>
          <p:nvPr/>
        </p:nvSpPr>
        <p:spPr>
          <a:xfrm>
            <a:off x="294436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121" name="Example thread 15 included"/>
          <p:cNvSpPr/>
          <p:nvPr/>
        </p:nvSpPr>
        <p:spPr>
          <a:xfrm>
            <a:off x="305638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2" name="15"/>
          <p:cNvSpPr/>
          <p:nvPr/>
        </p:nvSpPr>
        <p:spPr>
          <a:xfrm>
            <a:off x="305638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123" name="Example thread 16 included"/>
          <p:cNvSpPr/>
          <p:nvPr/>
        </p:nvSpPr>
        <p:spPr>
          <a:xfrm>
            <a:off x="137617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4" name="16"/>
          <p:cNvSpPr/>
          <p:nvPr/>
        </p:nvSpPr>
        <p:spPr>
          <a:xfrm>
            <a:off x="137617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125" name="Example thread 17 included"/>
          <p:cNvSpPr/>
          <p:nvPr/>
        </p:nvSpPr>
        <p:spPr>
          <a:xfrm>
            <a:off x="148818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6" name="17"/>
          <p:cNvSpPr/>
          <p:nvPr/>
        </p:nvSpPr>
        <p:spPr>
          <a:xfrm>
            <a:off x="148818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127" name="Example thread 18 included"/>
          <p:cNvSpPr/>
          <p:nvPr/>
        </p:nvSpPr>
        <p:spPr>
          <a:xfrm>
            <a:off x="160020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8" name="18"/>
          <p:cNvSpPr/>
          <p:nvPr/>
        </p:nvSpPr>
        <p:spPr>
          <a:xfrm>
            <a:off x="160020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129" name="Example thread 19 included"/>
          <p:cNvSpPr/>
          <p:nvPr/>
        </p:nvSpPr>
        <p:spPr>
          <a:xfrm>
            <a:off x="171221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0" name="19"/>
          <p:cNvSpPr/>
          <p:nvPr/>
        </p:nvSpPr>
        <p:spPr>
          <a:xfrm>
            <a:off x="171221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131" name="Example thread 20 included"/>
          <p:cNvSpPr/>
          <p:nvPr/>
        </p:nvSpPr>
        <p:spPr>
          <a:xfrm>
            <a:off x="182422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2" name="20"/>
          <p:cNvSpPr/>
          <p:nvPr/>
        </p:nvSpPr>
        <p:spPr>
          <a:xfrm>
            <a:off x="182422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133" name="Example thread 21 included"/>
          <p:cNvSpPr/>
          <p:nvPr/>
        </p:nvSpPr>
        <p:spPr>
          <a:xfrm>
            <a:off x="193624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4" name="21"/>
          <p:cNvSpPr/>
          <p:nvPr/>
        </p:nvSpPr>
        <p:spPr>
          <a:xfrm>
            <a:off x="193624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135" name="Example thread 22 included"/>
          <p:cNvSpPr/>
          <p:nvPr/>
        </p:nvSpPr>
        <p:spPr>
          <a:xfrm>
            <a:off x="204825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6" name="22"/>
          <p:cNvSpPr/>
          <p:nvPr/>
        </p:nvSpPr>
        <p:spPr>
          <a:xfrm>
            <a:off x="204825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137" name="Example thread 23 included"/>
          <p:cNvSpPr/>
          <p:nvPr/>
        </p:nvSpPr>
        <p:spPr>
          <a:xfrm>
            <a:off x="216027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8" name="23"/>
          <p:cNvSpPr/>
          <p:nvPr/>
        </p:nvSpPr>
        <p:spPr>
          <a:xfrm>
            <a:off x="216027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139" name="Example thread 24 included"/>
          <p:cNvSpPr/>
          <p:nvPr/>
        </p:nvSpPr>
        <p:spPr>
          <a:xfrm>
            <a:off x="227228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0" name="24"/>
          <p:cNvSpPr/>
          <p:nvPr/>
        </p:nvSpPr>
        <p:spPr>
          <a:xfrm>
            <a:off x="227228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141" name="Example thread 25 included"/>
          <p:cNvSpPr/>
          <p:nvPr/>
        </p:nvSpPr>
        <p:spPr>
          <a:xfrm>
            <a:off x="238429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2" name="25"/>
          <p:cNvSpPr/>
          <p:nvPr/>
        </p:nvSpPr>
        <p:spPr>
          <a:xfrm>
            <a:off x="238429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143" name="Example thread 26 included"/>
          <p:cNvSpPr/>
          <p:nvPr/>
        </p:nvSpPr>
        <p:spPr>
          <a:xfrm>
            <a:off x="249631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4" name="26"/>
          <p:cNvSpPr/>
          <p:nvPr/>
        </p:nvSpPr>
        <p:spPr>
          <a:xfrm>
            <a:off x="249631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145" name="Example thread 27 included"/>
          <p:cNvSpPr/>
          <p:nvPr/>
        </p:nvSpPr>
        <p:spPr>
          <a:xfrm>
            <a:off x="260832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6" name="27"/>
          <p:cNvSpPr/>
          <p:nvPr/>
        </p:nvSpPr>
        <p:spPr>
          <a:xfrm>
            <a:off x="260832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147" name="Example thread 28 included"/>
          <p:cNvSpPr/>
          <p:nvPr/>
        </p:nvSpPr>
        <p:spPr>
          <a:xfrm>
            <a:off x="272034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8" name="28"/>
          <p:cNvSpPr/>
          <p:nvPr/>
        </p:nvSpPr>
        <p:spPr>
          <a:xfrm>
            <a:off x="272034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149" name="Example thread 29 included"/>
          <p:cNvSpPr/>
          <p:nvPr/>
        </p:nvSpPr>
        <p:spPr>
          <a:xfrm>
            <a:off x="283235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0" name="29"/>
          <p:cNvSpPr/>
          <p:nvPr/>
        </p:nvSpPr>
        <p:spPr>
          <a:xfrm>
            <a:off x="283235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151" name="Example thread 30 included"/>
          <p:cNvSpPr/>
          <p:nvPr/>
        </p:nvSpPr>
        <p:spPr>
          <a:xfrm>
            <a:off x="294436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2" name="30"/>
          <p:cNvSpPr/>
          <p:nvPr/>
        </p:nvSpPr>
        <p:spPr>
          <a:xfrm>
            <a:off x="294436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153" name="Example thread 31 included"/>
          <p:cNvSpPr/>
          <p:nvPr/>
        </p:nvSpPr>
        <p:spPr>
          <a:xfrm>
            <a:off x="305638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4" name="31"/>
          <p:cNvSpPr/>
          <p:nvPr/>
        </p:nvSpPr>
        <p:spPr>
          <a:xfrm>
            <a:off x="305638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155" name="Numbers show original thread IDs · Green: included · Gray: exclud"/>
          <p:cNvSpPr/>
          <p:nvPr/>
        </p:nvSpPr>
        <p:spPr>
          <a:xfrm>
            <a:off x="13235940" y="19179540"/>
            <a:ext cx="2125980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Numbers show original thread IDs · Green: included · Gray: excluded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 name="Predefined Group Mappings — group_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defined Group Mapping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Predefined Group Mappings</a:t>
            </a:r>
          </a:p>
        </p:txBody>
      </p:sp>
      <p:sp>
        <p:nvSpPr>
          <p:cNvPr id="4" name="26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5" name="`identity_mapping`"/>
          <p:cNvSpPr/>
          <p:nvPr/>
        </p:nvSpPr>
        <p:spPr>
          <a:xfrm>
            <a:off x="2308860" y="55778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identity_mapping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6" name="`group_by`"/>
          <p:cNvSpPr/>
          <p:nvPr/>
        </p:nvSpPr>
        <p:spPr>
          <a:xfrm>
            <a:off x="2308860" y="770382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group_by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7" name="Current mapping"/>
          <p:cNvSpPr/>
          <p:nvPr/>
        </p:nvSpPr>
        <p:spPr>
          <a:xfrm>
            <a:off x="1828800" y="9304020"/>
            <a:ext cx="9829800" cy="17602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/>
            </a:solidFill>
          </a:ln>
        </p:spPr>
      </p:sp>
      <p:sp>
        <p:nvSpPr>
          <p:cNvPr id="8" name="Shape"/>
          <p:cNvSpPr/>
          <p:nvPr/>
        </p:nvSpPr>
        <p:spPr>
          <a:xfrm>
            <a:off x="1828800" y="9304020"/>
            <a:ext cx="114300" cy="176022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9" name="`group_as`"/>
          <p:cNvSpPr/>
          <p:nvPr/>
        </p:nvSpPr>
        <p:spPr>
          <a:xfrm>
            <a:off x="2308860" y="982980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group_as</a:t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</a:p>
        </p:txBody>
      </p:sp>
      <p:sp>
        <p:nvSpPr>
          <p:cNvPr id="10" name="`take`"/>
          <p:cNvSpPr/>
          <p:nvPr/>
        </p:nvSpPr>
        <p:spPr>
          <a:xfrm>
            <a:off x="2308860" y="1195578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take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1" name="`binary_partition`"/>
          <p:cNvSpPr/>
          <p:nvPr/>
        </p:nvSpPr>
        <p:spPr>
          <a:xfrm>
            <a:off x="2308860" y="1408176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binary_partition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2" name="`composite_mapping`"/>
          <p:cNvSpPr/>
          <p:nvPr/>
        </p:nvSpPr>
        <p:spPr>
          <a:xfrm>
            <a:off x="2308860" y="162077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composite_mapping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3" name="Shape"/>
          <p:cNvSpPr/>
          <p:nvPr/>
        </p:nvSpPr>
        <p:spPr>
          <a:xfrm>
            <a:off x="12458700" y="5052060"/>
            <a:ext cx="22860" cy="1357884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14" name="Splits each group into subgroups with individually specified size"/>
          <p:cNvSpPr/>
          <p:nvPr/>
        </p:nvSpPr>
        <p:spPr>
          <a:xfrm>
            <a:off x="13235940" y="5166360"/>
            <a:ext cx="21259800" cy="23774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Splits each group into subgroups with individually specified sizes.</a:t>
            </a:r>
          </a:p>
        </p:txBody>
      </p:sp>
      <p:sp>
        <p:nvSpPr>
          <p:cNvPr id="15" name="Parent warp · 32 threads"/>
          <p:cNvSpPr/>
          <p:nvPr/>
        </p:nvSpPr>
        <p:spPr>
          <a:xfrm>
            <a:off x="13235940" y="829818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Parent warp · 32 threads</a:t>
            </a:r>
          </a:p>
        </p:txBody>
      </p:sp>
      <p:sp>
        <p:nvSpPr>
          <p:cNvPr id="16" name="Example warp: 32 threads"/>
          <p:cNvSpPr/>
          <p:nvPr/>
        </p:nvSpPr>
        <p:spPr>
          <a:xfrm>
            <a:off x="13373100" y="898398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17" name="Partition 0, row 0"/>
          <p:cNvSpPr/>
          <p:nvPr/>
        </p:nvSpPr>
        <p:spPr>
          <a:xfrm>
            <a:off x="13624560" y="907542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" name="Partition 0, row 1"/>
          <p:cNvSpPr/>
          <p:nvPr/>
        </p:nvSpPr>
        <p:spPr>
          <a:xfrm>
            <a:off x="13624560" y="996696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Example thread 0 included"/>
          <p:cNvSpPr/>
          <p:nvPr/>
        </p:nvSpPr>
        <p:spPr>
          <a:xfrm>
            <a:off x="137617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0" name="0"/>
          <p:cNvSpPr/>
          <p:nvPr/>
        </p:nvSpPr>
        <p:spPr>
          <a:xfrm>
            <a:off x="137617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21" name="Example thread 1 included"/>
          <p:cNvSpPr/>
          <p:nvPr/>
        </p:nvSpPr>
        <p:spPr>
          <a:xfrm>
            <a:off x="148818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2" name="1"/>
          <p:cNvSpPr/>
          <p:nvPr/>
        </p:nvSpPr>
        <p:spPr>
          <a:xfrm>
            <a:off x="148818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23" name="Example thread 2 included"/>
          <p:cNvSpPr/>
          <p:nvPr/>
        </p:nvSpPr>
        <p:spPr>
          <a:xfrm>
            <a:off x="160020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4" name="2"/>
          <p:cNvSpPr/>
          <p:nvPr/>
        </p:nvSpPr>
        <p:spPr>
          <a:xfrm>
            <a:off x="160020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25" name="Example thread 3 included"/>
          <p:cNvSpPr/>
          <p:nvPr/>
        </p:nvSpPr>
        <p:spPr>
          <a:xfrm>
            <a:off x="171221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6" name="3"/>
          <p:cNvSpPr/>
          <p:nvPr/>
        </p:nvSpPr>
        <p:spPr>
          <a:xfrm>
            <a:off x="171221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27" name="Example thread 4 included"/>
          <p:cNvSpPr/>
          <p:nvPr/>
        </p:nvSpPr>
        <p:spPr>
          <a:xfrm>
            <a:off x="182422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8" name="4"/>
          <p:cNvSpPr/>
          <p:nvPr/>
        </p:nvSpPr>
        <p:spPr>
          <a:xfrm>
            <a:off x="182422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29" name="Example thread 5 included"/>
          <p:cNvSpPr/>
          <p:nvPr/>
        </p:nvSpPr>
        <p:spPr>
          <a:xfrm>
            <a:off x="193624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0" name="5"/>
          <p:cNvSpPr/>
          <p:nvPr/>
        </p:nvSpPr>
        <p:spPr>
          <a:xfrm>
            <a:off x="193624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31" name="Example thread 6 included"/>
          <p:cNvSpPr/>
          <p:nvPr/>
        </p:nvSpPr>
        <p:spPr>
          <a:xfrm>
            <a:off x="204825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2" name="6"/>
          <p:cNvSpPr/>
          <p:nvPr/>
        </p:nvSpPr>
        <p:spPr>
          <a:xfrm>
            <a:off x="204825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33" name="Example thread 7 included"/>
          <p:cNvSpPr/>
          <p:nvPr/>
        </p:nvSpPr>
        <p:spPr>
          <a:xfrm>
            <a:off x="216027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4" name="7"/>
          <p:cNvSpPr/>
          <p:nvPr/>
        </p:nvSpPr>
        <p:spPr>
          <a:xfrm>
            <a:off x="216027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35" name="Example thread 8 included"/>
          <p:cNvSpPr/>
          <p:nvPr/>
        </p:nvSpPr>
        <p:spPr>
          <a:xfrm>
            <a:off x="227228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6" name="8"/>
          <p:cNvSpPr/>
          <p:nvPr/>
        </p:nvSpPr>
        <p:spPr>
          <a:xfrm>
            <a:off x="227228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37" name="Example thread 9 included"/>
          <p:cNvSpPr/>
          <p:nvPr/>
        </p:nvSpPr>
        <p:spPr>
          <a:xfrm>
            <a:off x="238429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8" name="9"/>
          <p:cNvSpPr/>
          <p:nvPr/>
        </p:nvSpPr>
        <p:spPr>
          <a:xfrm>
            <a:off x="238429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39" name="Example thread 10 included"/>
          <p:cNvSpPr/>
          <p:nvPr/>
        </p:nvSpPr>
        <p:spPr>
          <a:xfrm>
            <a:off x="249631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0" name="10"/>
          <p:cNvSpPr/>
          <p:nvPr/>
        </p:nvSpPr>
        <p:spPr>
          <a:xfrm>
            <a:off x="249631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41" name="Example thread 11 included"/>
          <p:cNvSpPr/>
          <p:nvPr/>
        </p:nvSpPr>
        <p:spPr>
          <a:xfrm>
            <a:off x="260832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2" name="11"/>
          <p:cNvSpPr/>
          <p:nvPr/>
        </p:nvSpPr>
        <p:spPr>
          <a:xfrm>
            <a:off x="260832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43" name="Example thread 12 included"/>
          <p:cNvSpPr/>
          <p:nvPr/>
        </p:nvSpPr>
        <p:spPr>
          <a:xfrm>
            <a:off x="272034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4" name="12"/>
          <p:cNvSpPr/>
          <p:nvPr/>
        </p:nvSpPr>
        <p:spPr>
          <a:xfrm>
            <a:off x="272034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45" name="Example thread 13 included"/>
          <p:cNvSpPr/>
          <p:nvPr/>
        </p:nvSpPr>
        <p:spPr>
          <a:xfrm>
            <a:off x="283235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6" name="13"/>
          <p:cNvSpPr/>
          <p:nvPr/>
        </p:nvSpPr>
        <p:spPr>
          <a:xfrm>
            <a:off x="283235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47" name="Example thread 14 included"/>
          <p:cNvSpPr/>
          <p:nvPr/>
        </p:nvSpPr>
        <p:spPr>
          <a:xfrm>
            <a:off x="294436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8" name="14"/>
          <p:cNvSpPr/>
          <p:nvPr/>
        </p:nvSpPr>
        <p:spPr>
          <a:xfrm>
            <a:off x="294436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49" name="Example thread 15 included"/>
          <p:cNvSpPr/>
          <p:nvPr/>
        </p:nvSpPr>
        <p:spPr>
          <a:xfrm>
            <a:off x="305638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0" name="15"/>
          <p:cNvSpPr/>
          <p:nvPr/>
        </p:nvSpPr>
        <p:spPr>
          <a:xfrm>
            <a:off x="305638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51" name="Example thread 16 included"/>
          <p:cNvSpPr/>
          <p:nvPr/>
        </p:nvSpPr>
        <p:spPr>
          <a:xfrm>
            <a:off x="137617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2" name="16"/>
          <p:cNvSpPr/>
          <p:nvPr/>
        </p:nvSpPr>
        <p:spPr>
          <a:xfrm>
            <a:off x="137617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53" name="Example thread 17 included"/>
          <p:cNvSpPr/>
          <p:nvPr/>
        </p:nvSpPr>
        <p:spPr>
          <a:xfrm>
            <a:off x="148818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4" name="17"/>
          <p:cNvSpPr/>
          <p:nvPr/>
        </p:nvSpPr>
        <p:spPr>
          <a:xfrm>
            <a:off x="148818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55" name="Example thread 18 included"/>
          <p:cNvSpPr/>
          <p:nvPr/>
        </p:nvSpPr>
        <p:spPr>
          <a:xfrm>
            <a:off x="160020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6" name="18"/>
          <p:cNvSpPr/>
          <p:nvPr/>
        </p:nvSpPr>
        <p:spPr>
          <a:xfrm>
            <a:off x="160020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57" name="Example thread 19 included"/>
          <p:cNvSpPr/>
          <p:nvPr/>
        </p:nvSpPr>
        <p:spPr>
          <a:xfrm>
            <a:off x="171221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8" name="19"/>
          <p:cNvSpPr/>
          <p:nvPr/>
        </p:nvSpPr>
        <p:spPr>
          <a:xfrm>
            <a:off x="171221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59" name="Example thread 20 included"/>
          <p:cNvSpPr/>
          <p:nvPr/>
        </p:nvSpPr>
        <p:spPr>
          <a:xfrm>
            <a:off x="182422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0" name="20"/>
          <p:cNvSpPr/>
          <p:nvPr/>
        </p:nvSpPr>
        <p:spPr>
          <a:xfrm>
            <a:off x="182422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61" name="Example thread 21 included"/>
          <p:cNvSpPr/>
          <p:nvPr/>
        </p:nvSpPr>
        <p:spPr>
          <a:xfrm>
            <a:off x="193624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2" name="21"/>
          <p:cNvSpPr/>
          <p:nvPr/>
        </p:nvSpPr>
        <p:spPr>
          <a:xfrm>
            <a:off x="193624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63" name="Example thread 22 included"/>
          <p:cNvSpPr/>
          <p:nvPr/>
        </p:nvSpPr>
        <p:spPr>
          <a:xfrm>
            <a:off x="204825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4" name="22"/>
          <p:cNvSpPr/>
          <p:nvPr/>
        </p:nvSpPr>
        <p:spPr>
          <a:xfrm>
            <a:off x="204825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65" name="Example thread 23 included"/>
          <p:cNvSpPr/>
          <p:nvPr/>
        </p:nvSpPr>
        <p:spPr>
          <a:xfrm>
            <a:off x="216027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6" name="23"/>
          <p:cNvSpPr/>
          <p:nvPr/>
        </p:nvSpPr>
        <p:spPr>
          <a:xfrm>
            <a:off x="216027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67" name="Example thread 24 included"/>
          <p:cNvSpPr/>
          <p:nvPr/>
        </p:nvSpPr>
        <p:spPr>
          <a:xfrm>
            <a:off x="227228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8" name="24"/>
          <p:cNvSpPr/>
          <p:nvPr/>
        </p:nvSpPr>
        <p:spPr>
          <a:xfrm>
            <a:off x="227228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69" name="Example thread 25 included"/>
          <p:cNvSpPr/>
          <p:nvPr/>
        </p:nvSpPr>
        <p:spPr>
          <a:xfrm>
            <a:off x="238429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0" name="25"/>
          <p:cNvSpPr/>
          <p:nvPr/>
        </p:nvSpPr>
        <p:spPr>
          <a:xfrm>
            <a:off x="238429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71" name="Example thread 26 included"/>
          <p:cNvSpPr/>
          <p:nvPr/>
        </p:nvSpPr>
        <p:spPr>
          <a:xfrm>
            <a:off x="249631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2" name="26"/>
          <p:cNvSpPr/>
          <p:nvPr/>
        </p:nvSpPr>
        <p:spPr>
          <a:xfrm>
            <a:off x="249631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73" name="Example thread 27 included"/>
          <p:cNvSpPr/>
          <p:nvPr/>
        </p:nvSpPr>
        <p:spPr>
          <a:xfrm>
            <a:off x="260832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4" name="27"/>
          <p:cNvSpPr/>
          <p:nvPr/>
        </p:nvSpPr>
        <p:spPr>
          <a:xfrm>
            <a:off x="260832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75" name="Example thread 28 included"/>
          <p:cNvSpPr/>
          <p:nvPr/>
        </p:nvSpPr>
        <p:spPr>
          <a:xfrm>
            <a:off x="272034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6" name="28"/>
          <p:cNvSpPr/>
          <p:nvPr/>
        </p:nvSpPr>
        <p:spPr>
          <a:xfrm>
            <a:off x="272034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77" name="Example thread 29 included"/>
          <p:cNvSpPr/>
          <p:nvPr/>
        </p:nvSpPr>
        <p:spPr>
          <a:xfrm>
            <a:off x="283235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8" name="29"/>
          <p:cNvSpPr/>
          <p:nvPr/>
        </p:nvSpPr>
        <p:spPr>
          <a:xfrm>
            <a:off x="283235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79" name="Example thread 30 included"/>
          <p:cNvSpPr/>
          <p:nvPr/>
        </p:nvSpPr>
        <p:spPr>
          <a:xfrm>
            <a:off x="294436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0" name="30"/>
          <p:cNvSpPr/>
          <p:nvPr/>
        </p:nvSpPr>
        <p:spPr>
          <a:xfrm>
            <a:off x="294436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81" name="Example thread 31 included"/>
          <p:cNvSpPr/>
          <p:nvPr/>
        </p:nvSpPr>
        <p:spPr>
          <a:xfrm>
            <a:off x="305638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2" name="31"/>
          <p:cNvSpPr/>
          <p:nvPr/>
        </p:nvSpPr>
        <p:spPr>
          <a:xfrm>
            <a:off x="305638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83" name="Shape"/>
          <p:cNvSpPr/>
          <p:nvPr/>
        </p:nvSpPr>
        <p:spPr>
          <a:xfrm>
            <a:off x="22014180" y="11704320"/>
            <a:ext cx="640080" cy="914400"/>
          </a:xfrm>
          <a:prstGeom prst="down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84" name="Example: use subgroup sizes 5, 9, 6, and 12."/>
          <p:cNvSpPr/>
          <p:nvPr/>
        </p:nvSpPr>
        <p:spPr>
          <a:xfrm>
            <a:off x="13235940" y="12824460"/>
            <a:ext cx="21259800" cy="10515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Example: use subgroup sizes 5, 9, 6, and 12.</a:t>
            </a:r>
          </a:p>
        </p:txBody>
      </p:sp>
      <p:sp>
        <p:nvSpPr>
          <p:cNvPr id="85" name="Result · subgroups"/>
          <p:cNvSpPr/>
          <p:nvPr/>
        </p:nvSpPr>
        <p:spPr>
          <a:xfrm>
            <a:off x="13235940" y="1469898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Result · subgroups</a:t>
            </a:r>
          </a:p>
        </p:txBody>
      </p:sp>
      <p:sp>
        <p:nvSpPr>
          <p:cNvPr id="86" name="Example warp: 32 threads"/>
          <p:cNvSpPr/>
          <p:nvPr/>
        </p:nvSpPr>
        <p:spPr>
          <a:xfrm>
            <a:off x="13373100" y="1538478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87" name="Partition 0, row 0"/>
          <p:cNvSpPr/>
          <p:nvPr/>
        </p:nvSpPr>
        <p:spPr>
          <a:xfrm>
            <a:off x="13624560" y="15476220"/>
            <a:ext cx="525780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8" name="Partition 1, row 0"/>
          <p:cNvSpPr/>
          <p:nvPr/>
        </p:nvSpPr>
        <p:spPr>
          <a:xfrm>
            <a:off x="19225260" y="15476220"/>
            <a:ext cx="973836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9" name="Partition 2, row 0"/>
          <p:cNvSpPr/>
          <p:nvPr/>
        </p:nvSpPr>
        <p:spPr>
          <a:xfrm>
            <a:off x="29306520" y="15476220"/>
            <a:ext cx="189738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0" name="Partition 2, row 1"/>
          <p:cNvSpPr/>
          <p:nvPr/>
        </p:nvSpPr>
        <p:spPr>
          <a:xfrm>
            <a:off x="13624560" y="16367760"/>
            <a:ext cx="413766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1" name="Partition 3, row 1"/>
          <p:cNvSpPr/>
          <p:nvPr/>
        </p:nvSpPr>
        <p:spPr>
          <a:xfrm>
            <a:off x="18105120" y="16367760"/>
            <a:ext cx="1309878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92" name="Example thread 0 included"/>
          <p:cNvSpPr/>
          <p:nvPr/>
        </p:nvSpPr>
        <p:spPr>
          <a:xfrm>
            <a:off x="137617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3" name="0"/>
          <p:cNvSpPr/>
          <p:nvPr/>
        </p:nvSpPr>
        <p:spPr>
          <a:xfrm>
            <a:off x="137617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94" name="Example thread 1 included"/>
          <p:cNvSpPr/>
          <p:nvPr/>
        </p:nvSpPr>
        <p:spPr>
          <a:xfrm>
            <a:off x="148818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5" name="1"/>
          <p:cNvSpPr/>
          <p:nvPr/>
        </p:nvSpPr>
        <p:spPr>
          <a:xfrm>
            <a:off x="148818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96" name="Example thread 2 included"/>
          <p:cNvSpPr/>
          <p:nvPr/>
        </p:nvSpPr>
        <p:spPr>
          <a:xfrm>
            <a:off x="160020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7" name="2"/>
          <p:cNvSpPr/>
          <p:nvPr/>
        </p:nvSpPr>
        <p:spPr>
          <a:xfrm>
            <a:off x="160020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98" name="Example thread 3 included"/>
          <p:cNvSpPr/>
          <p:nvPr/>
        </p:nvSpPr>
        <p:spPr>
          <a:xfrm>
            <a:off x="171221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9" name="3"/>
          <p:cNvSpPr/>
          <p:nvPr/>
        </p:nvSpPr>
        <p:spPr>
          <a:xfrm>
            <a:off x="171221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100" name="Example thread 4 included"/>
          <p:cNvSpPr/>
          <p:nvPr/>
        </p:nvSpPr>
        <p:spPr>
          <a:xfrm>
            <a:off x="182422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1" name="4"/>
          <p:cNvSpPr/>
          <p:nvPr/>
        </p:nvSpPr>
        <p:spPr>
          <a:xfrm>
            <a:off x="182422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102" name="Example thread 5 included"/>
          <p:cNvSpPr/>
          <p:nvPr/>
        </p:nvSpPr>
        <p:spPr>
          <a:xfrm>
            <a:off x="193624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3" name="5"/>
          <p:cNvSpPr/>
          <p:nvPr/>
        </p:nvSpPr>
        <p:spPr>
          <a:xfrm>
            <a:off x="193624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104" name="Example thread 6 included"/>
          <p:cNvSpPr/>
          <p:nvPr/>
        </p:nvSpPr>
        <p:spPr>
          <a:xfrm>
            <a:off x="204825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5" name="6"/>
          <p:cNvSpPr/>
          <p:nvPr/>
        </p:nvSpPr>
        <p:spPr>
          <a:xfrm>
            <a:off x="204825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106" name="Example thread 7 included"/>
          <p:cNvSpPr/>
          <p:nvPr/>
        </p:nvSpPr>
        <p:spPr>
          <a:xfrm>
            <a:off x="216027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7" name="7"/>
          <p:cNvSpPr/>
          <p:nvPr/>
        </p:nvSpPr>
        <p:spPr>
          <a:xfrm>
            <a:off x="216027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108" name="Example thread 8 included"/>
          <p:cNvSpPr/>
          <p:nvPr/>
        </p:nvSpPr>
        <p:spPr>
          <a:xfrm>
            <a:off x="227228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9" name="8"/>
          <p:cNvSpPr/>
          <p:nvPr/>
        </p:nvSpPr>
        <p:spPr>
          <a:xfrm>
            <a:off x="227228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110" name="Example thread 9 included"/>
          <p:cNvSpPr/>
          <p:nvPr/>
        </p:nvSpPr>
        <p:spPr>
          <a:xfrm>
            <a:off x="238429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1" name="9"/>
          <p:cNvSpPr/>
          <p:nvPr/>
        </p:nvSpPr>
        <p:spPr>
          <a:xfrm>
            <a:off x="238429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112" name="Example thread 10 included"/>
          <p:cNvSpPr/>
          <p:nvPr/>
        </p:nvSpPr>
        <p:spPr>
          <a:xfrm>
            <a:off x="249631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3" name="10"/>
          <p:cNvSpPr/>
          <p:nvPr/>
        </p:nvSpPr>
        <p:spPr>
          <a:xfrm>
            <a:off x="249631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114" name="Example thread 11 included"/>
          <p:cNvSpPr/>
          <p:nvPr/>
        </p:nvSpPr>
        <p:spPr>
          <a:xfrm>
            <a:off x="260832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5" name="11"/>
          <p:cNvSpPr/>
          <p:nvPr/>
        </p:nvSpPr>
        <p:spPr>
          <a:xfrm>
            <a:off x="260832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116" name="Example thread 12 included"/>
          <p:cNvSpPr/>
          <p:nvPr/>
        </p:nvSpPr>
        <p:spPr>
          <a:xfrm>
            <a:off x="272034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7" name="12"/>
          <p:cNvSpPr/>
          <p:nvPr/>
        </p:nvSpPr>
        <p:spPr>
          <a:xfrm>
            <a:off x="272034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118" name="Example thread 13 included"/>
          <p:cNvSpPr/>
          <p:nvPr/>
        </p:nvSpPr>
        <p:spPr>
          <a:xfrm>
            <a:off x="283235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9" name="13"/>
          <p:cNvSpPr/>
          <p:nvPr/>
        </p:nvSpPr>
        <p:spPr>
          <a:xfrm>
            <a:off x="283235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120" name="Example thread 14 included"/>
          <p:cNvSpPr/>
          <p:nvPr/>
        </p:nvSpPr>
        <p:spPr>
          <a:xfrm>
            <a:off x="294436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1" name="14"/>
          <p:cNvSpPr/>
          <p:nvPr/>
        </p:nvSpPr>
        <p:spPr>
          <a:xfrm>
            <a:off x="294436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122" name="Example thread 15 included"/>
          <p:cNvSpPr/>
          <p:nvPr/>
        </p:nvSpPr>
        <p:spPr>
          <a:xfrm>
            <a:off x="305638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3" name="15"/>
          <p:cNvSpPr/>
          <p:nvPr/>
        </p:nvSpPr>
        <p:spPr>
          <a:xfrm>
            <a:off x="305638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124" name="Example thread 16 included"/>
          <p:cNvSpPr/>
          <p:nvPr/>
        </p:nvSpPr>
        <p:spPr>
          <a:xfrm>
            <a:off x="137617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5" name="16"/>
          <p:cNvSpPr/>
          <p:nvPr/>
        </p:nvSpPr>
        <p:spPr>
          <a:xfrm>
            <a:off x="137617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126" name="Example thread 17 included"/>
          <p:cNvSpPr/>
          <p:nvPr/>
        </p:nvSpPr>
        <p:spPr>
          <a:xfrm>
            <a:off x="148818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7" name="17"/>
          <p:cNvSpPr/>
          <p:nvPr/>
        </p:nvSpPr>
        <p:spPr>
          <a:xfrm>
            <a:off x="148818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128" name="Example thread 18 included"/>
          <p:cNvSpPr/>
          <p:nvPr/>
        </p:nvSpPr>
        <p:spPr>
          <a:xfrm>
            <a:off x="160020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9" name="18"/>
          <p:cNvSpPr/>
          <p:nvPr/>
        </p:nvSpPr>
        <p:spPr>
          <a:xfrm>
            <a:off x="160020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130" name="Example thread 19 included"/>
          <p:cNvSpPr/>
          <p:nvPr/>
        </p:nvSpPr>
        <p:spPr>
          <a:xfrm>
            <a:off x="171221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1" name="19"/>
          <p:cNvSpPr/>
          <p:nvPr/>
        </p:nvSpPr>
        <p:spPr>
          <a:xfrm>
            <a:off x="171221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132" name="Example thread 20 included"/>
          <p:cNvSpPr/>
          <p:nvPr/>
        </p:nvSpPr>
        <p:spPr>
          <a:xfrm>
            <a:off x="182422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3" name="20"/>
          <p:cNvSpPr/>
          <p:nvPr/>
        </p:nvSpPr>
        <p:spPr>
          <a:xfrm>
            <a:off x="182422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134" name="Example thread 21 included"/>
          <p:cNvSpPr/>
          <p:nvPr/>
        </p:nvSpPr>
        <p:spPr>
          <a:xfrm>
            <a:off x="193624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5" name="21"/>
          <p:cNvSpPr/>
          <p:nvPr/>
        </p:nvSpPr>
        <p:spPr>
          <a:xfrm>
            <a:off x="193624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136" name="Example thread 22 included"/>
          <p:cNvSpPr/>
          <p:nvPr/>
        </p:nvSpPr>
        <p:spPr>
          <a:xfrm>
            <a:off x="204825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7" name="22"/>
          <p:cNvSpPr/>
          <p:nvPr/>
        </p:nvSpPr>
        <p:spPr>
          <a:xfrm>
            <a:off x="204825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138" name="Example thread 23 included"/>
          <p:cNvSpPr/>
          <p:nvPr/>
        </p:nvSpPr>
        <p:spPr>
          <a:xfrm>
            <a:off x="216027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9" name="23"/>
          <p:cNvSpPr/>
          <p:nvPr/>
        </p:nvSpPr>
        <p:spPr>
          <a:xfrm>
            <a:off x="216027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140" name="Example thread 24 included"/>
          <p:cNvSpPr/>
          <p:nvPr/>
        </p:nvSpPr>
        <p:spPr>
          <a:xfrm>
            <a:off x="227228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1" name="24"/>
          <p:cNvSpPr/>
          <p:nvPr/>
        </p:nvSpPr>
        <p:spPr>
          <a:xfrm>
            <a:off x="227228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142" name="Example thread 25 included"/>
          <p:cNvSpPr/>
          <p:nvPr/>
        </p:nvSpPr>
        <p:spPr>
          <a:xfrm>
            <a:off x="238429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3" name="25"/>
          <p:cNvSpPr/>
          <p:nvPr/>
        </p:nvSpPr>
        <p:spPr>
          <a:xfrm>
            <a:off x="238429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144" name="Example thread 26 included"/>
          <p:cNvSpPr/>
          <p:nvPr/>
        </p:nvSpPr>
        <p:spPr>
          <a:xfrm>
            <a:off x="249631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5" name="26"/>
          <p:cNvSpPr/>
          <p:nvPr/>
        </p:nvSpPr>
        <p:spPr>
          <a:xfrm>
            <a:off x="249631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146" name="Example thread 27 included"/>
          <p:cNvSpPr/>
          <p:nvPr/>
        </p:nvSpPr>
        <p:spPr>
          <a:xfrm>
            <a:off x="260832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7" name="27"/>
          <p:cNvSpPr/>
          <p:nvPr/>
        </p:nvSpPr>
        <p:spPr>
          <a:xfrm>
            <a:off x="260832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148" name="Example thread 28 included"/>
          <p:cNvSpPr/>
          <p:nvPr/>
        </p:nvSpPr>
        <p:spPr>
          <a:xfrm>
            <a:off x="272034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9" name="28"/>
          <p:cNvSpPr/>
          <p:nvPr/>
        </p:nvSpPr>
        <p:spPr>
          <a:xfrm>
            <a:off x="272034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150" name="Example thread 29 included"/>
          <p:cNvSpPr/>
          <p:nvPr/>
        </p:nvSpPr>
        <p:spPr>
          <a:xfrm>
            <a:off x="283235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1" name="29"/>
          <p:cNvSpPr/>
          <p:nvPr/>
        </p:nvSpPr>
        <p:spPr>
          <a:xfrm>
            <a:off x="283235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152" name="Example thread 30 included"/>
          <p:cNvSpPr/>
          <p:nvPr/>
        </p:nvSpPr>
        <p:spPr>
          <a:xfrm>
            <a:off x="294436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3" name="30"/>
          <p:cNvSpPr/>
          <p:nvPr/>
        </p:nvSpPr>
        <p:spPr>
          <a:xfrm>
            <a:off x="294436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154" name="Example thread 31 included"/>
          <p:cNvSpPr/>
          <p:nvPr/>
        </p:nvSpPr>
        <p:spPr>
          <a:xfrm>
            <a:off x="305638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5" name="31"/>
          <p:cNvSpPr/>
          <p:nvPr/>
        </p:nvSpPr>
        <p:spPr>
          <a:xfrm>
            <a:off x="305638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156" name="Numbers show original thread IDs · Green: included · Gray: exclud"/>
          <p:cNvSpPr/>
          <p:nvPr/>
        </p:nvSpPr>
        <p:spPr>
          <a:xfrm>
            <a:off x="13235940" y="19179540"/>
            <a:ext cx="2125980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Numbers show original thread IDs · Green: included · Gray: excluded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 name="Predefined Group Mappings — ta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defined Group Mapping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Predefined Group Mappings</a:t>
            </a:r>
          </a:p>
        </p:txBody>
      </p:sp>
      <p:sp>
        <p:nvSpPr>
          <p:cNvPr id="4" name="27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5" name="`identity_mapping`"/>
          <p:cNvSpPr/>
          <p:nvPr/>
        </p:nvSpPr>
        <p:spPr>
          <a:xfrm>
            <a:off x="2308860" y="55778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identity_mapping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6" name="`group_by`"/>
          <p:cNvSpPr/>
          <p:nvPr/>
        </p:nvSpPr>
        <p:spPr>
          <a:xfrm>
            <a:off x="2308860" y="770382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group_by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7" name="`group_as`"/>
          <p:cNvSpPr/>
          <p:nvPr/>
        </p:nvSpPr>
        <p:spPr>
          <a:xfrm>
            <a:off x="2308860" y="982980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group_as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8" name="Current mapping"/>
          <p:cNvSpPr/>
          <p:nvPr/>
        </p:nvSpPr>
        <p:spPr>
          <a:xfrm>
            <a:off x="1828800" y="11430000"/>
            <a:ext cx="9829800" cy="17602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/>
            </a:solidFill>
          </a:ln>
        </p:spPr>
      </p:sp>
      <p:sp>
        <p:nvSpPr>
          <p:cNvPr id="9" name="Shape"/>
          <p:cNvSpPr/>
          <p:nvPr/>
        </p:nvSpPr>
        <p:spPr>
          <a:xfrm>
            <a:off x="1828800" y="11430000"/>
            <a:ext cx="114300" cy="176022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0" name="`take`"/>
          <p:cNvSpPr/>
          <p:nvPr/>
        </p:nvSpPr>
        <p:spPr>
          <a:xfrm>
            <a:off x="2308860" y="1195578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take</a:t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</a:p>
        </p:txBody>
      </p:sp>
      <p:sp>
        <p:nvSpPr>
          <p:cNvPr id="11" name="`binary_partition`"/>
          <p:cNvSpPr/>
          <p:nvPr/>
        </p:nvSpPr>
        <p:spPr>
          <a:xfrm>
            <a:off x="2308860" y="1408176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binary_partition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2" name="`composite_mapping`"/>
          <p:cNvSpPr/>
          <p:nvPr/>
        </p:nvSpPr>
        <p:spPr>
          <a:xfrm>
            <a:off x="2308860" y="162077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composite_mapping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3" name="Shape"/>
          <p:cNvSpPr/>
          <p:nvPr/>
        </p:nvSpPr>
        <p:spPr>
          <a:xfrm>
            <a:off x="12458700" y="5052060"/>
            <a:ext cx="22860" cy="1357884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14" name="Selects the first specified number of units from each group."/>
          <p:cNvSpPr/>
          <p:nvPr/>
        </p:nvSpPr>
        <p:spPr>
          <a:xfrm>
            <a:off x="13235940" y="5166360"/>
            <a:ext cx="21259800" cy="23774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Selects the first specified number of units from each group.</a:t>
            </a:r>
          </a:p>
        </p:txBody>
      </p:sp>
      <p:sp>
        <p:nvSpPr>
          <p:cNvPr id="15" name="Parent warp · 32 threads"/>
          <p:cNvSpPr/>
          <p:nvPr/>
        </p:nvSpPr>
        <p:spPr>
          <a:xfrm>
            <a:off x="13235940" y="829818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Parent warp · 32 threads</a:t>
            </a:r>
          </a:p>
        </p:txBody>
      </p:sp>
      <p:sp>
        <p:nvSpPr>
          <p:cNvPr id="16" name="Example warp: 32 threads"/>
          <p:cNvSpPr/>
          <p:nvPr/>
        </p:nvSpPr>
        <p:spPr>
          <a:xfrm>
            <a:off x="13373100" y="898398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17" name="Partition 0, row 0"/>
          <p:cNvSpPr/>
          <p:nvPr/>
        </p:nvSpPr>
        <p:spPr>
          <a:xfrm>
            <a:off x="13624560" y="907542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" name="Partition 0, row 1"/>
          <p:cNvSpPr/>
          <p:nvPr/>
        </p:nvSpPr>
        <p:spPr>
          <a:xfrm>
            <a:off x="13624560" y="996696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Example thread 0 included"/>
          <p:cNvSpPr/>
          <p:nvPr/>
        </p:nvSpPr>
        <p:spPr>
          <a:xfrm>
            <a:off x="137617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0" name="0"/>
          <p:cNvSpPr/>
          <p:nvPr/>
        </p:nvSpPr>
        <p:spPr>
          <a:xfrm>
            <a:off x="137617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21" name="Example thread 1 included"/>
          <p:cNvSpPr/>
          <p:nvPr/>
        </p:nvSpPr>
        <p:spPr>
          <a:xfrm>
            <a:off x="148818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2" name="1"/>
          <p:cNvSpPr/>
          <p:nvPr/>
        </p:nvSpPr>
        <p:spPr>
          <a:xfrm>
            <a:off x="148818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23" name="Example thread 2 included"/>
          <p:cNvSpPr/>
          <p:nvPr/>
        </p:nvSpPr>
        <p:spPr>
          <a:xfrm>
            <a:off x="160020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4" name="2"/>
          <p:cNvSpPr/>
          <p:nvPr/>
        </p:nvSpPr>
        <p:spPr>
          <a:xfrm>
            <a:off x="160020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25" name="Example thread 3 included"/>
          <p:cNvSpPr/>
          <p:nvPr/>
        </p:nvSpPr>
        <p:spPr>
          <a:xfrm>
            <a:off x="171221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6" name="3"/>
          <p:cNvSpPr/>
          <p:nvPr/>
        </p:nvSpPr>
        <p:spPr>
          <a:xfrm>
            <a:off x="171221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27" name="Example thread 4 included"/>
          <p:cNvSpPr/>
          <p:nvPr/>
        </p:nvSpPr>
        <p:spPr>
          <a:xfrm>
            <a:off x="182422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8" name="4"/>
          <p:cNvSpPr/>
          <p:nvPr/>
        </p:nvSpPr>
        <p:spPr>
          <a:xfrm>
            <a:off x="182422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29" name="Example thread 5 included"/>
          <p:cNvSpPr/>
          <p:nvPr/>
        </p:nvSpPr>
        <p:spPr>
          <a:xfrm>
            <a:off x="193624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0" name="5"/>
          <p:cNvSpPr/>
          <p:nvPr/>
        </p:nvSpPr>
        <p:spPr>
          <a:xfrm>
            <a:off x="193624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31" name="Example thread 6 included"/>
          <p:cNvSpPr/>
          <p:nvPr/>
        </p:nvSpPr>
        <p:spPr>
          <a:xfrm>
            <a:off x="204825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2" name="6"/>
          <p:cNvSpPr/>
          <p:nvPr/>
        </p:nvSpPr>
        <p:spPr>
          <a:xfrm>
            <a:off x="204825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33" name="Example thread 7 included"/>
          <p:cNvSpPr/>
          <p:nvPr/>
        </p:nvSpPr>
        <p:spPr>
          <a:xfrm>
            <a:off x="216027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4" name="7"/>
          <p:cNvSpPr/>
          <p:nvPr/>
        </p:nvSpPr>
        <p:spPr>
          <a:xfrm>
            <a:off x="216027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35" name="Example thread 8 included"/>
          <p:cNvSpPr/>
          <p:nvPr/>
        </p:nvSpPr>
        <p:spPr>
          <a:xfrm>
            <a:off x="227228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6" name="8"/>
          <p:cNvSpPr/>
          <p:nvPr/>
        </p:nvSpPr>
        <p:spPr>
          <a:xfrm>
            <a:off x="227228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37" name="Example thread 9 included"/>
          <p:cNvSpPr/>
          <p:nvPr/>
        </p:nvSpPr>
        <p:spPr>
          <a:xfrm>
            <a:off x="238429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8" name="9"/>
          <p:cNvSpPr/>
          <p:nvPr/>
        </p:nvSpPr>
        <p:spPr>
          <a:xfrm>
            <a:off x="238429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39" name="Example thread 10 included"/>
          <p:cNvSpPr/>
          <p:nvPr/>
        </p:nvSpPr>
        <p:spPr>
          <a:xfrm>
            <a:off x="249631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0" name="10"/>
          <p:cNvSpPr/>
          <p:nvPr/>
        </p:nvSpPr>
        <p:spPr>
          <a:xfrm>
            <a:off x="249631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41" name="Example thread 11 included"/>
          <p:cNvSpPr/>
          <p:nvPr/>
        </p:nvSpPr>
        <p:spPr>
          <a:xfrm>
            <a:off x="260832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2" name="11"/>
          <p:cNvSpPr/>
          <p:nvPr/>
        </p:nvSpPr>
        <p:spPr>
          <a:xfrm>
            <a:off x="260832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43" name="Example thread 12 included"/>
          <p:cNvSpPr/>
          <p:nvPr/>
        </p:nvSpPr>
        <p:spPr>
          <a:xfrm>
            <a:off x="272034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4" name="12"/>
          <p:cNvSpPr/>
          <p:nvPr/>
        </p:nvSpPr>
        <p:spPr>
          <a:xfrm>
            <a:off x="272034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45" name="Example thread 13 included"/>
          <p:cNvSpPr/>
          <p:nvPr/>
        </p:nvSpPr>
        <p:spPr>
          <a:xfrm>
            <a:off x="283235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6" name="13"/>
          <p:cNvSpPr/>
          <p:nvPr/>
        </p:nvSpPr>
        <p:spPr>
          <a:xfrm>
            <a:off x="283235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47" name="Example thread 14 included"/>
          <p:cNvSpPr/>
          <p:nvPr/>
        </p:nvSpPr>
        <p:spPr>
          <a:xfrm>
            <a:off x="294436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8" name="14"/>
          <p:cNvSpPr/>
          <p:nvPr/>
        </p:nvSpPr>
        <p:spPr>
          <a:xfrm>
            <a:off x="294436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49" name="Example thread 15 included"/>
          <p:cNvSpPr/>
          <p:nvPr/>
        </p:nvSpPr>
        <p:spPr>
          <a:xfrm>
            <a:off x="305638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0" name="15"/>
          <p:cNvSpPr/>
          <p:nvPr/>
        </p:nvSpPr>
        <p:spPr>
          <a:xfrm>
            <a:off x="305638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51" name="Example thread 16 included"/>
          <p:cNvSpPr/>
          <p:nvPr/>
        </p:nvSpPr>
        <p:spPr>
          <a:xfrm>
            <a:off x="137617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2" name="16"/>
          <p:cNvSpPr/>
          <p:nvPr/>
        </p:nvSpPr>
        <p:spPr>
          <a:xfrm>
            <a:off x="137617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53" name="Example thread 17 included"/>
          <p:cNvSpPr/>
          <p:nvPr/>
        </p:nvSpPr>
        <p:spPr>
          <a:xfrm>
            <a:off x="148818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4" name="17"/>
          <p:cNvSpPr/>
          <p:nvPr/>
        </p:nvSpPr>
        <p:spPr>
          <a:xfrm>
            <a:off x="148818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55" name="Example thread 18 included"/>
          <p:cNvSpPr/>
          <p:nvPr/>
        </p:nvSpPr>
        <p:spPr>
          <a:xfrm>
            <a:off x="160020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6" name="18"/>
          <p:cNvSpPr/>
          <p:nvPr/>
        </p:nvSpPr>
        <p:spPr>
          <a:xfrm>
            <a:off x="160020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57" name="Example thread 19 included"/>
          <p:cNvSpPr/>
          <p:nvPr/>
        </p:nvSpPr>
        <p:spPr>
          <a:xfrm>
            <a:off x="171221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8" name="19"/>
          <p:cNvSpPr/>
          <p:nvPr/>
        </p:nvSpPr>
        <p:spPr>
          <a:xfrm>
            <a:off x="171221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59" name="Example thread 20 included"/>
          <p:cNvSpPr/>
          <p:nvPr/>
        </p:nvSpPr>
        <p:spPr>
          <a:xfrm>
            <a:off x="182422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0" name="20"/>
          <p:cNvSpPr/>
          <p:nvPr/>
        </p:nvSpPr>
        <p:spPr>
          <a:xfrm>
            <a:off x="182422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61" name="Example thread 21 included"/>
          <p:cNvSpPr/>
          <p:nvPr/>
        </p:nvSpPr>
        <p:spPr>
          <a:xfrm>
            <a:off x="193624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2" name="21"/>
          <p:cNvSpPr/>
          <p:nvPr/>
        </p:nvSpPr>
        <p:spPr>
          <a:xfrm>
            <a:off x="193624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63" name="Example thread 22 included"/>
          <p:cNvSpPr/>
          <p:nvPr/>
        </p:nvSpPr>
        <p:spPr>
          <a:xfrm>
            <a:off x="204825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4" name="22"/>
          <p:cNvSpPr/>
          <p:nvPr/>
        </p:nvSpPr>
        <p:spPr>
          <a:xfrm>
            <a:off x="204825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65" name="Example thread 23 included"/>
          <p:cNvSpPr/>
          <p:nvPr/>
        </p:nvSpPr>
        <p:spPr>
          <a:xfrm>
            <a:off x="216027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6" name="23"/>
          <p:cNvSpPr/>
          <p:nvPr/>
        </p:nvSpPr>
        <p:spPr>
          <a:xfrm>
            <a:off x="216027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67" name="Example thread 24 included"/>
          <p:cNvSpPr/>
          <p:nvPr/>
        </p:nvSpPr>
        <p:spPr>
          <a:xfrm>
            <a:off x="227228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8" name="24"/>
          <p:cNvSpPr/>
          <p:nvPr/>
        </p:nvSpPr>
        <p:spPr>
          <a:xfrm>
            <a:off x="227228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69" name="Example thread 25 included"/>
          <p:cNvSpPr/>
          <p:nvPr/>
        </p:nvSpPr>
        <p:spPr>
          <a:xfrm>
            <a:off x="238429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0" name="25"/>
          <p:cNvSpPr/>
          <p:nvPr/>
        </p:nvSpPr>
        <p:spPr>
          <a:xfrm>
            <a:off x="238429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71" name="Example thread 26 included"/>
          <p:cNvSpPr/>
          <p:nvPr/>
        </p:nvSpPr>
        <p:spPr>
          <a:xfrm>
            <a:off x="249631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2" name="26"/>
          <p:cNvSpPr/>
          <p:nvPr/>
        </p:nvSpPr>
        <p:spPr>
          <a:xfrm>
            <a:off x="249631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73" name="Example thread 27 included"/>
          <p:cNvSpPr/>
          <p:nvPr/>
        </p:nvSpPr>
        <p:spPr>
          <a:xfrm>
            <a:off x="260832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4" name="27"/>
          <p:cNvSpPr/>
          <p:nvPr/>
        </p:nvSpPr>
        <p:spPr>
          <a:xfrm>
            <a:off x="260832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75" name="Example thread 28 included"/>
          <p:cNvSpPr/>
          <p:nvPr/>
        </p:nvSpPr>
        <p:spPr>
          <a:xfrm>
            <a:off x="272034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6" name="28"/>
          <p:cNvSpPr/>
          <p:nvPr/>
        </p:nvSpPr>
        <p:spPr>
          <a:xfrm>
            <a:off x="272034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77" name="Example thread 29 included"/>
          <p:cNvSpPr/>
          <p:nvPr/>
        </p:nvSpPr>
        <p:spPr>
          <a:xfrm>
            <a:off x="283235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8" name="29"/>
          <p:cNvSpPr/>
          <p:nvPr/>
        </p:nvSpPr>
        <p:spPr>
          <a:xfrm>
            <a:off x="283235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79" name="Example thread 30 included"/>
          <p:cNvSpPr/>
          <p:nvPr/>
        </p:nvSpPr>
        <p:spPr>
          <a:xfrm>
            <a:off x="294436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0" name="30"/>
          <p:cNvSpPr/>
          <p:nvPr/>
        </p:nvSpPr>
        <p:spPr>
          <a:xfrm>
            <a:off x="294436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81" name="Example thread 31 included"/>
          <p:cNvSpPr/>
          <p:nvPr/>
        </p:nvSpPr>
        <p:spPr>
          <a:xfrm>
            <a:off x="305638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2" name="31"/>
          <p:cNvSpPr/>
          <p:nvPr/>
        </p:nvSpPr>
        <p:spPr>
          <a:xfrm>
            <a:off x="305638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83" name="Shape"/>
          <p:cNvSpPr/>
          <p:nvPr/>
        </p:nvSpPr>
        <p:spPr>
          <a:xfrm>
            <a:off x="22014180" y="11704320"/>
            <a:ext cx="640080" cy="914400"/>
          </a:xfrm>
          <a:prstGeom prst="down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84" name="Example: take the first 12 threads; 20 threads are excluded."/>
          <p:cNvSpPr/>
          <p:nvPr/>
        </p:nvSpPr>
        <p:spPr>
          <a:xfrm>
            <a:off x="13235940" y="12824460"/>
            <a:ext cx="21259800" cy="10515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Example: take the first 12 threads; 20 threads are excluded.</a:t>
            </a:r>
          </a:p>
        </p:txBody>
      </p:sp>
      <p:sp>
        <p:nvSpPr>
          <p:cNvPr id="85" name="Result · subgroups"/>
          <p:cNvSpPr/>
          <p:nvPr/>
        </p:nvSpPr>
        <p:spPr>
          <a:xfrm>
            <a:off x="13235940" y="1469898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Result · subgroups</a:t>
            </a:r>
          </a:p>
        </p:txBody>
      </p:sp>
      <p:sp>
        <p:nvSpPr>
          <p:cNvPr id="86" name="Example warp: 32 threads"/>
          <p:cNvSpPr/>
          <p:nvPr/>
        </p:nvSpPr>
        <p:spPr>
          <a:xfrm>
            <a:off x="13373100" y="1538478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87" name="Partition 0, row 0"/>
          <p:cNvSpPr/>
          <p:nvPr/>
        </p:nvSpPr>
        <p:spPr>
          <a:xfrm>
            <a:off x="13624560" y="15476220"/>
            <a:ext cx="1309878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8" name="Example thread 0 included"/>
          <p:cNvSpPr/>
          <p:nvPr/>
        </p:nvSpPr>
        <p:spPr>
          <a:xfrm>
            <a:off x="137617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9" name="0"/>
          <p:cNvSpPr/>
          <p:nvPr/>
        </p:nvSpPr>
        <p:spPr>
          <a:xfrm>
            <a:off x="137617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90" name="Example thread 1 included"/>
          <p:cNvSpPr/>
          <p:nvPr/>
        </p:nvSpPr>
        <p:spPr>
          <a:xfrm>
            <a:off x="148818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1" name="1"/>
          <p:cNvSpPr/>
          <p:nvPr/>
        </p:nvSpPr>
        <p:spPr>
          <a:xfrm>
            <a:off x="148818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92" name="Example thread 2 included"/>
          <p:cNvSpPr/>
          <p:nvPr/>
        </p:nvSpPr>
        <p:spPr>
          <a:xfrm>
            <a:off x="160020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3" name="2"/>
          <p:cNvSpPr/>
          <p:nvPr/>
        </p:nvSpPr>
        <p:spPr>
          <a:xfrm>
            <a:off x="160020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94" name="Example thread 3 included"/>
          <p:cNvSpPr/>
          <p:nvPr/>
        </p:nvSpPr>
        <p:spPr>
          <a:xfrm>
            <a:off x="171221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5" name="3"/>
          <p:cNvSpPr/>
          <p:nvPr/>
        </p:nvSpPr>
        <p:spPr>
          <a:xfrm>
            <a:off x="171221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96" name="Example thread 4 included"/>
          <p:cNvSpPr/>
          <p:nvPr/>
        </p:nvSpPr>
        <p:spPr>
          <a:xfrm>
            <a:off x="182422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7" name="4"/>
          <p:cNvSpPr/>
          <p:nvPr/>
        </p:nvSpPr>
        <p:spPr>
          <a:xfrm>
            <a:off x="182422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98" name="Example thread 5 included"/>
          <p:cNvSpPr/>
          <p:nvPr/>
        </p:nvSpPr>
        <p:spPr>
          <a:xfrm>
            <a:off x="193624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9" name="5"/>
          <p:cNvSpPr/>
          <p:nvPr/>
        </p:nvSpPr>
        <p:spPr>
          <a:xfrm>
            <a:off x="193624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100" name="Example thread 6 included"/>
          <p:cNvSpPr/>
          <p:nvPr/>
        </p:nvSpPr>
        <p:spPr>
          <a:xfrm>
            <a:off x="204825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1" name="6"/>
          <p:cNvSpPr/>
          <p:nvPr/>
        </p:nvSpPr>
        <p:spPr>
          <a:xfrm>
            <a:off x="204825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102" name="Example thread 7 included"/>
          <p:cNvSpPr/>
          <p:nvPr/>
        </p:nvSpPr>
        <p:spPr>
          <a:xfrm>
            <a:off x="216027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3" name="7"/>
          <p:cNvSpPr/>
          <p:nvPr/>
        </p:nvSpPr>
        <p:spPr>
          <a:xfrm>
            <a:off x="216027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104" name="Example thread 8 included"/>
          <p:cNvSpPr/>
          <p:nvPr/>
        </p:nvSpPr>
        <p:spPr>
          <a:xfrm>
            <a:off x="227228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5" name="8"/>
          <p:cNvSpPr/>
          <p:nvPr/>
        </p:nvSpPr>
        <p:spPr>
          <a:xfrm>
            <a:off x="227228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106" name="Example thread 9 included"/>
          <p:cNvSpPr/>
          <p:nvPr/>
        </p:nvSpPr>
        <p:spPr>
          <a:xfrm>
            <a:off x="238429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7" name="9"/>
          <p:cNvSpPr/>
          <p:nvPr/>
        </p:nvSpPr>
        <p:spPr>
          <a:xfrm>
            <a:off x="238429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108" name="Example thread 10 included"/>
          <p:cNvSpPr/>
          <p:nvPr/>
        </p:nvSpPr>
        <p:spPr>
          <a:xfrm>
            <a:off x="249631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9" name="10"/>
          <p:cNvSpPr/>
          <p:nvPr/>
        </p:nvSpPr>
        <p:spPr>
          <a:xfrm>
            <a:off x="249631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110" name="Example thread 11 included"/>
          <p:cNvSpPr/>
          <p:nvPr/>
        </p:nvSpPr>
        <p:spPr>
          <a:xfrm>
            <a:off x="260832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1" name="11"/>
          <p:cNvSpPr/>
          <p:nvPr/>
        </p:nvSpPr>
        <p:spPr>
          <a:xfrm>
            <a:off x="260832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112" name="Example thread 12 excluded"/>
          <p:cNvSpPr/>
          <p:nvPr/>
        </p:nvSpPr>
        <p:spPr>
          <a:xfrm>
            <a:off x="27203400" y="1559052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13" name="12"/>
          <p:cNvSpPr/>
          <p:nvPr/>
        </p:nvSpPr>
        <p:spPr>
          <a:xfrm>
            <a:off x="272034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114" name="Example thread 13 excluded"/>
          <p:cNvSpPr/>
          <p:nvPr/>
        </p:nvSpPr>
        <p:spPr>
          <a:xfrm>
            <a:off x="28323540" y="1559052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15" name="13"/>
          <p:cNvSpPr/>
          <p:nvPr/>
        </p:nvSpPr>
        <p:spPr>
          <a:xfrm>
            <a:off x="283235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116" name="Example thread 14 excluded"/>
          <p:cNvSpPr/>
          <p:nvPr/>
        </p:nvSpPr>
        <p:spPr>
          <a:xfrm>
            <a:off x="29443680" y="1559052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17" name="14"/>
          <p:cNvSpPr/>
          <p:nvPr/>
        </p:nvSpPr>
        <p:spPr>
          <a:xfrm>
            <a:off x="294436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118" name="Example thread 15 excluded"/>
          <p:cNvSpPr/>
          <p:nvPr/>
        </p:nvSpPr>
        <p:spPr>
          <a:xfrm>
            <a:off x="30563820" y="1559052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19" name="15"/>
          <p:cNvSpPr/>
          <p:nvPr/>
        </p:nvSpPr>
        <p:spPr>
          <a:xfrm>
            <a:off x="305638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120" name="Example thread 16 excluded"/>
          <p:cNvSpPr/>
          <p:nvPr/>
        </p:nvSpPr>
        <p:spPr>
          <a:xfrm>
            <a:off x="1376172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21" name="16"/>
          <p:cNvSpPr/>
          <p:nvPr/>
        </p:nvSpPr>
        <p:spPr>
          <a:xfrm>
            <a:off x="137617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122" name="Example thread 17 excluded"/>
          <p:cNvSpPr/>
          <p:nvPr/>
        </p:nvSpPr>
        <p:spPr>
          <a:xfrm>
            <a:off x="1488186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23" name="17"/>
          <p:cNvSpPr/>
          <p:nvPr/>
        </p:nvSpPr>
        <p:spPr>
          <a:xfrm>
            <a:off x="148818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124" name="Example thread 18 excluded"/>
          <p:cNvSpPr/>
          <p:nvPr/>
        </p:nvSpPr>
        <p:spPr>
          <a:xfrm>
            <a:off x="1600200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25" name="18"/>
          <p:cNvSpPr/>
          <p:nvPr/>
        </p:nvSpPr>
        <p:spPr>
          <a:xfrm>
            <a:off x="160020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126" name="Example thread 19 excluded"/>
          <p:cNvSpPr/>
          <p:nvPr/>
        </p:nvSpPr>
        <p:spPr>
          <a:xfrm>
            <a:off x="1712214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27" name="19"/>
          <p:cNvSpPr/>
          <p:nvPr/>
        </p:nvSpPr>
        <p:spPr>
          <a:xfrm>
            <a:off x="171221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128" name="Example thread 20 excluded"/>
          <p:cNvSpPr/>
          <p:nvPr/>
        </p:nvSpPr>
        <p:spPr>
          <a:xfrm>
            <a:off x="1824228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29" name="20"/>
          <p:cNvSpPr/>
          <p:nvPr/>
        </p:nvSpPr>
        <p:spPr>
          <a:xfrm>
            <a:off x="182422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130" name="Example thread 21 excluded"/>
          <p:cNvSpPr/>
          <p:nvPr/>
        </p:nvSpPr>
        <p:spPr>
          <a:xfrm>
            <a:off x="1936242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31" name="21"/>
          <p:cNvSpPr/>
          <p:nvPr/>
        </p:nvSpPr>
        <p:spPr>
          <a:xfrm>
            <a:off x="193624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132" name="Example thread 22 excluded"/>
          <p:cNvSpPr/>
          <p:nvPr/>
        </p:nvSpPr>
        <p:spPr>
          <a:xfrm>
            <a:off x="2048256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33" name="22"/>
          <p:cNvSpPr/>
          <p:nvPr/>
        </p:nvSpPr>
        <p:spPr>
          <a:xfrm>
            <a:off x="204825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134" name="Example thread 23 excluded"/>
          <p:cNvSpPr/>
          <p:nvPr/>
        </p:nvSpPr>
        <p:spPr>
          <a:xfrm>
            <a:off x="2160270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35" name="23"/>
          <p:cNvSpPr/>
          <p:nvPr/>
        </p:nvSpPr>
        <p:spPr>
          <a:xfrm>
            <a:off x="216027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136" name="Example thread 24 excluded"/>
          <p:cNvSpPr/>
          <p:nvPr/>
        </p:nvSpPr>
        <p:spPr>
          <a:xfrm>
            <a:off x="2272284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37" name="24"/>
          <p:cNvSpPr/>
          <p:nvPr/>
        </p:nvSpPr>
        <p:spPr>
          <a:xfrm>
            <a:off x="227228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138" name="Example thread 25 excluded"/>
          <p:cNvSpPr/>
          <p:nvPr/>
        </p:nvSpPr>
        <p:spPr>
          <a:xfrm>
            <a:off x="2384298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39" name="25"/>
          <p:cNvSpPr/>
          <p:nvPr/>
        </p:nvSpPr>
        <p:spPr>
          <a:xfrm>
            <a:off x="238429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140" name="Example thread 26 excluded"/>
          <p:cNvSpPr/>
          <p:nvPr/>
        </p:nvSpPr>
        <p:spPr>
          <a:xfrm>
            <a:off x="2496312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41" name="26"/>
          <p:cNvSpPr/>
          <p:nvPr/>
        </p:nvSpPr>
        <p:spPr>
          <a:xfrm>
            <a:off x="249631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142" name="Example thread 27 excluded"/>
          <p:cNvSpPr/>
          <p:nvPr/>
        </p:nvSpPr>
        <p:spPr>
          <a:xfrm>
            <a:off x="2608326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43" name="27"/>
          <p:cNvSpPr/>
          <p:nvPr/>
        </p:nvSpPr>
        <p:spPr>
          <a:xfrm>
            <a:off x="260832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144" name="Example thread 28 excluded"/>
          <p:cNvSpPr/>
          <p:nvPr/>
        </p:nvSpPr>
        <p:spPr>
          <a:xfrm>
            <a:off x="2720340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45" name="28"/>
          <p:cNvSpPr/>
          <p:nvPr/>
        </p:nvSpPr>
        <p:spPr>
          <a:xfrm>
            <a:off x="272034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146" name="Example thread 29 excluded"/>
          <p:cNvSpPr/>
          <p:nvPr/>
        </p:nvSpPr>
        <p:spPr>
          <a:xfrm>
            <a:off x="2832354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47" name="29"/>
          <p:cNvSpPr/>
          <p:nvPr/>
        </p:nvSpPr>
        <p:spPr>
          <a:xfrm>
            <a:off x="283235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148" name="Example thread 30 excluded"/>
          <p:cNvSpPr/>
          <p:nvPr/>
        </p:nvSpPr>
        <p:spPr>
          <a:xfrm>
            <a:off x="2944368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49" name="30"/>
          <p:cNvSpPr/>
          <p:nvPr/>
        </p:nvSpPr>
        <p:spPr>
          <a:xfrm>
            <a:off x="294436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150" name="Example thread 31 excluded"/>
          <p:cNvSpPr/>
          <p:nvPr/>
        </p:nvSpPr>
        <p:spPr>
          <a:xfrm>
            <a:off x="30563820" y="1648206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51" name="31"/>
          <p:cNvSpPr/>
          <p:nvPr/>
        </p:nvSpPr>
        <p:spPr>
          <a:xfrm>
            <a:off x="305638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152" name="Numbers show original thread IDs · Green: included · Gray: exclud"/>
          <p:cNvSpPr/>
          <p:nvPr/>
        </p:nvSpPr>
        <p:spPr>
          <a:xfrm>
            <a:off x="13235940" y="19179540"/>
            <a:ext cx="2125980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Numbers show original thread IDs · Green: included · Gray: excluded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 name="Predefined Group Mappings — binary_par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defined Group Mapping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Predefined Group Mappings</a:t>
            </a:r>
          </a:p>
        </p:txBody>
      </p:sp>
      <p:sp>
        <p:nvSpPr>
          <p:cNvPr id="4" name="28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5" name="`identity_mapping`"/>
          <p:cNvSpPr/>
          <p:nvPr/>
        </p:nvSpPr>
        <p:spPr>
          <a:xfrm>
            <a:off x="2308860" y="55778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identity_mapping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6" name="`group_by`"/>
          <p:cNvSpPr/>
          <p:nvPr/>
        </p:nvSpPr>
        <p:spPr>
          <a:xfrm>
            <a:off x="2308860" y="770382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group_by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7" name="`group_as`"/>
          <p:cNvSpPr/>
          <p:nvPr/>
        </p:nvSpPr>
        <p:spPr>
          <a:xfrm>
            <a:off x="2308860" y="982980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group_as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8" name="`take`"/>
          <p:cNvSpPr/>
          <p:nvPr/>
        </p:nvSpPr>
        <p:spPr>
          <a:xfrm>
            <a:off x="2308860" y="1195578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take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9" name="Current mapping"/>
          <p:cNvSpPr/>
          <p:nvPr/>
        </p:nvSpPr>
        <p:spPr>
          <a:xfrm>
            <a:off x="1828800" y="13555980"/>
            <a:ext cx="9829800" cy="17602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/>
            </a:solidFill>
          </a:ln>
        </p:spPr>
      </p:sp>
      <p:sp>
        <p:nvSpPr>
          <p:cNvPr id="10" name="Shape"/>
          <p:cNvSpPr/>
          <p:nvPr/>
        </p:nvSpPr>
        <p:spPr>
          <a:xfrm>
            <a:off x="1828800" y="13555980"/>
            <a:ext cx="114300" cy="176022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1" name="`binary_partition`"/>
          <p:cNvSpPr/>
          <p:nvPr/>
        </p:nvSpPr>
        <p:spPr>
          <a:xfrm>
            <a:off x="2308860" y="1408176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binary_partition</a:t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</a:p>
        </p:txBody>
      </p:sp>
      <p:sp>
        <p:nvSpPr>
          <p:cNvPr id="12" name="`composite_mapping`"/>
          <p:cNvSpPr/>
          <p:nvPr/>
        </p:nvSpPr>
        <p:spPr>
          <a:xfrm>
            <a:off x="2308860" y="162077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composite_mapping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3" name="Shape"/>
          <p:cNvSpPr/>
          <p:nvPr/>
        </p:nvSpPr>
        <p:spPr>
          <a:xfrm>
            <a:off x="12458700" y="5052060"/>
            <a:ext cx="22860" cy="1357884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14" name="Splits threads within a warp into two groups based on a predicate"/>
          <p:cNvSpPr/>
          <p:nvPr/>
        </p:nvSpPr>
        <p:spPr>
          <a:xfrm>
            <a:off x="13235940" y="5166360"/>
            <a:ext cx="21259800" cy="23774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Splits threads within a warp into two groups based on a predicate.</a:t>
            </a:r>
          </a:p>
        </p:txBody>
      </p:sp>
      <p:sp>
        <p:nvSpPr>
          <p:cNvPr id="15" name="Parent warp · 32 threads"/>
          <p:cNvSpPr/>
          <p:nvPr/>
        </p:nvSpPr>
        <p:spPr>
          <a:xfrm>
            <a:off x="13235940" y="829818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Parent warp · 32 threads</a:t>
            </a:r>
          </a:p>
        </p:txBody>
      </p:sp>
      <p:sp>
        <p:nvSpPr>
          <p:cNvPr id="16" name="Example warp: 32 threads"/>
          <p:cNvSpPr/>
          <p:nvPr/>
        </p:nvSpPr>
        <p:spPr>
          <a:xfrm>
            <a:off x="13373100" y="898398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17" name="Partition 0, row 0"/>
          <p:cNvSpPr/>
          <p:nvPr/>
        </p:nvSpPr>
        <p:spPr>
          <a:xfrm>
            <a:off x="13624560" y="907542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" name="Partition 0, row 1"/>
          <p:cNvSpPr/>
          <p:nvPr/>
        </p:nvSpPr>
        <p:spPr>
          <a:xfrm>
            <a:off x="13624560" y="996696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Example thread 0 included"/>
          <p:cNvSpPr/>
          <p:nvPr/>
        </p:nvSpPr>
        <p:spPr>
          <a:xfrm>
            <a:off x="137617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0" name="0"/>
          <p:cNvSpPr/>
          <p:nvPr/>
        </p:nvSpPr>
        <p:spPr>
          <a:xfrm>
            <a:off x="137617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21" name="Example thread 1 included"/>
          <p:cNvSpPr/>
          <p:nvPr/>
        </p:nvSpPr>
        <p:spPr>
          <a:xfrm>
            <a:off x="148818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2" name="1"/>
          <p:cNvSpPr/>
          <p:nvPr/>
        </p:nvSpPr>
        <p:spPr>
          <a:xfrm>
            <a:off x="148818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23" name="Example thread 2 included"/>
          <p:cNvSpPr/>
          <p:nvPr/>
        </p:nvSpPr>
        <p:spPr>
          <a:xfrm>
            <a:off x="160020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4" name="2"/>
          <p:cNvSpPr/>
          <p:nvPr/>
        </p:nvSpPr>
        <p:spPr>
          <a:xfrm>
            <a:off x="160020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25" name="Example thread 3 included"/>
          <p:cNvSpPr/>
          <p:nvPr/>
        </p:nvSpPr>
        <p:spPr>
          <a:xfrm>
            <a:off x="171221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6" name="3"/>
          <p:cNvSpPr/>
          <p:nvPr/>
        </p:nvSpPr>
        <p:spPr>
          <a:xfrm>
            <a:off x="171221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27" name="Example thread 4 included"/>
          <p:cNvSpPr/>
          <p:nvPr/>
        </p:nvSpPr>
        <p:spPr>
          <a:xfrm>
            <a:off x="182422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8" name="4"/>
          <p:cNvSpPr/>
          <p:nvPr/>
        </p:nvSpPr>
        <p:spPr>
          <a:xfrm>
            <a:off x="182422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29" name="Example thread 5 included"/>
          <p:cNvSpPr/>
          <p:nvPr/>
        </p:nvSpPr>
        <p:spPr>
          <a:xfrm>
            <a:off x="193624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0" name="5"/>
          <p:cNvSpPr/>
          <p:nvPr/>
        </p:nvSpPr>
        <p:spPr>
          <a:xfrm>
            <a:off x="193624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31" name="Example thread 6 included"/>
          <p:cNvSpPr/>
          <p:nvPr/>
        </p:nvSpPr>
        <p:spPr>
          <a:xfrm>
            <a:off x="204825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2" name="6"/>
          <p:cNvSpPr/>
          <p:nvPr/>
        </p:nvSpPr>
        <p:spPr>
          <a:xfrm>
            <a:off x="204825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33" name="Example thread 7 included"/>
          <p:cNvSpPr/>
          <p:nvPr/>
        </p:nvSpPr>
        <p:spPr>
          <a:xfrm>
            <a:off x="216027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4" name="7"/>
          <p:cNvSpPr/>
          <p:nvPr/>
        </p:nvSpPr>
        <p:spPr>
          <a:xfrm>
            <a:off x="216027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35" name="Example thread 8 included"/>
          <p:cNvSpPr/>
          <p:nvPr/>
        </p:nvSpPr>
        <p:spPr>
          <a:xfrm>
            <a:off x="227228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6" name="8"/>
          <p:cNvSpPr/>
          <p:nvPr/>
        </p:nvSpPr>
        <p:spPr>
          <a:xfrm>
            <a:off x="227228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37" name="Example thread 9 included"/>
          <p:cNvSpPr/>
          <p:nvPr/>
        </p:nvSpPr>
        <p:spPr>
          <a:xfrm>
            <a:off x="238429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8" name="9"/>
          <p:cNvSpPr/>
          <p:nvPr/>
        </p:nvSpPr>
        <p:spPr>
          <a:xfrm>
            <a:off x="238429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39" name="Example thread 10 included"/>
          <p:cNvSpPr/>
          <p:nvPr/>
        </p:nvSpPr>
        <p:spPr>
          <a:xfrm>
            <a:off x="249631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0" name="10"/>
          <p:cNvSpPr/>
          <p:nvPr/>
        </p:nvSpPr>
        <p:spPr>
          <a:xfrm>
            <a:off x="249631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41" name="Example thread 11 included"/>
          <p:cNvSpPr/>
          <p:nvPr/>
        </p:nvSpPr>
        <p:spPr>
          <a:xfrm>
            <a:off x="2608326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2" name="11"/>
          <p:cNvSpPr/>
          <p:nvPr/>
        </p:nvSpPr>
        <p:spPr>
          <a:xfrm>
            <a:off x="2608326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43" name="Example thread 12 included"/>
          <p:cNvSpPr/>
          <p:nvPr/>
        </p:nvSpPr>
        <p:spPr>
          <a:xfrm>
            <a:off x="2720340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4" name="12"/>
          <p:cNvSpPr/>
          <p:nvPr/>
        </p:nvSpPr>
        <p:spPr>
          <a:xfrm>
            <a:off x="2720340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45" name="Example thread 13 included"/>
          <p:cNvSpPr/>
          <p:nvPr/>
        </p:nvSpPr>
        <p:spPr>
          <a:xfrm>
            <a:off x="2832354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6" name="13"/>
          <p:cNvSpPr/>
          <p:nvPr/>
        </p:nvSpPr>
        <p:spPr>
          <a:xfrm>
            <a:off x="2832354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47" name="Example thread 14 included"/>
          <p:cNvSpPr/>
          <p:nvPr/>
        </p:nvSpPr>
        <p:spPr>
          <a:xfrm>
            <a:off x="2944368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8" name="14"/>
          <p:cNvSpPr/>
          <p:nvPr/>
        </p:nvSpPr>
        <p:spPr>
          <a:xfrm>
            <a:off x="2944368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49" name="Example thread 15 included"/>
          <p:cNvSpPr/>
          <p:nvPr/>
        </p:nvSpPr>
        <p:spPr>
          <a:xfrm>
            <a:off x="30563820" y="91897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0" name="15"/>
          <p:cNvSpPr/>
          <p:nvPr/>
        </p:nvSpPr>
        <p:spPr>
          <a:xfrm>
            <a:off x="30563820" y="92811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51" name="Example thread 16 included"/>
          <p:cNvSpPr/>
          <p:nvPr/>
        </p:nvSpPr>
        <p:spPr>
          <a:xfrm>
            <a:off x="137617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2" name="16"/>
          <p:cNvSpPr/>
          <p:nvPr/>
        </p:nvSpPr>
        <p:spPr>
          <a:xfrm>
            <a:off x="137617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53" name="Example thread 17 included"/>
          <p:cNvSpPr/>
          <p:nvPr/>
        </p:nvSpPr>
        <p:spPr>
          <a:xfrm>
            <a:off x="148818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4" name="17"/>
          <p:cNvSpPr/>
          <p:nvPr/>
        </p:nvSpPr>
        <p:spPr>
          <a:xfrm>
            <a:off x="148818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55" name="Example thread 18 included"/>
          <p:cNvSpPr/>
          <p:nvPr/>
        </p:nvSpPr>
        <p:spPr>
          <a:xfrm>
            <a:off x="160020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6" name="18"/>
          <p:cNvSpPr/>
          <p:nvPr/>
        </p:nvSpPr>
        <p:spPr>
          <a:xfrm>
            <a:off x="160020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57" name="Example thread 19 included"/>
          <p:cNvSpPr/>
          <p:nvPr/>
        </p:nvSpPr>
        <p:spPr>
          <a:xfrm>
            <a:off x="171221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8" name="19"/>
          <p:cNvSpPr/>
          <p:nvPr/>
        </p:nvSpPr>
        <p:spPr>
          <a:xfrm>
            <a:off x="171221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59" name="Example thread 20 included"/>
          <p:cNvSpPr/>
          <p:nvPr/>
        </p:nvSpPr>
        <p:spPr>
          <a:xfrm>
            <a:off x="182422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0" name="20"/>
          <p:cNvSpPr/>
          <p:nvPr/>
        </p:nvSpPr>
        <p:spPr>
          <a:xfrm>
            <a:off x="182422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61" name="Example thread 21 included"/>
          <p:cNvSpPr/>
          <p:nvPr/>
        </p:nvSpPr>
        <p:spPr>
          <a:xfrm>
            <a:off x="193624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2" name="21"/>
          <p:cNvSpPr/>
          <p:nvPr/>
        </p:nvSpPr>
        <p:spPr>
          <a:xfrm>
            <a:off x="193624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63" name="Example thread 22 included"/>
          <p:cNvSpPr/>
          <p:nvPr/>
        </p:nvSpPr>
        <p:spPr>
          <a:xfrm>
            <a:off x="204825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4" name="22"/>
          <p:cNvSpPr/>
          <p:nvPr/>
        </p:nvSpPr>
        <p:spPr>
          <a:xfrm>
            <a:off x="204825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65" name="Example thread 23 included"/>
          <p:cNvSpPr/>
          <p:nvPr/>
        </p:nvSpPr>
        <p:spPr>
          <a:xfrm>
            <a:off x="216027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6" name="23"/>
          <p:cNvSpPr/>
          <p:nvPr/>
        </p:nvSpPr>
        <p:spPr>
          <a:xfrm>
            <a:off x="216027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67" name="Example thread 24 included"/>
          <p:cNvSpPr/>
          <p:nvPr/>
        </p:nvSpPr>
        <p:spPr>
          <a:xfrm>
            <a:off x="227228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8" name="24"/>
          <p:cNvSpPr/>
          <p:nvPr/>
        </p:nvSpPr>
        <p:spPr>
          <a:xfrm>
            <a:off x="227228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69" name="Example thread 25 included"/>
          <p:cNvSpPr/>
          <p:nvPr/>
        </p:nvSpPr>
        <p:spPr>
          <a:xfrm>
            <a:off x="238429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0" name="25"/>
          <p:cNvSpPr/>
          <p:nvPr/>
        </p:nvSpPr>
        <p:spPr>
          <a:xfrm>
            <a:off x="238429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71" name="Example thread 26 included"/>
          <p:cNvSpPr/>
          <p:nvPr/>
        </p:nvSpPr>
        <p:spPr>
          <a:xfrm>
            <a:off x="249631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2" name="26"/>
          <p:cNvSpPr/>
          <p:nvPr/>
        </p:nvSpPr>
        <p:spPr>
          <a:xfrm>
            <a:off x="249631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73" name="Example thread 27 included"/>
          <p:cNvSpPr/>
          <p:nvPr/>
        </p:nvSpPr>
        <p:spPr>
          <a:xfrm>
            <a:off x="2608326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4" name="27"/>
          <p:cNvSpPr/>
          <p:nvPr/>
        </p:nvSpPr>
        <p:spPr>
          <a:xfrm>
            <a:off x="2608326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75" name="Example thread 28 included"/>
          <p:cNvSpPr/>
          <p:nvPr/>
        </p:nvSpPr>
        <p:spPr>
          <a:xfrm>
            <a:off x="2720340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6" name="28"/>
          <p:cNvSpPr/>
          <p:nvPr/>
        </p:nvSpPr>
        <p:spPr>
          <a:xfrm>
            <a:off x="2720340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77" name="Example thread 29 included"/>
          <p:cNvSpPr/>
          <p:nvPr/>
        </p:nvSpPr>
        <p:spPr>
          <a:xfrm>
            <a:off x="2832354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8" name="29"/>
          <p:cNvSpPr/>
          <p:nvPr/>
        </p:nvSpPr>
        <p:spPr>
          <a:xfrm>
            <a:off x="2832354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79" name="Example thread 30 included"/>
          <p:cNvSpPr/>
          <p:nvPr/>
        </p:nvSpPr>
        <p:spPr>
          <a:xfrm>
            <a:off x="2944368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0" name="30"/>
          <p:cNvSpPr/>
          <p:nvPr/>
        </p:nvSpPr>
        <p:spPr>
          <a:xfrm>
            <a:off x="2944368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81" name="Example thread 31 included"/>
          <p:cNvSpPr/>
          <p:nvPr/>
        </p:nvSpPr>
        <p:spPr>
          <a:xfrm>
            <a:off x="30563820" y="100812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2" name="31"/>
          <p:cNvSpPr/>
          <p:nvPr/>
        </p:nvSpPr>
        <p:spPr>
          <a:xfrm>
            <a:off x="30563820" y="101727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83" name="Shape"/>
          <p:cNvSpPr/>
          <p:nvPr/>
        </p:nvSpPr>
        <p:spPr>
          <a:xfrm>
            <a:off x="22014180" y="11704320"/>
            <a:ext cx="640080" cy="914400"/>
          </a:xfrm>
          <a:prstGeom prst="down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84" name="Example predicate: even thread IDs versus odd thread IDs."/>
          <p:cNvSpPr/>
          <p:nvPr/>
        </p:nvSpPr>
        <p:spPr>
          <a:xfrm>
            <a:off x="13235940" y="12824460"/>
            <a:ext cx="21259800" cy="105156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0">
                <a:solidFill>
                  <a:schemeClr val="accent6"/>
                </a:solidFill>
                <a:latin typeface="NVIDIA Sans"/>
              </a:rPr>
              <a:t xml:space="preserve">Example predicate: even thread IDs versus odd thread IDs.</a:t>
            </a:r>
          </a:p>
        </p:txBody>
      </p:sp>
      <p:sp>
        <p:nvSpPr>
          <p:cNvPr id="85" name="Result · predicate true / false"/>
          <p:cNvSpPr/>
          <p:nvPr/>
        </p:nvSpPr>
        <p:spPr>
          <a:xfrm>
            <a:off x="13235940" y="1469898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Result · predicate true / false</a:t>
            </a:r>
          </a:p>
        </p:txBody>
      </p:sp>
      <p:sp>
        <p:nvSpPr>
          <p:cNvPr id="86" name="Example warp: 32 threads"/>
          <p:cNvSpPr/>
          <p:nvPr/>
        </p:nvSpPr>
        <p:spPr>
          <a:xfrm>
            <a:off x="13373100" y="1538478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87" name="Partition 0, row 0"/>
          <p:cNvSpPr/>
          <p:nvPr/>
        </p:nvSpPr>
        <p:spPr>
          <a:xfrm>
            <a:off x="13624560" y="1547622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8" name="Partition 1, row 1"/>
          <p:cNvSpPr/>
          <p:nvPr/>
        </p:nvSpPr>
        <p:spPr>
          <a:xfrm>
            <a:off x="13624560" y="1636776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9" name="Example thread 0 included"/>
          <p:cNvSpPr/>
          <p:nvPr/>
        </p:nvSpPr>
        <p:spPr>
          <a:xfrm>
            <a:off x="137617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0" name="0"/>
          <p:cNvSpPr/>
          <p:nvPr/>
        </p:nvSpPr>
        <p:spPr>
          <a:xfrm>
            <a:off x="137617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91" name="Example thread 2 included"/>
          <p:cNvSpPr/>
          <p:nvPr/>
        </p:nvSpPr>
        <p:spPr>
          <a:xfrm>
            <a:off x="148818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2" name="2"/>
          <p:cNvSpPr/>
          <p:nvPr/>
        </p:nvSpPr>
        <p:spPr>
          <a:xfrm>
            <a:off x="148818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93" name="Example thread 4 included"/>
          <p:cNvSpPr/>
          <p:nvPr/>
        </p:nvSpPr>
        <p:spPr>
          <a:xfrm>
            <a:off x="160020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4" name="4"/>
          <p:cNvSpPr/>
          <p:nvPr/>
        </p:nvSpPr>
        <p:spPr>
          <a:xfrm>
            <a:off x="160020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95" name="Example thread 6 included"/>
          <p:cNvSpPr/>
          <p:nvPr/>
        </p:nvSpPr>
        <p:spPr>
          <a:xfrm>
            <a:off x="171221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6" name="6"/>
          <p:cNvSpPr/>
          <p:nvPr/>
        </p:nvSpPr>
        <p:spPr>
          <a:xfrm>
            <a:off x="171221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97" name="Example thread 8 included"/>
          <p:cNvSpPr/>
          <p:nvPr/>
        </p:nvSpPr>
        <p:spPr>
          <a:xfrm>
            <a:off x="182422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8" name="8"/>
          <p:cNvSpPr/>
          <p:nvPr/>
        </p:nvSpPr>
        <p:spPr>
          <a:xfrm>
            <a:off x="182422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99" name="Example thread 10 included"/>
          <p:cNvSpPr/>
          <p:nvPr/>
        </p:nvSpPr>
        <p:spPr>
          <a:xfrm>
            <a:off x="193624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0" name="10"/>
          <p:cNvSpPr/>
          <p:nvPr/>
        </p:nvSpPr>
        <p:spPr>
          <a:xfrm>
            <a:off x="193624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101" name="Example thread 12 included"/>
          <p:cNvSpPr/>
          <p:nvPr/>
        </p:nvSpPr>
        <p:spPr>
          <a:xfrm>
            <a:off x="204825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2" name="12"/>
          <p:cNvSpPr/>
          <p:nvPr/>
        </p:nvSpPr>
        <p:spPr>
          <a:xfrm>
            <a:off x="204825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103" name="Example thread 14 included"/>
          <p:cNvSpPr/>
          <p:nvPr/>
        </p:nvSpPr>
        <p:spPr>
          <a:xfrm>
            <a:off x="216027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4" name="14"/>
          <p:cNvSpPr/>
          <p:nvPr/>
        </p:nvSpPr>
        <p:spPr>
          <a:xfrm>
            <a:off x="216027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105" name="Example thread 16 included"/>
          <p:cNvSpPr/>
          <p:nvPr/>
        </p:nvSpPr>
        <p:spPr>
          <a:xfrm>
            <a:off x="227228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6" name="16"/>
          <p:cNvSpPr/>
          <p:nvPr/>
        </p:nvSpPr>
        <p:spPr>
          <a:xfrm>
            <a:off x="227228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107" name="Example thread 18 included"/>
          <p:cNvSpPr/>
          <p:nvPr/>
        </p:nvSpPr>
        <p:spPr>
          <a:xfrm>
            <a:off x="238429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8" name="18"/>
          <p:cNvSpPr/>
          <p:nvPr/>
        </p:nvSpPr>
        <p:spPr>
          <a:xfrm>
            <a:off x="238429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109" name="Example thread 20 included"/>
          <p:cNvSpPr/>
          <p:nvPr/>
        </p:nvSpPr>
        <p:spPr>
          <a:xfrm>
            <a:off x="249631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0" name="20"/>
          <p:cNvSpPr/>
          <p:nvPr/>
        </p:nvSpPr>
        <p:spPr>
          <a:xfrm>
            <a:off x="249631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111" name="Example thread 22 included"/>
          <p:cNvSpPr/>
          <p:nvPr/>
        </p:nvSpPr>
        <p:spPr>
          <a:xfrm>
            <a:off x="2608326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2" name="22"/>
          <p:cNvSpPr/>
          <p:nvPr/>
        </p:nvSpPr>
        <p:spPr>
          <a:xfrm>
            <a:off x="2608326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113" name="Example thread 24 included"/>
          <p:cNvSpPr/>
          <p:nvPr/>
        </p:nvSpPr>
        <p:spPr>
          <a:xfrm>
            <a:off x="2720340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4" name="24"/>
          <p:cNvSpPr/>
          <p:nvPr/>
        </p:nvSpPr>
        <p:spPr>
          <a:xfrm>
            <a:off x="2720340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115" name="Example thread 26 included"/>
          <p:cNvSpPr/>
          <p:nvPr/>
        </p:nvSpPr>
        <p:spPr>
          <a:xfrm>
            <a:off x="2832354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6" name="26"/>
          <p:cNvSpPr/>
          <p:nvPr/>
        </p:nvSpPr>
        <p:spPr>
          <a:xfrm>
            <a:off x="2832354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117" name="Example thread 28 included"/>
          <p:cNvSpPr/>
          <p:nvPr/>
        </p:nvSpPr>
        <p:spPr>
          <a:xfrm>
            <a:off x="2944368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8" name="28"/>
          <p:cNvSpPr/>
          <p:nvPr/>
        </p:nvSpPr>
        <p:spPr>
          <a:xfrm>
            <a:off x="2944368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119" name="Example thread 30 included"/>
          <p:cNvSpPr/>
          <p:nvPr/>
        </p:nvSpPr>
        <p:spPr>
          <a:xfrm>
            <a:off x="30563820" y="1559052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0" name="30"/>
          <p:cNvSpPr/>
          <p:nvPr/>
        </p:nvSpPr>
        <p:spPr>
          <a:xfrm>
            <a:off x="30563820" y="1568196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121" name="Example thread 1 included"/>
          <p:cNvSpPr/>
          <p:nvPr/>
        </p:nvSpPr>
        <p:spPr>
          <a:xfrm>
            <a:off x="137617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2" name="1"/>
          <p:cNvSpPr/>
          <p:nvPr/>
        </p:nvSpPr>
        <p:spPr>
          <a:xfrm>
            <a:off x="137617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123" name="Example thread 3 included"/>
          <p:cNvSpPr/>
          <p:nvPr/>
        </p:nvSpPr>
        <p:spPr>
          <a:xfrm>
            <a:off x="148818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4" name="3"/>
          <p:cNvSpPr/>
          <p:nvPr/>
        </p:nvSpPr>
        <p:spPr>
          <a:xfrm>
            <a:off x="148818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125" name="Example thread 5 included"/>
          <p:cNvSpPr/>
          <p:nvPr/>
        </p:nvSpPr>
        <p:spPr>
          <a:xfrm>
            <a:off x="160020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6" name="5"/>
          <p:cNvSpPr/>
          <p:nvPr/>
        </p:nvSpPr>
        <p:spPr>
          <a:xfrm>
            <a:off x="160020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127" name="Example thread 7 included"/>
          <p:cNvSpPr/>
          <p:nvPr/>
        </p:nvSpPr>
        <p:spPr>
          <a:xfrm>
            <a:off x="171221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8" name="7"/>
          <p:cNvSpPr/>
          <p:nvPr/>
        </p:nvSpPr>
        <p:spPr>
          <a:xfrm>
            <a:off x="171221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129" name="Example thread 9 included"/>
          <p:cNvSpPr/>
          <p:nvPr/>
        </p:nvSpPr>
        <p:spPr>
          <a:xfrm>
            <a:off x="182422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0" name="9"/>
          <p:cNvSpPr/>
          <p:nvPr/>
        </p:nvSpPr>
        <p:spPr>
          <a:xfrm>
            <a:off x="182422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131" name="Example thread 11 included"/>
          <p:cNvSpPr/>
          <p:nvPr/>
        </p:nvSpPr>
        <p:spPr>
          <a:xfrm>
            <a:off x="193624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2" name="11"/>
          <p:cNvSpPr/>
          <p:nvPr/>
        </p:nvSpPr>
        <p:spPr>
          <a:xfrm>
            <a:off x="193624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133" name="Example thread 13 included"/>
          <p:cNvSpPr/>
          <p:nvPr/>
        </p:nvSpPr>
        <p:spPr>
          <a:xfrm>
            <a:off x="204825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4" name="13"/>
          <p:cNvSpPr/>
          <p:nvPr/>
        </p:nvSpPr>
        <p:spPr>
          <a:xfrm>
            <a:off x="204825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135" name="Example thread 15 included"/>
          <p:cNvSpPr/>
          <p:nvPr/>
        </p:nvSpPr>
        <p:spPr>
          <a:xfrm>
            <a:off x="216027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6" name="15"/>
          <p:cNvSpPr/>
          <p:nvPr/>
        </p:nvSpPr>
        <p:spPr>
          <a:xfrm>
            <a:off x="216027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137" name="Example thread 17 included"/>
          <p:cNvSpPr/>
          <p:nvPr/>
        </p:nvSpPr>
        <p:spPr>
          <a:xfrm>
            <a:off x="227228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38" name="17"/>
          <p:cNvSpPr/>
          <p:nvPr/>
        </p:nvSpPr>
        <p:spPr>
          <a:xfrm>
            <a:off x="227228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139" name="Example thread 19 included"/>
          <p:cNvSpPr/>
          <p:nvPr/>
        </p:nvSpPr>
        <p:spPr>
          <a:xfrm>
            <a:off x="238429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0" name="19"/>
          <p:cNvSpPr/>
          <p:nvPr/>
        </p:nvSpPr>
        <p:spPr>
          <a:xfrm>
            <a:off x="238429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141" name="Example thread 21 included"/>
          <p:cNvSpPr/>
          <p:nvPr/>
        </p:nvSpPr>
        <p:spPr>
          <a:xfrm>
            <a:off x="249631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2" name="21"/>
          <p:cNvSpPr/>
          <p:nvPr/>
        </p:nvSpPr>
        <p:spPr>
          <a:xfrm>
            <a:off x="249631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143" name="Example thread 23 included"/>
          <p:cNvSpPr/>
          <p:nvPr/>
        </p:nvSpPr>
        <p:spPr>
          <a:xfrm>
            <a:off x="2608326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4" name="23"/>
          <p:cNvSpPr/>
          <p:nvPr/>
        </p:nvSpPr>
        <p:spPr>
          <a:xfrm>
            <a:off x="2608326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145" name="Example thread 25 included"/>
          <p:cNvSpPr/>
          <p:nvPr/>
        </p:nvSpPr>
        <p:spPr>
          <a:xfrm>
            <a:off x="2720340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6" name="25"/>
          <p:cNvSpPr/>
          <p:nvPr/>
        </p:nvSpPr>
        <p:spPr>
          <a:xfrm>
            <a:off x="2720340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147" name="Example thread 27 included"/>
          <p:cNvSpPr/>
          <p:nvPr/>
        </p:nvSpPr>
        <p:spPr>
          <a:xfrm>
            <a:off x="2832354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48" name="27"/>
          <p:cNvSpPr/>
          <p:nvPr/>
        </p:nvSpPr>
        <p:spPr>
          <a:xfrm>
            <a:off x="2832354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149" name="Example thread 29 included"/>
          <p:cNvSpPr/>
          <p:nvPr/>
        </p:nvSpPr>
        <p:spPr>
          <a:xfrm>
            <a:off x="2944368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0" name="29"/>
          <p:cNvSpPr/>
          <p:nvPr/>
        </p:nvSpPr>
        <p:spPr>
          <a:xfrm>
            <a:off x="2944368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151" name="Example thread 31 included"/>
          <p:cNvSpPr/>
          <p:nvPr/>
        </p:nvSpPr>
        <p:spPr>
          <a:xfrm>
            <a:off x="30563820" y="1648206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2" name="31"/>
          <p:cNvSpPr/>
          <p:nvPr/>
        </p:nvSpPr>
        <p:spPr>
          <a:xfrm>
            <a:off x="30563820" y="1657350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153" name="Numbers show original thread IDs · Green: included · Gray: exclud"/>
          <p:cNvSpPr/>
          <p:nvPr/>
        </p:nvSpPr>
        <p:spPr>
          <a:xfrm>
            <a:off x="13235940" y="19179540"/>
            <a:ext cx="2125980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Numbers show original thread IDs · Green: included · Gray: excluded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 name="Predefined Group Mappings — composite_mapp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defined Group Mappings"/>
          <p:cNvSpPr/>
          <p:nvPr/>
        </p:nvSpPr>
        <p:spPr>
          <a:xfrm>
            <a:off x="1828800" y="1257300"/>
            <a:ext cx="29718000" cy="17145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8280" b="1">
                <a:solidFill>
                  <a:schemeClr val="dk1"/>
                </a:solidFill>
                <a:latin typeface="NVIDIA Sans Medium"/>
              </a:rPr>
              <a:t xml:space="preserve">Predefined Group Mappings</a:t>
            </a:r>
          </a:p>
        </p:txBody>
      </p:sp>
      <p:sp>
        <p:nvSpPr>
          <p:cNvPr id="4" name="29"/>
          <p:cNvSpPr/>
          <p:nvPr/>
        </p:nvSpPr>
        <p:spPr>
          <a:xfrm>
            <a:off x="960120" y="19431000"/>
            <a:ext cx="1143000" cy="5257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160" b="0">
                <a:solidFill>
                  <a:schemeClr val="accent6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5" name="`identity_mapping`"/>
          <p:cNvSpPr/>
          <p:nvPr/>
        </p:nvSpPr>
        <p:spPr>
          <a:xfrm>
            <a:off x="2308860" y="55778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identity_mapping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6" name="`group_by`"/>
          <p:cNvSpPr/>
          <p:nvPr/>
        </p:nvSpPr>
        <p:spPr>
          <a:xfrm>
            <a:off x="2308860" y="770382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group_by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7" name="`group_as`"/>
          <p:cNvSpPr/>
          <p:nvPr/>
        </p:nvSpPr>
        <p:spPr>
          <a:xfrm>
            <a:off x="2308860" y="982980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group_as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8" name="`take`"/>
          <p:cNvSpPr/>
          <p:nvPr/>
        </p:nvSpPr>
        <p:spPr>
          <a:xfrm>
            <a:off x="2308860" y="1195578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take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9" name="`binary_partition`"/>
          <p:cNvSpPr/>
          <p:nvPr/>
        </p:nvSpPr>
        <p:spPr>
          <a:xfrm>
            <a:off x="2308860" y="1408176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  <a:r>
              <a:rPr lang="en-US" sz="3780" b="0">
                <a:solidFill>
                  <a:schemeClr val="accent6"/>
                </a:solidFill>
                <a:latin typeface="DejaVu Sans Mono"/>
              </a:rPr>
              <a:t xml:space="preserve">binary_partition</a:t>
            </a:r>
            <a:r>
              <a:rPr lang="en-US" sz="3780" b="0">
                <a:solidFill>
                  <a:schemeClr val="accent6"/>
                </a:solidFill>
                <a:latin typeface="NVIDIA Sans"/>
              </a:rPr>
              <a:t xml:space="preserve"/>
            </a:r>
          </a:p>
        </p:txBody>
      </p:sp>
      <p:sp>
        <p:nvSpPr>
          <p:cNvPr id="10" name="Current mapping"/>
          <p:cNvSpPr/>
          <p:nvPr/>
        </p:nvSpPr>
        <p:spPr>
          <a:xfrm>
            <a:off x="1828800" y="15681960"/>
            <a:ext cx="9829800" cy="17602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9718">
            <a:solidFill>
              <a:schemeClr val="accent1"/>
            </a:solidFill>
          </a:ln>
        </p:spPr>
      </p:sp>
      <p:sp>
        <p:nvSpPr>
          <p:cNvPr id="11" name="Shape"/>
          <p:cNvSpPr/>
          <p:nvPr/>
        </p:nvSpPr>
        <p:spPr>
          <a:xfrm>
            <a:off x="1828800" y="15681960"/>
            <a:ext cx="114300" cy="1760220"/>
          </a:xfrm>
          <a:prstGeom prst="rect">
            <a:avLst/>
          </a:prstGeom>
          <a:solidFill>
            <a:schemeClr val="accent1"/>
          </a:solidFill>
          <a:ln w="29718">
            <a:noFill/>
          </a:ln>
        </p:spPr>
      </p:sp>
      <p:sp>
        <p:nvSpPr>
          <p:cNvPr id="12" name="`composite_mapping`"/>
          <p:cNvSpPr/>
          <p:nvPr/>
        </p:nvSpPr>
        <p:spPr>
          <a:xfrm>
            <a:off x="2308860" y="16207740"/>
            <a:ext cx="8915400" cy="91440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DejaVu Sans Mono"/>
              </a:rPr>
              <a:t xml:space="preserve">composite_mapping</a:t>
            </a:r>
            <a:r>
              <a:rPr lang="en-US" sz="3780" b="1">
                <a:solidFill>
                  <a:schemeClr val="accent1">
                    <a:shade val="65000"/>
                  </a:schemeClr>
                </a:solidFill>
                <a:latin typeface="NVIDIA Sans Medium"/>
              </a:rPr>
              <a:t xml:space="preserve"/>
            </a:r>
          </a:p>
        </p:txBody>
      </p:sp>
      <p:sp>
        <p:nvSpPr>
          <p:cNvPr id="13" name="Shape"/>
          <p:cNvSpPr/>
          <p:nvPr/>
        </p:nvSpPr>
        <p:spPr>
          <a:xfrm>
            <a:off x="12458700" y="5052060"/>
            <a:ext cx="22860" cy="13578840"/>
          </a:xfrm>
          <a:prstGeom prst="rect">
            <a:avLst/>
          </a:prstGeom>
          <a:solidFill>
            <a:schemeClr val="dk1">
              <a:tint val="15000"/>
            </a:schemeClr>
          </a:solidFill>
          <a:ln w="29718">
            <a:noFill/>
          </a:ln>
        </p:spPr>
      </p:sp>
      <p:sp>
        <p:nvSpPr>
          <p:cNvPr id="14" name="Applies multiple mappings in sequence, composed with the pipe ope"/>
          <p:cNvSpPr/>
          <p:nvPr/>
        </p:nvSpPr>
        <p:spPr>
          <a:xfrm>
            <a:off x="13235940" y="5166360"/>
            <a:ext cx="21259800" cy="237744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Applies multiple mappings in sequence, composed with the pipe operator (</a:t>
            </a:r>
            <a:r>
              <a:rPr lang="en-US" sz="4680" b="0">
                <a:solidFill>
                  <a:schemeClr val="dk1"/>
                </a:solidFill>
                <a:latin typeface="DejaVu Sans Mono"/>
              </a:rPr>
              <a:t xml:space="preserve">|</a:t>
            </a:r>
            <a:r>
              <a:rPr lang="en-US" sz="4680" b="0">
                <a:solidFill>
                  <a:schemeClr val="dk1"/>
                </a:solidFill>
                <a:latin typeface="NVIDIA Sans"/>
              </a:rPr>
              <a:t xml:space="preserve">).</a:t>
            </a:r>
          </a:p>
        </p:txBody>
      </p:sp>
      <p:sp>
        <p:nvSpPr>
          <p:cNvPr id="15" name="Parent warp · 32 threads"/>
          <p:cNvSpPr/>
          <p:nvPr/>
        </p:nvSpPr>
        <p:spPr>
          <a:xfrm>
            <a:off x="13235940" y="790956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Parent warp · 32 threads</a:t>
            </a:r>
          </a:p>
        </p:txBody>
      </p:sp>
      <p:sp>
        <p:nvSpPr>
          <p:cNvPr id="16" name="Example warp: 32 threads"/>
          <p:cNvSpPr/>
          <p:nvPr/>
        </p:nvSpPr>
        <p:spPr>
          <a:xfrm>
            <a:off x="13373100" y="859536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17" name="Partition 0, row 0"/>
          <p:cNvSpPr/>
          <p:nvPr/>
        </p:nvSpPr>
        <p:spPr>
          <a:xfrm>
            <a:off x="13624560" y="868680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8" name="Partition 0, row 1"/>
          <p:cNvSpPr/>
          <p:nvPr/>
        </p:nvSpPr>
        <p:spPr>
          <a:xfrm>
            <a:off x="13624560" y="957834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9" name="Example thread 0 included"/>
          <p:cNvSpPr/>
          <p:nvPr/>
        </p:nvSpPr>
        <p:spPr>
          <a:xfrm>
            <a:off x="1376172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0" name="0"/>
          <p:cNvSpPr/>
          <p:nvPr/>
        </p:nvSpPr>
        <p:spPr>
          <a:xfrm>
            <a:off x="1376172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21" name="Example thread 1 included"/>
          <p:cNvSpPr/>
          <p:nvPr/>
        </p:nvSpPr>
        <p:spPr>
          <a:xfrm>
            <a:off x="1488186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2" name="1"/>
          <p:cNvSpPr/>
          <p:nvPr/>
        </p:nvSpPr>
        <p:spPr>
          <a:xfrm>
            <a:off x="1488186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23" name="Example thread 2 included"/>
          <p:cNvSpPr/>
          <p:nvPr/>
        </p:nvSpPr>
        <p:spPr>
          <a:xfrm>
            <a:off x="1600200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4" name="2"/>
          <p:cNvSpPr/>
          <p:nvPr/>
        </p:nvSpPr>
        <p:spPr>
          <a:xfrm>
            <a:off x="1600200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25" name="Example thread 3 included"/>
          <p:cNvSpPr/>
          <p:nvPr/>
        </p:nvSpPr>
        <p:spPr>
          <a:xfrm>
            <a:off x="1712214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6" name="3"/>
          <p:cNvSpPr/>
          <p:nvPr/>
        </p:nvSpPr>
        <p:spPr>
          <a:xfrm>
            <a:off x="1712214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27" name="Example thread 4 included"/>
          <p:cNvSpPr/>
          <p:nvPr/>
        </p:nvSpPr>
        <p:spPr>
          <a:xfrm>
            <a:off x="1824228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28" name="4"/>
          <p:cNvSpPr/>
          <p:nvPr/>
        </p:nvSpPr>
        <p:spPr>
          <a:xfrm>
            <a:off x="1824228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29" name="Example thread 5 included"/>
          <p:cNvSpPr/>
          <p:nvPr/>
        </p:nvSpPr>
        <p:spPr>
          <a:xfrm>
            <a:off x="1936242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0" name="5"/>
          <p:cNvSpPr/>
          <p:nvPr/>
        </p:nvSpPr>
        <p:spPr>
          <a:xfrm>
            <a:off x="1936242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31" name="Example thread 6 included"/>
          <p:cNvSpPr/>
          <p:nvPr/>
        </p:nvSpPr>
        <p:spPr>
          <a:xfrm>
            <a:off x="2048256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2" name="6"/>
          <p:cNvSpPr/>
          <p:nvPr/>
        </p:nvSpPr>
        <p:spPr>
          <a:xfrm>
            <a:off x="2048256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33" name="Example thread 7 included"/>
          <p:cNvSpPr/>
          <p:nvPr/>
        </p:nvSpPr>
        <p:spPr>
          <a:xfrm>
            <a:off x="2160270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4" name="7"/>
          <p:cNvSpPr/>
          <p:nvPr/>
        </p:nvSpPr>
        <p:spPr>
          <a:xfrm>
            <a:off x="2160270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35" name="Example thread 8 included"/>
          <p:cNvSpPr/>
          <p:nvPr/>
        </p:nvSpPr>
        <p:spPr>
          <a:xfrm>
            <a:off x="2272284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6" name="8"/>
          <p:cNvSpPr/>
          <p:nvPr/>
        </p:nvSpPr>
        <p:spPr>
          <a:xfrm>
            <a:off x="2272284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37" name="Example thread 9 included"/>
          <p:cNvSpPr/>
          <p:nvPr/>
        </p:nvSpPr>
        <p:spPr>
          <a:xfrm>
            <a:off x="2384298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38" name="9"/>
          <p:cNvSpPr/>
          <p:nvPr/>
        </p:nvSpPr>
        <p:spPr>
          <a:xfrm>
            <a:off x="2384298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39" name="Example thread 10 included"/>
          <p:cNvSpPr/>
          <p:nvPr/>
        </p:nvSpPr>
        <p:spPr>
          <a:xfrm>
            <a:off x="2496312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0" name="10"/>
          <p:cNvSpPr/>
          <p:nvPr/>
        </p:nvSpPr>
        <p:spPr>
          <a:xfrm>
            <a:off x="2496312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41" name="Example thread 11 included"/>
          <p:cNvSpPr/>
          <p:nvPr/>
        </p:nvSpPr>
        <p:spPr>
          <a:xfrm>
            <a:off x="2608326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2" name="11"/>
          <p:cNvSpPr/>
          <p:nvPr/>
        </p:nvSpPr>
        <p:spPr>
          <a:xfrm>
            <a:off x="2608326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43" name="Example thread 12 included"/>
          <p:cNvSpPr/>
          <p:nvPr/>
        </p:nvSpPr>
        <p:spPr>
          <a:xfrm>
            <a:off x="2720340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4" name="12"/>
          <p:cNvSpPr/>
          <p:nvPr/>
        </p:nvSpPr>
        <p:spPr>
          <a:xfrm>
            <a:off x="2720340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45" name="Example thread 13 included"/>
          <p:cNvSpPr/>
          <p:nvPr/>
        </p:nvSpPr>
        <p:spPr>
          <a:xfrm>
            <a:off x="2832354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6" name="13"/>
          <p:cNvSpPr/>
          <p:nvPr/>
        </p:nvSpPr>
        <p:spPr>
          <a:xfrm>
            <a:off x="2832354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47" name="Example thread 14 included"/>
          <p:cNvSpPr/>
          <p:nvPr/>
        </p:nvSpPr>
        <p:spPr>
          <a:xfrm>
            <a:off x="2944368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48" name="14"/>
          <p:cNvSpPr/>
          <p:nvPr/>
        </p:nvSpPr>
        <p:spPr>
          <a:xfrm>
            <a:off x="2944368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49" name="Example thread 15 included"/>
          <p:cNvSpPr/>
          <p:nvPr/>
        </p:nvSpPr>
        <p:spPr>
          <a:xfrm>
            <a:off x="30563820" y="88011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0" name="15"/>
          <p:cNvSpPr/>
          <p:nvPr/>
        </p:nvSpPr>
        <p:spPr>
          <a:xfrm>
            <a:off x="30563820" y="88925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51" name="Example thread 16 included"/>
          <p:cNvSpPr/>
          <p:nvPr/>
        </p:nvSpPr>
        <p:spPr>
          <a:xfrm>
            <a:off x="1376172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2" name="16"/>
          <p:cNvSpPr/>
          <p:nvPr/>
        </p:nvSpPr>
        <p:spPr>
          <a:xfrm>
            <a:off x="1376172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53" name="Example thread 17 included"/>
          <p:cNvSpPr/>
          <p:nvPr/>
        </p:nvSpPr>
        <p:spPr>
          <a:xfrm>
            <a:off x="1488186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4" name="17"/>
          <p:cNvSpPr/>
          <p:nvPr/>
        </p:nvSpPr>
        <p:spPr>
          <a:xfrm>
            <a:off x="1488186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55" name="Example thread 18 included"/>
          <p:cNvSpPr/>
          <p:nvPr/>
        </p:nvSpPr>
        <p:spPr>
          <a:xfrm>
            <a:off x="1600200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6" name="18"/>
          <p:cNvSpPr/>
          <p:nvPr/>
        </p:nvSpPr>
        <p:spPr>
          <a:xfrm>
            <a:off x="1600200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57" name="Example thread 19 included"/>
          <p:cNvSpPr/>
          <p:nvPr/>
        </p:nvSpPr>
        <p:spPr>
          <a:xfrm>
            <a:off x="1712214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58" name="19"/>
          <p:cNvSpPr/>
          <p:nvPr/>
        </p:nvSpPr>
        <p:spPr>
          <a:xfrm>
            <a:off x="1712214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59" name="Example thread 20 included"/>
          <p:cNvSpPr/>
          <p:nvPr/>
        </p:nvSpPr>
        <p:spPr>
          <a:xfrm>
            <a:off x="1824228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0" name="20"/>
          <p:cNvSpPr/>
          <p:nvPr/>
        </p:nvSpPr>
        <p:spPr>
          <a:xfrm>
            <a:off x="1824228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61" name="Example thread 21 included"/>
          <p:cNvSpPr/>
          <p:nvPr/>
        </p:nvSpPr>
        <p:spPr>
          <a:xfrm>
            <a:off x="1936242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2" name="21"/>
          <p:cNvSpPr/>
          <p:nvPr/>
        </p:nvSpPr>
        <p:spPr>
          <a:xfrm>
            <a:off x="1936242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63" name="Example thread 22 included"/>
          <p:cNvSpPr/>
          <p:nvPr/>
        </p:nvSpPr>
        <p:spPr>
          <a:xfrm>
            <a:off x="2048256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4" name="22"/>
          <p:cNvSpPr/>
          <p:nvPr/>
        </p:nvSpPr>
        <p:spPr>
          <a:xfrm>
            <a:off x="2048256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65" name="Example thread 23 included"/>
          <p:cNvSpPr/>
          <p:nvPr/>
        </p:nvSpPr>
        <p:spPr>
          <a:xfrm>
            <a:off x="2160270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6" name="23"/>
          <p:cNvSpPr/>
          <p:nvPr/>
        </p:nvSpPr>
        <p:spPr>
          <a:xfrm>
            <a:off x="2160270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67" name="Example thread 24 included"/>
          <p:cNvSpPr/>
          <p:nvPr/>
        </p:nvSpPr>
        <p:spPr>
          <a:xfrm>
            <a:off x="2272284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68" name="24"/>
          <p:cNvSpPr/>
          <p:nvPr/>
        </p:nvSpPr>
        <p:spPr>
          <a:xfrm>
            <a:off x="2272284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69" name="Example thread 25 included"/>
          <p:cNvSpPr/>
          <p:nvPr/>
        </p:nvSpPr>
        <p:spPr>
          <a:xfrm>
            <a:off x="2384298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0" name="25"/>
          <p:cNvSpPr/>
          <p:nvPr/>
        </p:nvSpPr>
        <p:spPr>
          <a:xfrm>
            <a:off x="2384298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71" name="Example thread 26 included"/>
          <p:cNvSpPr/>
          <p:nvPr/>
        </p:nvSpPr>
        <p:spPr>
          <a:xfrm>
            <a:off x="2496312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2" name="26"/>
          <p:cNvSpPr/>
          <p:nvPr/>
        </p:nvSpPr>
        <p:spPr>
          <a:xfrm>
            <a:off x="2496312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73" name="Example thread 27 included"/>
          <p:cNvSpPr/>
          <p:nvPr/>
        </p:nvSpPr>
        <p:spPr>
          <a:xfrm>
            <a:off x="2608326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4" name="27"/>
          <p:cNvSpPr/>
          <p:nvPr/>
        </p:nvSpPr>
        <p:spPr>
          <a:xfrm>
            <a:off x="2608326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75" name="Example thread 28 included"/>
          <p:cNvSpPr/>
          <p:nvPr/>
        </p:nvSpPr>
        <p:spPr>
          <a:xfrm>
            <a:off x="2720340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6" name="28"/>
          <p:cNvSpPr/>
          <p:nvPr/>
        </p:nvSpPr>
        <p:spPr>
          <a:xfrm>
            <a:off x="2720340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77" name="Example thread 29 included"/>
          <p:cNvSpPr/>
          <p:nvPr/>
        </p:nvSpPr>
        <p:spPr>
          <a:xfrm>
            <a:off x="2832354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78" name="29"/>
          <p:cNvSpPr/>
          <p:nvPr/>
        </p:nvSpPr>
        <p:spPr>
          <a:xfrm>
            <a:off x="2832354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79" name="Example thread 30 included"/>
          <p:cNvSpPr/>
          <p:nvPr/>
        </p:nvSpPr>
        <p:spPr>
          <a:xfrm>
            <a:off x="2944368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0" name="30"/>
          <p:cNvSpPr/>
          <p:nvPr/>
        </p:nvSpPr>
        <p:spPr>
          <a:xfrm>
            <a:off x="2944368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81" name="Example thread 31 included"/>
          <p:cNvSpPr/>
          <p:nvPr/>
        </p:nvSpPr>
        <p:spPr>
          <a:xfrm>
            <a:off x="30563820" y="96926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2" name="31"/>
          <p:cNvSpPr/>
          <p:nvPr/>
        </p:nvSpPr>
        <p:spPr>
          <a:xfrm>
            <a:off x="30563820" y="97840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83" name="First mapping · select the first 20 threads"/>
          <p:cNvSpPr/>
          <p:nvPr/>
        </p:nvSpPr>
        <p:spPr>
          <a:xfrm>
            <a:off x="13235940" y="1179576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First mapping · select the first 20 threads</a:t>
            </a:r>
          </a:p>
        </p:txBody>
      </p:sp>
      <p:sp>
        <p:nvSpPr>
          <p:cNvPr id="84" name="Example warp: 32 threads"/>
          <p:cNvSpPr/>
          <p:nvPr/>
        </p:nvSpPr>
        <p:spPr>
          <a:xfrm>
            <a:off x="13373100" y="1248156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85" name="Partition 0, row 0"/>
          <p:cNvSpPr/>
          <p:nvPr/>
        </p:nvSpPr>
        <p:spPr>
          <a:xfrm>
            <a:off x="13624560" y="12573000"/>
            <a:ext cx="175793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6" name="Partition 0, row 1"/>
          <p:cNvSpPr/>
          <p:nvPr/>
        </p:nvSpPr>
        <p:spPr>
          <a:xfrm>
            <a:off x="13624560" y="13464540"/>
            <a:ext cx="413766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87" name="Example thread 0 included"/>
          <p:cNvSpPr/>
          <p:nvPr/>
        </p:nvSpPr>
        <p:spPr>
          <a:xfrm>
            <a:off x="1376172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88" name="0"/>
          <p:cNvSpPr/>
          <p:nvPr/>
        </p:nvSpPr>
        <p:spPr>
          <a:xfrm>
            <a:off x="1376172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89" name="Example thread 1 included"/>
          <p:cNvSpPr/>
          <p:nvPr/>
        </p:nvSpPr>
        <p:spPr>
          <a:xfrm>
            <a:off x="1488186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0" name="1"/>
          <p:cNvSpPr/>
          <p:nvPr/>
        </p:nvSpPr>
        <p:spPr>
          <a:xfrm>
            <a:off x="1488186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91" name="Example thread 2 included"/>
          <p:cNvSpPr/>
          <p:nvPr/>
        </p:nvSpPr>
        <p:spPr>
          <a:xfrm>
            <a:off x="1600200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2" name="2"/>
          <p:cNvSpPr/>
          <p:nvPr/>
        </p:nvSpPr>
        <p:spPr>
          <a:xfrm>
            <a:off x="1600200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93" name="Example thread 3 included"/>
          <p:cNvSpPr/>
          <p:nvPr/>
        </p:nvSpPr>
        <p:spPr>
          <a:xfrm>
            <a:off x="1712214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4" name="3"/>
          <p:cNvSpPr/>
          <p:nvPr/>
        </p:nvSpPr>
        <p:spPr>
          <a:xfrm>
            <a:off x="1712214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95" name="Example thread 4 included"/>
          <p:cNvSpPr/>
          <p:nvPr/>
        </p:nvSpPr>
        <p:spPr>
          <a:xfrm>
            <a:off x="1824228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6" name="4"/>
          <p:cNvSpPr/>
          <p:nvPr/>
        </p:nvSpPr>
        <p:spPr>
          <a:xfrm>
            <a:off x="1824228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97" name="Example thread 5 included"/>
          <p:cNvSpPr/>
          <p:nvPr/>
        </p:nvSpPr>
        <p:spPr>
          <a:xfrm>
            <a:off x="1936242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98" name="5"/>
          <p:cNvSpPr/>
          <p:nvPr/>
        </p:nvSpPr>
        <p:spPr>
          <a:xfrm>
            <a:off x="1936242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99" name="Example thread 6 included"/>
          <p:cNvSpPr/>
          <p:nvPr/>
        </p:nvSpPr>
        <p:spPr>
          <a:xfrm>
            <a:off x="2048256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0" name="6"/>
          <p:cNvSpPr/>
          <p:nvPr/>
        </p:nvSpPr>
        <p:spPr>
          <a:xfrm>
            <a:off x="2048256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101" name="Example thread 7 included"/>
          <p:cNvSpPr/>
          <p:nvPr/>
        </p:nvSpPr>
        <p:spPr>
          <a:xfrm>
            <a:off x="2160270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2" name="7"/>
          <p:cNvSpPr/>
          <p:nvPr/>
        </p:nvSpPr>
        <p:spPr>
          <a:xfrm>
            <a:off x="2160270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103" name="Example thread 8 included"/>
          <p:cNvSpPr/>
          <p:nvPr/>
        </p:nvSpPr>
        <p:spPr>
          <a:xfrm>
            <a:off x="2272284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4" name="8"/>
          <p:cNvSpPr/>
          <p:nvPr/>
        </p:nvSpPr>
        <p:spPr>
          <a:xfrm>
            <a:off x="2272284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105" name="Example thread 9 included"/>
          <p:cNvSpPr/>
          <p:nvPr/>
        </p:nvSpPr>
        <p:spPr>
          <a:xfrm>
            <a:off x="2384298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6" name="9"/>
          <p:cNvSpPr/>
          <p:nvPr/>
        </p:nvSpPr>
        <p:spPr>
          <a:xfrm>
            <a:off x="2384298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107" name="Example thread 10 included"/>
          <p:cNvSpPr/>
          <p:nvPr/>
        </p:nvSpPr>
        <p:spPr>
          <a:xfrm>
            <a:off x="2496312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08" name="10"/>
          <p:cNvSpPr/>
          <p:nvPr/>
        </p:nvSpPr>
        <p:spPr>
          <a:xfrm>
            <a:off x="2496312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109" name="Example thread 11 included"/>
          <p:cNvSpPr/>
          <p:nvPr/>
        </p:nvSpPr>
        <p:spPr>
          <a:xfrm>
            <a:off x="2608326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0" name="11"/>
          <p:cNvSpPr/>
          <p:nvPr/>
        </p:nvSpPr>
        <p:spPr>
          <a:xfrm>
            <a:off x="2608326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111" name="Example thread 12 included"/>
          <p:cNvSpPr/>
          <p:nvPr/>
        </p:nvSpPr>
        <p:spPr>
          <a:xfrm>
            <a:off x="2720340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2" name="12"/>
          <p:cNvSpPr/>
          <p:nvPr/>
        </p:nvSpPr>
        <p:spPr>
          <a:xfrm>
            <a:off x="2720340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113" name="Example thread 13 included"/>
          <p:cNvSpPr/>
          <p:nvPr/>
        </p:nvSpPr>
        <p:spPr>
          <a:xfrm>
            <a:off x="2832354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4" name="13"/>
          <p:cNvSpPr/>
          <p:nvPr/>
        </p:nvSpPr>
        <p:spPr>
          <a:xfrm>
            <a:off x="2832354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115" name="Example thread 14 included"/>
          <p:cNvSpPr/>
          <p:nvPr/>
        </p:nvSpPr>
        <p:spPr>
          <a:xfrm>
            <a:off x="2944368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6" name="14"/>
          <p:cNvSpPr/>
          <p:nvPr/>
        </p:nvSpPr>
        <p:spPr>
          <a:xfrm>
            <a:off x="2944368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117" name="Example thread 15 included"/>
          <p:cNvSpPr/>
          <p:nvPr/>
        </p:nvSpPr>
        <p:spPr>
          <a:xfrm>
            <a:off x="30563820" y="126873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18" name="15"/>
          <p:cNvSpPr/>
          <p:nvPr/>
        </p:nvSpPr>
        <p:spPr>
          <a:xfrm>
            <a:off x="30563820" y="127787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119" name="Example thread 16 included"/>
          <p:cNvSpPr/>
          <p:nvPr/>
        </p:nvSpPr>
        <p:spPr>
          <a:xfrm>
            <a:off x="13761720" y="135788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0" name="16"/>
          <p:cNvSpPr/>
          <p:nvPr/>
        </p:nvSpPr>
        <p:spPr>
          <a:xfrm>
            <a:off x="1376172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121" name="Example thread 17 included"/>
          <p:cNvSpPr/>
          <p:nvPr/>
        </p:nvSpPr>
        <p:spPr>
          <a:xfrm>
            <a:off x="14881860" y="135788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2" name="17"/>
          <p:cNvSpPr/>
          <p:nvPr/>
        </p:nvSpPr>
        <p:spPr>
          <a:xfrm>
            <a:off x="1488186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123" name="Example thread 18 included"/>
          <p:cNvSpPr/>
          <p:nvPr/>
        </p:nvSpPr>
        <p:spPr>
          <a:xfrm>
            <a:off x="16002000" y="135788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4" name="18"/>
          <p:cNvSpPr/>
          <p:nvPr/>
        </p:nvSpPr>
        <p:spPr>
          <a:xfrm>
            <a:off x="1600200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125" name="Example thread 19 included"/>
          <p:cNvSpPr/>
          <p:nvPr/>
        </p:nvSpPr>
        <p:spPr>
          <a:xfrm>
            <a:off x="17122140" y="135788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26" name="19"/>
          <p:cNvSpPr/>
          <p:nvPr/>
        </p:nvSpPr>
        <p:spPr>
          <a:xfrm>
            <a:off x="1712214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127" name="Example thread 20 excluded"/>
          <p:cNvSpPr/>
          <p:nvPr/>
        </p:nvSpPr>
        <p:spPr>
          <a:xfrm>
            <a:off x="1824228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28" name="20"/>
          <p:cNvSpPr/>
          <p:nvPr/>
        </p:nvSpPr>
        <p:spPr>
          <a:xfrm>
            <a:off x="1824228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129" name="Example thread 21 excluded"/>
          <p:cNvSpPr/>
          <p:nvPr/>
        </p:nvSpPr>
        <p:spPr>
          <a:xfrm>
            <a:off x="1936242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30" name="21"/>
          <p:cNvSpPr/>
          <p:nvPr/>
        </p:nvSpPr>
        <p:spPr>
          <a:xfrm>
            <a:off x="1936242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131" name="Example thread 22 excluded"/>
          <p:cNvSpPr/>
          <p:nvPr/>
        </p:nvSpPr>
        <p:spPr>
          <a:xfrm>
            <a:off x="2048256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32" name="22"/>
          <p:cNvSpPr/>
          <p:nvPr/>
        </p:nvSpPr>
        <p:spPr>
          <a:xfrm>
            <a:off x="2048256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133" name="Example thread 23 excluded"/>
          <p:cNvSpPr/>
          <p:nvPr/>
        </p:nvSpPr>
        <p:spPr>
          <a:xfrm>
            <a:off x="2160270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34" name="23"/>
          <p:cNvSpPr/>
          <p:nvPr/>
        </p:nvSpPr>
        <p:spPr>
          <a:xfrm>
            <a:off x="2160270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135" name="Example thread 24 excluded"/>
          <p:cNvSpPr/>
          <p:nvPr/>
        </p:nvSpPr>
        <p:spPr>
          <a:xfrm>
            <a:off x="2272284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36" name="24"/>
          <p:cNvSpPr/>
          <p:nvPr/>
        </p:nvSpPr>
        <p:spPr>
          <a:xfrm>
            <a:off x="2272284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137" name="Example thread 25 excluded"/>
          <p:cNvSpPr/>
          <p:nvPr/>
        </p:nvSpPr>
        <p:spPr>
          <a:xfrm>
            <a:off x="2384298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38" name="25"/>
          <p:cNvSpPr/>
          <p:nvPr/>
        </p:nvSpPr>
        <p:spPr>
          <a:xfrm>
            <a:off x="2384298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139" name="Example thread 26 excluded"/>
          <p:cNvSpPr/>
          <p:nvPr/>
        </p:nvSpPr>
        <p:spPr>
          <a:xfrm>
            <a:off x="2496312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40" name="26"/>
          <p:cNvSpPr/>
          <p:nvPr/>
        </p:nvSpPr>
        <p:spPr>
          <a:xfrm>
            <a:off x="2496312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141" name="Example thread 27 excluded"/>
          <p:cNvSpPr/>
          <p:nvPr/>
        </p:nvSpPr>
        <p:spPr>
          <a:xfrm>
            <a:off x="2608326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42" name="27"/>
          <p:cNvSpPr/>
          <p:nvPr/>
        </p:nvSpPr>
        <p:spPr>
          <a:xfrm>
            <a:off x="2608326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143" name="Example thread 28 excluded"/>
          <p:cNvSpPr/>
          <p:nvPr/>
        </p:nvSpPr>
        <p:spPr>
          <a:xfrm>
            <a:off x="2720340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44" name="28"/>
          <p:cNvSpPr/>
          <p:nvPr/>
        </p:nvSpPr>
        <p:spPr>
          <a:xfrm>
            <a:off x="2720340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145" name="Example thread 29 excluded"/>
          <p:cNvSpPr/>
          <p:nvPr/>
        </p:nvSpPr>
        <p:spPr>
          <a:xfrm>
            <a:off x="2832354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46" name="29"/>
          <p:cNvSpPr/>
          <p:nvPr/>
        </p:nvSpPr>
        <p:spPr>
          <a:xfrm>
            <a:off x="2832354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147" name="Example thread 30 excluded"/>
          <p:cNvSpPr/>
          <p:nvPr/>
        </p:nvSpPr>
        <p:spPr>
          <a:xfrm>
            <a:off x="2944368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48" name="30"/>
          <p:cNvSpPr/>
          <p:nvPr/>
        </p:nvSpPr>
        <p:spPr>
          <a:xfrm>
            <a:off x="2944368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149" name="Example thread 31 excluded"/>
          <p:cNvSpPr/>
          <p:nvPr/>
        </p:nvSpPr>
        <p:spPr>
          <a:xfrm>
            <a:off x="30563820" y="135788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50" name="31"/>
          <p:cNvSpPr/>
          <p:nvPr/>
        </p:nvSpPr>
        <p:spPr>
          <a:xfrm>
            <a:off x="30563820" y="136702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151" name="Second mapping · form four groups of 5"/>
          <p:cNvSpPr/>
          <p:nvPr/>
        </p:nvSpPr>
        <p:spPr>
          <a:xfrm>
            <a:off x="13235940" y="15681960"/>
            <a:ext cx="20916900" cy="7543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3960" b="1">
                <a:solidFill>
                  <a:schemeClr val="dk1"/>
                </a:solidFill>
                <a:latin typeface="NVIDIA Sans Medium"/>
              </a:rPr>
              <a:t xml:space="preserve">Second mapping · form four groups of 5</a:t>
            </a:r>
          </a:p>
        </p:txBody>
      </p:sp>
      <p:sp>
        <p:nvSpPr>
          <p:cNvPr id="152" name="Example warp: 32 threads"/>
          <p:cNvSpPr/>
          <p:nvPr/>
        </p:nvSpPr>
        <p:spPr>
          <a:xfrm>
            <a:off x="13373100" y="16367760"/>
            <a:ext cx="18013680" cy="20345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 w="29718">
            <a:solidFill>
              <a:schemeClr val="dk1">
                <a:tint val="30000"/>
              </a:schemeClr>
            </a:solidFill>
          </a:ln>
        </p:spPr>
      </p:sp>
      <p:sp>
        <p:nvSpPr>
          <p:cNvPr id="153" name="Partition 0, row 0"/>
          <p:cNvSpPr/>
          <p:nvPr/>
        </p:nvSpPr>
        <p:spPr>
          <a:xfrm>
            <a:off x="13624560" y="16459200"/>
            <a:ext cx="525780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4" name="Partition 1, row 0"/>
          <p:cNvSpPr/>
          <p:nvPr/>
        </p:nvSpPr>
        <p:spPr>
          <a:xfrm>
            <a:off x="19225260" y="16459200"/>
            <a:ext cx="525780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5" name="Partition 2, row 0"/>
          <p:cNvSpPr/>
          <p:nvPr/>
        </p:nvSpPr>
        <p:spPr>
          <a:xfrm>
            <a:off x="24825960" y="16459200"/>
            <a:ext cx="525780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6" name="Partition 3, row 0"/>
          <p:cNvSpPr/>
          <p:nvPr/>
        </p:nvSpPr>
        <p:spPr>
          <a:xfrm>
            <a:off x="30426660" y="16459200"/>
            <a:ext cx="77724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7" name="Partition 3, row 1"/>
          <p:cNvSpPr/>
          <p:nvPr/>
        </p:nvSpPr>
        <p:spPr>
          <a:xfrm>
            <a:off x="13624560" y="17350740"/>
            <a:ext cx="4137660" cy="731520"/>
          </a:xfrm>
          <a:prstGeom prst="roundRect">
            <a:avLst>
              <a:gd name="adj" fmla="val 6000"/>
            </a:avLst>
          </a:prstGeom>
          <a:solidFill>
            <a:schemeClr val="accent1">
              <a:tint val="12000"/>
            </a:schemeClr>
          </a:solidFill>
          <a:ln w="27432">
            <a:solidFill>
              <a:schemeClr val="accent1">
                <a:shade val="65000"/>
              </a:schemeClr>
            </a:solidFill>
          </a:ln>
        </p:spPr>
      </p:sp>
      <p:sp>
        <p:nvSpPr>
          <p:cNvPr id="158" name="Example thread 0 included"/>
          <p:cNvSpPr/>
          <p:nvPr/>
        </p:nvSpPr>
        <p:spPr>
          <a:xfrm>
            <a:off x="1376172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59" name="0"/>
          <p:cNvSpPr/>
          <p:nvPr/>
        </p:nvSpPr>
        <p:spPr>
          <a:xfrm>
            <a:off x="1376172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0</a:t>
            </a:r>
          </a:p>
        </p:txBody>
      </p:sp>
      <p:sp>
        <p:nvSpPr>
          <p:cNvPr id="160" name="Example thread 1 included"/>
          <p:cNvSpPr/>
          <p:nvPr/>
        </p:nvSpPr>
        <p:spPr>
          <a:xfrm>
            <a:off x="1488186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61" name="1"/>
          <p:cNvSpPr/>
          <p:nvPr/>
        </p:nvSpPr>
        <p:spPr>
          <a:xfrm>
            <a:off x="1488186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</a:t>
            </a:r>
          </a:p>
        </p:txBody>
      </p:sp>
      <p:sp>
        <p:nvSpPr>
          <p:cNvPr id="162" name="Example thread 2 included"/>
          <p:cNvSpPr/>
          <p:nvPr/>
        </p:nvSpPr>
        <p:spPr>
          <a:xfrm>
            <a:off x="1600200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63" name="2"/>
          <p:cNvSpPr/>
          <p:nvPr/>
        </p:nvSpPr>
        <p:spPr>
          <a:xfrm>
            <a:off x="1600200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2</a:t>
            </a:r>
          </a:p>
        </p:txBody>
      </p:sp>
      <p:sp>
        <p:nvSpPr>
          <p:cNvPr id="164" name="Example thread 3 included"/>
          <p:cNvSpPr/>
          <p:nvPr/>
        </p:nvSpPr>
        <p:spPr>
          <a:xfrm>
            <a:off x="1712214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65" name="3"/>
          <p:cNvSpPr/>
          <p:nvPr/>
        </p:nvSpPr>
        <p:spPr>
          <a:xfrm>
            <a:off x="1712214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3</a:t>
            </a:r>
          </a:p>
        </p:txBody>
      </p:sp>
      <p:sp>
        <p:nvSpPr>
          <p:cNvPr id="166" name="Example thread 4 included"/>
          <p:cNvSpPr/>
          <p:nvPr/>
        </p:nvSpPr>
        <p:spPr>
          <a:xfrm>
            <a:off x="1824228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67" name="4"/>
          <p:cNvSpPr/>
          <p:nvPr/>
        </p:nvSpPr>
        <p:spPr>
          <a:xfrm>
            <a:off x="1824228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4</a:t>
            </a:r>
          </a:p>
        </p:txBody>
      </p:sp>
      <p:sp>
        <p:nvSpPr>
          <p:cNvPr id="168" name="Example thread 5 included"/>
          <p:cNvSpPr/>
          <p:nvPr/>
        </p:nvSpPr>
        <p:spPr>
          <a:xfrm>
            <a:off x="1936242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69" name="5"/>
          <p:cNvSpPr/>
          <p:nvPr/>
        </p:nvSpPr>
        <p:spPr>
          <a:xfrm>
            <a:off x="1936242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5</a:t>
            </a:r>
          </a:p>
        </p:txBody>
      </p:sp>
      <p:sp>
        <p:nvSpPr>
          <p:cNvPr id="170" name="Example thread 6 included"/>
          <p:cNvSpPr/>
          <p:nvPr/>
        </p:nvSpPr>
        <p:spPr>
          <a:xfrm>
            <a:off x="2048256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71" name="6"/>
          <p:cNvSpPr/>
          <p:nvPr/>
        </p:nvSpPr>
        <p:spPr>
          <a:xfrm>
            <a:off x="2048256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6</a:t>
            </a:r>
          </a:p>
        </p:txBody>
      </p:sp>
      <p:sp>
        <p:nvSpPr>
          <p:cNvPr id="172" name="Example thread 7 included"/>
          <p:cNvSpPr/>
          <p:nvPr/>
        </p:nvSpPr>
        <p:spPr>
          <a:xfrm>
            <a:off x="2160270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73" name="7"/>
          <p:cNvSpPr/>
          <p:nvPr/>
        </p:nvSpPr>
        <p:spPr>
          <a:xfrm>
            <a:off x="2160270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7</a:t>
            </a:r>
          </a:p>
        </p:txBody>
      </p:sp>
      <p:sp>
        <p:nvSpPr>
          <p:cNvPr id="174" name="Example thread 8 included"/>
          <p:cNvSpPr/>
          <p:nvPr/>
        </p:nvSpPr>
        <p:spPr>
          <a:xfrm>
            <a:off x="2272284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75" name="8"/>
          <p:cNvSpPr/>
          <p:nvPr/>
        </p:nvSpPr>
        <p:spPr>
          <a:xfrm>
            <a:off x="2272284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8</a:t>
            </a:r>
          </a:p>
        </p:txBody>
      </p:sp>
      <p:sp>
        <p:nvSpPr>
          <p:cNvPr id="176" name="Example thread 9 included"/>
          <p:cNvSpPr/>
          <p:nvPr/>
        </p:nvSpPr>
        <p:spPr>
          <a:xfrm>
            <a:off x="2384298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77" name="9"/>
          <p:cNvSpPr/>
          <p:nvPr/>
        </p:nvSpPr>
        <p:spPr>
          <a:xfrm>
            <a:off x="2384298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9</a:t>
            </a:r>
          </a:p>
        </p:txBody>
      </p:sp>
      <p:sp>
        <p:nvSpPr>
          <p:cNvPr id="178" name="Example thread 10 included"/>
          <p:cNvSpPr/>
          <p:nvPr/>
        </p:nvSpPr>
        <p:spPr>
          <a:xfrm>
            <a:off x="2496312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79" name="10"/>
          <p:cNvSpPr/>
          <p:nvPr/>
        </p:nvSpPr>
        <p:spPr>
          <a:xfrm>
            <a:off x="2496312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10</a:t>
            </a:r>
          </a:p>
        </p:txBody>
      </p:sp>
      <p:sp>
        <p:nvSpPr>
          <p:cNvPr id="180" name="Example thread 11 included"/>
          <p:cNvSpPr/>
          <p:nvPr/>
        </p:nvSpPr>
        <p:spPr>
          <a:xfrm>
            <a:off x="2608326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81" name="11"/>
          <p:cNvSpPr/>
          <p:nvPr/>
        </p:nvSpPr>
        <p:spPr>
          <a:xfrm>
            <a:off x="2608326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11</a:t>
            </a:r>
          </a:p>
        </p:txBody>
      </p:sp>
      <p:sp>
        <p:nvSpPr>
          <p:cNvPr id="182" name="Example thread 12 included"/>
          <p:cNvSpPr/>
          <p:nvPr/>
        </p:nvSpPr>
        <p:spPr>
          <a:xfrm>
            <a:off x="2720340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83" name="12"/>
          <p:cNvSpPr/>
          <p:nvPr/>
        </p:nvSpPr>
        <p:spPr>
          <a:xfrm>
            <a:off x="2720340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12</a:t>
            </a:r>
          </a:p>
        </p:txBody>
      </p:sp>
      <p:sp>
        <p:nvSpPr>
          <p:cNvPr id="184" name="Example thread 13 included"/>
          <p:cNvSpPr/>
          <p:nvPr/>
        </p:nvSpPr>
        <p:spPr>
          <a:xfrm>
            <a:off x="2832354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85" name="13"/>
          <p:cNvSpPr/>
          <p:nvPr/>
        </p:nvSpPr>
        <p:spPr>
          <a:xfrm>
            <a:off x="2832354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13</a:t>
            </a:r>
          </a:p>
        </p:txBody>
      </p:sp>
      <p:sp>
        <p:nvSpPr>
          <p:cNvPr id="186" name="Example thread 14 included"/>
          <p:cNvSpPr/>
          <p:nvPr/>
        </p:nvSpPr>
        <p:spPr>
          <a:xfrm>
            <a:off x="2944368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87" name="14"/>
          <p:cNvSpPr/>
          <p:nvPr/>
        </p:nvSpPr>
        <p:spPr>
          <a:xfrm>
            <a:off x="2944368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14</a:t>
            </a:r>
          </a:p>
        </p:txBody>
      </p:sp>
      <p:sp>
        <p:nvSpPr>
          <p:cNvPr id="188" name="Example thread 15 included"/>
          <p:cNvSpPr/>
          <p:nvPr/>
        </p:nvSpPr>
        <p:spPr>
          <a:xfrm>
            <a:off x="30563820" y="1657350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89" name="15"/>
          <p:cNvSpPr/>
          <p:nvPr/>
        </p:nvSpPr>
        <p:spPr>
          <a:xfrm>
            <a:off x="30563820" y="1666494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15</a:t>
            </a:r>
          </a:p>
        </p:txBody>
      </p:sp>
      <p:sp>
        <p:nvSpPr>
          <p:cNvPr id="190" name="Example thread 16 included"/>
          <p:cNvSpPr/>
          <p:nvPr/>
        </p:nvSpPr>
        <p:spPr>
          <a:xfrm>
            <a:off x="13761720" y="174650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91" name="16"/>
          <p:cNvSpPr/>
          <p:nvPr/>
        </p:nvSpPr>
        <p:spPr>
          <a:xfrm>
            <a:off x="1376172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16</a:t>
            </a:r>
          </a:p>
        </p:txBody>
      </p:sp>
      <p:sp>
        <p:nvSpPr>
          <p:cNvPr id="192" name="Example thread 17 included"/>
          <p:cNvSpPr/>
          <p:nvPr/>
        </p:nvSpPr>
        <p:spPr>
          <a:xfrm>
            <a:off x="14881860" y="174650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93" name="17"/>
          <p:cNvSpPr/>
          <p:nvPr/>
        </p:nvSpPr>
        <p:spPr>
          <a:xfrm>
            <a:off x="1488186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17</a:t>
            </a:r>
          </a:p>
        </p:txBody>
      </p:sp>
      <p:sp>
        <p:nvSpPr>
          <p:cNvPr id="194" name="Example thread 18 included"/>
          <p:cNvSpPr/>
          <p:nvPr/>
        </p:nvSpPr>
        <p:spPr>
          <a:xfrm>
            <a:off x="16002000" y="174650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95" name="18"/>
          <p:cNvSpPr/>
          <p:nvPr/>
        </p:nvSpPr>
        <p:spPr>
          <a:xfrm>
            <a:off x="1600200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18</a:t>
            </a:r>
          </a:p>
        </p:txBody>
      </p:sp>
      <p:sp>
        <p:nvSpPr>
          <p:cNvPr id="196" name="Example thread 19 included"/>
          <p:cNvSpPr/>
          <p:nvPr/>
        </p:nvSpPr>
        <p:spPr>
          <a:xfrm>
            <a:off x="17122140" y="17465040"/>
            <a:ext cx="502920" cy="502920"/>
          </a:xfrm>
          <a:prstGeom prst="ellipse">
            <a:avLst/>
          </a:prstGeom>
          <a:solidFill>
            <a:schemeClr val="accent1"/>
          </a:solidFill>
          <a:ln w="18288">
            <a:solidFill>
              <a:schemeClr val="accent1">
                <a:shade val="65000"/>
              </a:schemeClr>
            </a:solidFill>
          </a:ln>
        </p:spPr>
      </p:sp>
      <p:sp>
        <p:nvSpPr>
          <p:cNvPr id="197" name="19"/>
          <p:cNvSpPr/>
          <p:nvPr/>
        </p:nvSpPr>
        <p:spPr>
          <a:xfrm>
            <a:off x="1712214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lt1"/>
                </a:solidFill>
                <a:latin typeface="NVIDIA Sans"/>
              </a:rPr>
              <a:t xml:space="preserve">19</a:t>
            </a:r>
          </a:p>
        </p:txBody>
      </p:sp>
      <p:sp>
        <p:nvSpPr>
          <p:cNvPr id="198" name="Example thread 20 excluded"/>
          <p:cNvSpPr/>
          <p:nvPr/>
        </p:nvSpPr>
        <p:spPr>
          <a:xfrm>
            <a:off x="1824228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199" name="20"/>
          <p:cNvSpPr/>
          <p:nvPr/>
        </p:nvSpPr>
        <p:spPr>
          <a:xfrm>
            <a:off x="1824228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20</a:t>
            </a:r>
          </a:p>
        </p:txBody>
      </p:sp>
      <p:sp>
        <p:nvSpPr>
          <p:cNvPr id="200" name="Example thread 21 excluded"/>
          <p:cNvSpPr/>
          <p:nvPr/>
        </p:nvSpPr>
        <p:spPr>
          <a:xfrm>
            <a:off x="1936242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201" name="21"/>
          <p:cNvSpPr/>
          <p:nvPr/>
        </p:nvSpPr>
        <p:spPr>
          <a:xfrm>
            <a:off x="1936242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21</a:t>
            </a:r>
          </a:p>
        </p:txBody>
      </p:sp>
      <p:sp>
        <p:nvSpPr>
          <p:cNvPr id="202" name="Example thread 22 excluded"/>
          <p:cNvSpPr/>
          <p:nvPr/>
        </p:nvSpPr>
        <p:spPr>
          <a:xfrm>
            <a:off x="2048256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203" name="22"/>
          <p:cNvSpPr/>
          <p:nvPr/>
        </p:nvSpPr>
        <p:spPr>
          <a:xfrm>
            <a:off x="2048256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22</a:t>
            </a:r>
          </a:p>
        </p:txBody>
      </p:sp>
      <p:sp>
        <p:nvSpPr>
          <p:cNvPr id="204" name="Example thread 23 excluded"/>
          <p:cNvSpPr/>
          <p:nvPr/>
        </p:nvSpPr>
        <p:spPr>
          <a:xfrm>
            <a:off x="2160270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205" name="23"/>
          <p:cNvSpPr/>
          <p:nvPr/>
        </p:nvSpPr>
        <p:spPr>
          <a:xfrm>
            <a:off x="2160270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23</a:t>
            </a:r>
          </a:p>
        </p:txBody>
      </p:sp>
      <p:sp>
        <p:nvSpPr>
          <p:cNvPr id="206" name="Example thread 24 excluded"/>
          <p:cNvSpPr/>
          <p:nvPr/>
        </p:nvSpPr>
        <p:spPr>
          <a:xfrm>
            <a:off x="2272284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207" name="24"/>
          <p:cNvSpPr/>
          <p:nvPr/>
        </p:nvSpPr>
        <p:spPr>
          <a:xfrm>
            <a:off x="2272284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24</a:t>
            </a:r>
          </a:p>
        </p:txBody>
      </p:sp>
      <p:sp>
        <p:nvSpPr>
          <p:cNvPr id="208" name="Example thread 25 excluded"/>
          <p:cNvSpPr/>
          <p:nvPr/>
        </p:nvSpPr>
        <p:spPr>
          <a:xfrm>
            <a:off x="2384298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209" name="25"/>
          <p:cNvSpPr/>
          <p:nvPr/>
        </p:nvSpPr>
        <p:spPr>
          <a:xfrm>
            <a:off x="2384298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25</a:t>
            </a:r>
          </a:p>
        </p:txBody>
      </p:sp>
      <p:sp>
        <p:nvSpPr>
          <p:cNvPr id="210" name="Example thread 26 excluded"/>
          <p:cNvSpPr/>
          <p:nvPr/>
        </p:nvSpPr>
        <p:spPr>
          <a:xfrm>
            <a:off x="2496312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211" name="26"/>
          <p:cNvSpPr/>
          <p:nvPr/>
        </p:nvSpPr>
        <p:spPr>
          <a:xfrm>
            <a:off x="2496312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26</a:t>
            </a:r>
          </a:p>
        </p:txBody>
      </p:sp>
      <p:sp>
        <p:nvSpPr>
          <p:cNvPr id="212" name="Example thread 27 excluded"/>
          <p:cNvSpPr/>
          <p:nvPr/>
        </p:nvSpPr>
        <p:spPr>
          <a:xfrm>
            <a:off x="2608326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213" name="27"/>
          <p:cNvSpPr/>
          <p:nvPr/>
        </p:nvSpPr>
        <p:spPr>
          <a:xfrm>
            <a:off x="2608326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27</a:t>
            </a:r>
          </a:p>
        </p:txBody>
      </p:sp>
      <p:sp>
        <p:nvSpPr>
          <p:cNvPr id="214" name="Example thread 28 excluded"/>
          <p:cNvSpPr/>
          <p:nvPr/>
        </p:nvSpPr>
        <p:spPr>
          <a:xfrm>
            <a:off x="2720340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215" name="28"/>
          <p:cNvSpPr/>
          <p:nvPr/>
        </p:nvSpPr>
        <p:spPr>
          <a:xfrm>
            <a:off x="2720340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28</a:t>
            </a:r>
          </a:p>
        </p:txBody>
      </p:sp>
      <p:sp>
        <p:nvSpPr>
          <p:cNvPr id="216" name="Example thread 29 excluded"/>
          <p:cNvSpPr/>
          <p:nvPr/>
        </p:nvSpPr>
        <p:spPr>
          <a:xfrm>
            <a:off x="2832354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217" name="29"/>
          <p:cNvSpPr/>
          <p:nvPr/>
        </p:nvSpPr>
        <p:spPr>
          <a:xfrm>
            <a:off x="2832354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29</a:t>
            </a:r>
          </a:p>
        </p:txBody>
      </p:sp>
      <p:sp>
        <p:nvSpPr>
          <p:cNvPr id="218" name="Example thread 30 excluded"/>
          <p:cNvSpPr/>
          <p:nvPr/>
        </p:nvSpPr>
        <p:spPr>
          <a:xfrm>
            <a:off x="2944368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219" name="30"/>
          <p:cNvSpPr/>
          <p:nvPr/>
        </p:nvSpPr>
        <p:spPr>
          <a:xfrm>
            <a:off x="2944368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30</a:t>
            </a:r>
          </a:p>
        </p:txBody>
      </p:sp>
      <p:sp>
        <p:nvSpPr>
          <p:cNvPr id="220" name="Example thread 31 excluded"/>
          <p:cNvSpPr/>
          <p:nvPr/>
        </p:nvSpPr>
        <p:spPr>
          <a:xfrm>
            <a:off x="30563820" y="17465040"/>
            <a:ext cx="502920" cy="502920"/>
          </a:xfrm>
          <a:prstGeom prst="ellipse">
            <a:avLst/>
          </a:prstGeom>
          <a:solidFill>
            <a:schemeClr val="dk1">
              <a:tint val="10000"/>
            </a:schemeClr>
          </a:solidFill>
          <a:ln w="18288">
            <a:solidFill>
              <a:schemeClr val="dk1">
                <a:tint val="35000"/>
              </a:schemeClr>
            </a:solidFill>
          </a:ln>
        </p:spPr>
      </p:sp>
      <p:sp>
        <p:nvSpPr>
          <p:cNvPr id="221" name="31"/>
          <p:cNvSpPr/>
          <p:nvPr/>
        </p:nvSpPr>
        <p:spPr>
          <a:xfrm>
            <a:off x="30563820" y="17556480"/>
            <a:ext cx="502920" cy="41148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>
                <a:solidFill>
                  <a:schemeClr val="accent6"/>
                </a:solidFill>
                <a:latin typeface="NVIDIA Sans"/>
              </a:rPr>
              <a:t xml:space="preserve">31</a:t>
            </a:r>
          </a:p>
        </p:txBody>
      </p:sp>
      <p:sp>
        <p:nvSpPr>
          <p:cNvPr id="222" name="Shape"/>
          <p:cNvSpPr/>
          <p:nvPr/>
        </p:nvSpPr>
        <p:spPr>
          <a:xfrm>
            <a:off x="32232600" y="11064240"/>
            <a:ext cx="640080" cy="731520"/>
          </a:xfrm>
          <a:prstGeom prst="down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223" name="Shape"/>
          <p:cNvSpPr/>
          <p:nvPr/>
        </p:nvSpPr>
        <p:spPr>
          <a:xfrm>
            <a:off x="32232600" y="14950440"/>
            <a:ext cx="640080" cy="731520"/>
          </a:xfrm>
          <a:prstGeom prst="downArrow">
            <a:avLst/>
          </a:prstGeom>
          <a:solidFill>
            <a:schemeClr val="accent6"/>
          </a:solidFill>
          <a:ln w="29718">
            <a:noFill/>
          </a:ln>
        </p:spPr>
      </p:sp>
      <p:sp>
        <p:nvSpPr>
          <p:cNvPr id="224" name="Numbers show original thread IDs · Green: included · Gray: exclud"/>
          <p:cNvSpPr/>
          <p:nvPr/>
        </p:nvSpPr>
        <p:spPr>
          <a:xfrm>
            <a:off x="13235940" y="19179540"/>
            <a:ext cx="21259800" cy="617220"/>
          </a:xfrm>
          <a:prstGeom prst="rect">
            <a:avLst/>
          </a:prstGeom>
          <a:noFill/>
          <a:ln w="29718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2700" b="0">
                <a:solidFill>
                  <a:schemeClr val="accent6"/>
                </a:solidFill>
                <a:latin typeface="NVIDIA Sans"/>
              </a:rPr>
              <a:t xml:space="preserve">Numbers show original thread IDs · Green: included · Gray: excluded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VIDIA26_Corp Template_LIGHT_v2">
  <a:themeElements>
    <a:clrScheme name="NVIDIA26_v2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757575"/>
      </a:accent6>
      <a:hlink>
        <a:srgbClr val="757575"/>
      </a:hlink>
      <a:folHlink>
        <a:srgbClr val="757575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rIns="0"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w="lg" len="lg"/>
          <a:tailEnd type="triangle" w="lg" len="lg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0000"/>
          </a:lnSpc>
          <a:spcBef>
            <a:spcPts val="800"/>
          </a:spcBef>
          <a:spcAft>
            <a:spcPts val="800"/>
          </a:spcAft>
          <a:defRPr sz="4400" kern="1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PPT_Light_External_v2.potx" id="{89D8623C-2635-485F-9CA6-5E5546024BA4}" vid="{EC5B26FE-8EF1-484B-8617-0D0B03B15F25}"/>
    </a:ext>
  </a:extLst>
</a:theme>
</file>

<file path=ppt/theme/theme2.xml><?xml version="1.0" encoding="utf-8"?>
<a:theme xmlns:a="http://schemas.openxmlformats.org/drawingml/2006/main" name="Office Theme">
  <a:themeElements>
    <a:clrScheme name="NVIDIA26_v2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757575"/>
      </a:accent6>
      <a:hlink>
        <a:srgbClr val="757575"/>
      </a:hlink>
      <a:folHlink>
        <a:srgbClr val="757575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NVIDIA26_v2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757575"/>
      </a:accent6>
      <a:hlink>
        <a:srgbClr val="757575"/>
      </a:hlink>
      <a:folHlink>
        <a:srgbClr val="757575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6" ma:contentTypeDescription="Create a new document." ma:contentTypeScope="" ma:versionID="d0eb01b3a3b2e78648b34a47f5027867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6c0263366e19895bf8b6afa923e0fde5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23F8982-1087-4E80-8BE6-2AA18FE0DD8A}"/>
</file>

<file path=customXml/itemProps2.xml><?xml version="1.0" encoding="utf-8"?>
<ds:datastoreItem xmlns:ds="http://schemas.openxmlformats.org/officeDocument/2006/customXml" ds:itemID="{236BE7EB-3103-4BD6-89FC-147281D24011}"/>
</file>

<file path=customXml/itemProps3.xml><?xml version="1.0" encoding="utf-8"?>
<ds:datastoreItem xmlns:ds="http://schemas.openxmlformats.org/officeDocument/2006/customXml" ds:itemID="{24018C0D-B231-48D3-BF16-B7FF90AABA23}"/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ns0:Properties xmlns:ns0="http://schemas.openxmlformats.org/officeDocument/2006/extended-properties">
  <ns0:Template/>
  <ns0:TotalTime>62</ns0:TotalTime>
  <ns0:Words>1883</ns0:Words>
  <ns0:Application>Microsoft Office PowerPoint</ns0:Application>
  <ns0:PresentationFormat>Custom</ns0:PresentationFormat>
  <ns0:Paragraphs>441</ns0:Paragraphs>
  <ns0:Slides>29</ns0:Slides>
  <ns0:Notes>6</ns0:Notes>
  <ns0:HiddenSlides>0</ns0:HiddenSlides>
  <ns0:MMClips>0</ns0:MMClips>
  <ns0:ScaleCrop>false</ns0:ScaleCrop>
  <ns0:Manager/>
  <ns0:Company/>
  <ns0:LinksUpToDate>false</ns0:LinksUpToDate>
  <ns0:SharedDoc>false</ns0:SharedDoc>
  <ns0:HyperlinkBase/>
  <ns0:HyperlinksChanged>false</ns0:HyperlinksChanged>
  <ns0:AppVersion>16.0000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CCCL Cooperative</dc:title>
  <dc:subject>Cooperative Groups and Cooperative Algorithms roadmap</dc:subject>
  <dc:creator>Ashley Piersons</dc:creator>
  <ns0:keywords/>
  <dc:description/>
  <ns0:lastModifiedBy>Ashley Piersons</ns0:lastModifiedBy>
  <ns0:revision>2</ns0:revision>
  <ns2:created xsi:type="dcterms:W3CDTF">2026-06-05T16:33:41Z</ns2:created>
  <ns2:modified xsi:type="dcterms:W3CDTF">2026-06-05T17:36:22Z</ns2:modified>
  <ns0:category/>
  <ns0:contentStatus/>
</ns0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</Properties>
</file>