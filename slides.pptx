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1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Metadata/LabelInfo.xml" ContentType="application/vnd.ms-office.classificationlabel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openxmlformats.org/officeDocument/2006/relationships/custom-properties" Target="docProps/custom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embedTrueTypeFonts="1" autoCompressPictures="0">
  <p:sldMasterIdLst>
    <p:sldMasterId id="2147483660" r:id="rId1"/>
  </p:sldMasterIdLst>
  <p:notesMasterIdLst>
    <p:notesMasterId r:id="rId60"/>
  </p:notesMasterIdLst>
  <p:handoutMasterIdLst>
    <p:handoutMasterId r:id="rId61"/>
  </p:handoutMasterIdLst>
  <p:sldIdLst>
    <p:sldId id="256" r:id="rIdDeck1"/>
    <p:sldId id="257" r:id="rIdDeck2"/>
    <p:sldId id="258" r:id="rIdDeck3"/>
    <p:sldId id="259" r:id="rIdDeck4"/>
    <p:sldId id="260" r:id="rIdDeck5"/>
    <p:sldId id="261" r:id="rIdDeck6"/>
    <p:sldId id="262" r:id="rIdDeck7"/>
    <p:sldId id="263" r:id="rIdDeck8"/>
    <p:sldId id="264" r:id="rIdDeck9"/>
    <p:sldId id="265" r:id="rIdDeck10"/>
    <p:sldId id="266" r:id="rIdDeck11"/>
    <p:sldId id="267" r:id="rIdDeck12"/>
    <p:sldId id="268" r:id="rIdDeck13"/>
    <p:sldId id="269" r:id="rIdDeck14"/>
    <p:sldId id="270" r:id="rIdDeck15"/>
    <p:sldId id="271" r:id="rIdDeck16"/>
    <p:sldId id="272" r:id="rIdDeck17"/>
    <p:sldId id="273" r:id="rIdDeck18"/>
    <p:sldId id="274" r:id="rIdDeck19"/>
    <p:sldId id="275" r:id="rIdDeck20"/>
    <p:sldId id="276" r:id="rIdDeck21"/>
    <p:sldId id="277" r:id="rIdDeck22"/>
    <p:sldId id="278" r:id="rIdDeck23"/>
    <p:sldId id="279" r:id="rIdDeck24"/>
    <p:sldId id="280" r:id="rIdDeck25"/>
    <p:sldId id="281" r:id="rIdDeck26"/>
    <p:sldId id="282" r:id="rIdDeck27"/>
    <p:sldId id="283" r:id="rIdDeck28"/>
    <p:sldId id="284" r:id="rIdDeck29"/>
    <p:sldId id="285" r:id="rIdDeck30"/>
    <p:sldId id="286" r:id="rIdDeck31"/>
    <p:sldId id="287" r:id="rIdDeck32"/>
    <p:sldId id="288" r:id="rIdDeck33"/>
    <p:sldId id="289" r:id="rIdDeck34"/>
    <p:sldId id="290" r:id="rIdDeck35"/>
    <p:sldId id="291" r:id="rIdDeck36"/>
    <p:sldId id="292" r:id="rIdDeck37"/>
    <p:sldId id="293" r:id="rIdDeck38"/>
    <p:sldId id="294" r:id="rIdDeck39"/>
    <p:sldId id="295" r:id="rIdDeck40"/>
    <p:sldId id="296" r:id="rIdDeck41"/>
    <p:sldId id="297" r:id="rIdDeck42"/>
    <p:sldId id="298" r:id="rIdDeck43"/>
    <p:sldId id="299" r:id="rIdDeck44"/>
  </p:sldIdLst>
  <p:sldSz cx="36576000" cy="20574000"/>
  <p:notesSz cx="6858000" cy="9144000"/>
  <p:embeddedFontLst>
    <p:embeddedFont>
      <p:font typeface="NVIDIA Sans" panose="020B0503020203020204" pitchFamily="34" charset="0"/>
      <p:regular r:id="rId62"/>
      <p:bold r:id="rId63"/>
      <p:italic r:id="rId64"/>
      <p:boldItalic r:id="rId65"/>
    </p:embeddedFont>
    <p:embeddedFont>
      <p:font typeface="NVIDIA Sans Medium" panose="020B0603020203020204" pitchFamily="34" charset="0"/>
      <p:regular r:id="rId66"/>
      <p:italic r:id="rId67"/>
    </p:embeddedFont>
    <p:embeddedFont>
      <p:font typeface="Roboto Mono" panose="00000009000000000000" pitchFamily="49" charset="0"/>
      <p:regular r:id="rId68"/>
      <p:bold r:id="rId69"/>
      <p:italic r:id="rId70"/>
      <p:boldItalic r:id="rId71"/>
    </p:embeddedFont>
    <p:embeddedFont>
      <p:font typeface="Roboto Mono Medium" panose="00000009000000000000" pitchFamily="49" charset="0"/>
      <p:regular r:id="rId72"/>
      <p:italic r:id="rId7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DFCC83-3E81-21FA-A956-02F202B4A25D}" name="Ashley Piersons" initials="AP" userId="S::apiersons@nvidia.com::ed6063d9-7721-4b59-a04e-d5ea60483c4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0808"/>
    <a:srgbClr val="FFFFFF"/>
    <a:srgbClr val="68A300"/>
    <a:srgbClr val="A4CC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2" autoAdjust="0"/>
    <p:restoredTop sz="92647" autoAdjust="0"/>
  </p:normalViewPr>
  <p:slideViewPr>
    <p:cSldViewPr snapToGrid="0" showGuides="1">
      <p:cViewPr varScale="1">
        <p:scale>
          <a:sx n="34" d="100"/>
          <a:sy n="34" d="100"/>
        </p:scale>
        <p:origin x="102" y="942"/>
      </p:cViewPr>
      <p:guideLst>
        <p:guide/>
        <p:guide pos="23040"/>
        <p:guide pos="576"/>
        <p:guide pos="22464"/>
        <p:guide orient="horz"/>
        <p:guide orient="horz" pos="12960"/>
        <p:guide orient="horz" pos="576"/>
        <p:guide orient="horz" pos="1238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" d="100"/>
        <a:sy n="20" d="100"/>
      </p:scale>
      <p:origin x="0" y="-8328"/>
    </p:cViewPr>
  </p:sorterViewPr>
  <p:notesViewPr>
    <p:cSldViewPr snapToGrid="0" showGuides="1">
      <p:cViewPr varScale="1">
        <p:scale>
          <a:sx n="114" d="100"/>
          <a:sy n="114" d="100"/>
        </p:scale>
        <p:origin x="2508" y="96"/>
      </p:cViewPr>
      <p:guideLst/>
    </p:cSldViewPr>
  </p:notesViewPr>
  <p:gridSpacing cx="76200" cy="76200"/>
</p:viewPr>
</file>

<file path=ppt/_rels/presentation.xml.rels><?xml version='1.0' encoding='utf-8'?>
<Relationships xmlns="http://schemas.openxmlformats.org/package/2006/relationships"><Relationship Id="rId63" Type="http://schemas.openxmlformats.org/officeDocument/2006/relationships/font" Target="fonts/font2.fntdata" /><Relationship Id="rId68" Type="http://schemas.openxmlformats.org/officeDocument/2006/relationships/font" Target="fonts/font7.fntdata" /><Relationship Id="rId74" Type="http://schemas.openxmlformats.org/officeDocument/2006/relationships/presProps" Target="presProps.xml" /><Relationship Id="rId79" Type="http://schemas.openxmlformats.org/officeDocument/2006/relationships/customXml" Target="../customXml/item1.xml" /><Relationship Id="rId61" Type="http://schemas.openxmlformats.org/officeDocument/2006/relationships/handoutMaster" Target="handoutMasters/handoutMaster1.xml" /><Relationship Id="rId64" Type="http://schemas.openxmlformats.org/officeDocument/2006/relationships/font" Target="fonts/font3.fntdata" /><Relationship Id="rId69" Type="http://schemas.openxmlformats.org/officeDocument/2006/relationships/font" Target="fonts/font8.fntdata" /><Relationship Id="rId77" Type="http://schemas.openxmlformats.org/officeDocument/2006/relationships/tableStyles" Target="tableStyles.xml" /><Relationship Id="rId72" Type="http://schemas.openxmlformats.org/officeDocument/2006/relationships/font" Target="fonts/font11.fntdata" /><Relationship Id="rId80" Type="http://schemas.openxmlformats.org/officeDocument/2006/relationships/customXml" Target="../customXml/item2.xml" /><Relationship Id="rId67" Type="http://schemas.openxmlformats.org/officeDocument/2006/relationships/font" Target="fonts/font6.fntdata" /><Relationship Id="rId62" Type="http://schemas.openxmlformats.org/officeDocument/2006/relationships/font" Target="fonts/font1.fntdata" /><Relationship Id="rId70" Type="http://schemas.openxmlformats.org/officeDocument/2006/relationships/font" Target="fonts/font9.fntdata" /><Relationship Id="rId75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60" Type="http://schemas.openxmlformats.org/officeDocument/2006/relationships/notesMaster" Target="notesMasters/notesMaster1.xml" /><Relationship Id="rId65" Type="http://schemas.openxmlformats.org/officeDocument/2006/relationships/font" Target="fonts/font4.fntdata" /><Relationship Id="rId73" Type="http://schemas.openxmlformats.org/officeDocument/2006/relationships/font" Target="fonts/font12.fntdata" /><Relationship Id="rId78" Type="http://schemas.microsoft.com/office/2018/10/relationships/authors" Target="authors.xml" /><Relationship Id="rId81" Type="http://schemas.openxmlformats.org/officeDocument/2006/relationships/customXml" Target="../customXml/item3.xml" /><Relationship Id="rId76" Type="http://schemas.openxmlformats.org/officeDocument/2006/relationships/theme" Target="theme/theme1.xml" /><Relationship Id="rId71" Type="http://schemas.openxmlformats.org/officeDocument/2006/relationships/font" Target="fonts/font10.fntdata" /><Relationship Id="rId66" Type="http://schemas.openxmlformats.org/officeDocument/2006/relationships/font" Target="fonts/font5.fntdata" /><Relationship Id="rIdDeck1" Type="http://schemas.openxmlformats.org/officeDocument/2006/relationships/slide" Target="slides/slide1.xml" /><Relationship Id="rIdDeck2" Type="http://schemas.openxmlformats.org/officeDocument/2006/relationships/slide" Target="slides/slide2.xml" /><Relationship Id="rIdDeck3" Type="http://schemas.openxmlformats.org/officeDocument/2006/relationships/slide" Target="slides/slide3.xml" /><Relationship Id="rIdDeck4" Type="http://schemas.openxmlformats.org/officeDocument/2006/relationships/slide" Target="slides/slide4.xml" /><Relationship Id="rIdDeck5" Type="http://schemas.openxmlformats.org/officeDocument/2006/relationships/slide" Target="slides/slide5.xml" /><Relationship Id="rIdDeck6" Type="http://schemas.openxmlformats.org/officeDocument/2006/relationships/slide" Target="slides/slide6.xml" /><Relationship Id="rIdDeck7" Type="http://schemas.openxmlformats.org/officeDocument/2006/relationships/slide" Target="slides/slide7.xml" /><Relationship Id="rIdDeck8" Type="http://schemas.openxmlformats.org/officeDocument/2006/relationships/slide" Target="slides/slide8.xml" /><Relationship Id="rIdDeck9" Type="http://schemas.openxmlformats.org/officeDocument/2006/relationships/slide" Target="slides/slide9.xml" /><Relationship Id="rIdDeck10" Type="http://schemas.openxmlformats.org/officeDocument/2006/relationships/slide" Target="slides/slide10.xml" /><Relationship Id="rIdDeck11" Type="http://schemas.openxmlformats.org/officeDocument/2006/relationships/slide" Target="slides/slide11.xml" /><Relationship Id="rIdDeck12" Type="http://schemas.openxmlformats.org/officeDocument/2006/relationships/slide" Target="slides/slide12.xml" /><Relationship Id="rIdDeck13" Type="http://schemas.openxmlformats.org/officeDocument/2006/relationships/slide" Target="slides/slide13.xml" /><Relationship Id="rIdDeck14" Type="http://schemas.openxmlformats.org/officeDocument/2006/relationships/slide" Target="slides/slide14.xml" /><Relationship Id="rIdDeck15" Type="http://schemas.openxmlformats.org/officeDocument/2006/relationships/slide" Target="slides/slide15.xml" /><Relationship Id="rIdDeck16" Type="http://schemas.openxmlformats.org/officeDocument/2006/relationships/slide" Target="slides/slide16.xml" /><Relationship Id="rIdDeck17" Type="http://schemas.openxmlformats.org/officeDocument/2006/relationships/slide" Target="slides/slide17.xml" /><Relationship Id="rIdDeck18" Type="http://schemas.openxmlformats.org/officeDocument/2006/relationships/slide" Target="slides/slide18.xml" /><Relationship Id="rIdDeck19" Type="http://schemas.openxmlformats.org/officeDocument/2006/relationships/slide" Target="slides/slide19.xml" /><Relationship Id="rIdDeck20" Type="http://schemas.openxmlformats.org/officeDocument/2006/relationships/slide" Target="slides/slide20.xml" /><Relationship Id="rIdDeck21" Type="http://schemas.openxmlformats.org/officeDocument/2006/relationships/slide" Target="slides/slide21.xml" /><Relationship Id="rIdDeck22" Type="http://schemas.openxmlformats.org/officeDocument/2006/relationships/slide" Target="slides/slide22.xml" /><Relationship Id="rIdDeck23" Type="http://schemas.openxmlformats.org/officeDocument/2006/relationships/slide" Target="slides/slide23.xml" /><Relationship Id="rIdDeck24" Type="http://schemas.openxmlformats.org/officeDocument/2006/relationships/slide" Target="slides/slide24.xml" /><Relationship Id="rIdDeck25" Type="http://schemas.openxmlformats.org/officeDocument/2006/relationships/slide" Target="slides/slide25.xml" /><Relationship Id="rIdDeck26" Type="http://schemas.openxmlformats.org/officeDocument/2006/relationships/slide" Target="slides/slide26.xml" /><Relationship Id="rIdDeck27" Type="http://schemas.openxmlformats.org/officeDocument/2006/relationships/slide" Target="slides/slide27.xml" /><Relationship Id="rIdDeck28" Type="http://schemas.openxmlformats.org/officeDocument/2006/relationships/slide" Target="slides/slide28.xml" /><Relationship Id="rIdDeck29" Type="http://schemas.openxmlformats.org/officeDocument/2006/relationships/slide" Target="slides/slide29.xml" /><Relationship Id="rIdDeck30" Type="http://schemas.openxmlformats.org/officeDocument/2006/relationships/slide" Target="slides/slide30.xml" /><Relationship Id="rIdDeck31" Type="http://schemas.openxmlformats.org/officeDocument/2006/relationships/slide" Target="slides/slide31.xml" /><Relationship Id="rIdDeck32" Type="http://schemas.openxmlformats.org/officeDocument/2006/relationships/slide" Target="slides/slide32.xml" /><Relationship Id="rIdDeck33" Type="http://schemas.openxmlformats.org/officeDocument/2006/relationships/slide" Target="slides/slide33.xml" /><Relationship Id="rIdDeck34" Type="http://schemas.openxmlformats.org/officeDocument/2006/relationships/slide" Target="slides/slide34.xml" /><Relationship Id="rIdDeck35" Type="http://schemas.openxmlformats.org/officeDocument/2006/relationships/slide" Target="slides/slide35.xml" /><Relationship Id="rIdDeck36" Type="http://schemas.openxmlformats.org/officeDocument/2006/relationships/slide" Target="slides/slide36.xml" /><Relationship Id="rIdDeck37" Type="http://schemas.openxmlformats.org/officeDocument/2006/relationships/slide" Target="slides/slide37.xml" /><Relationship Id="rIdDeck38" Type="http://schemas.openxmlformats.org/officeDocument/2006/relationships/slide" Target="slides/slide38.xml" /><Relationship Id="rIdDeck39" Type="http://schemas.openxmlformats.org/officeDocument/2006/relationships/slide" Target="slides/slide39.xml" /><Relationship Id="rIdDeck40" Type="http://schemas.openxmlformats.org/officeDocument/2006/relationships/slide" Target="slides/slide40.xml" /><Relationship Id="rIdDeck41" Type="http://schemas.openxmlformats.org/officeDocument/2006/relationships/slide" Target="slides/slide41.xml" /><Relationship Id="rIdDeck42" Type="http://schemas.openxmlformats.org/officeDocument/2006/relationships/slide" Target="slides/slide42.xml" /><Relationship Id="rIdDeck43" Type="http://schemas.openxmlformats.org/officeDocument/2006/relationships/slide" Target="slides/slide43.xml" /><Relationship Id="rIdDeck44" Type="http://schemas.openxmlformats.org/officeDocument/2006/relationships/slide" Target="slides/slide44.xml" 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6D52E6-A280-0EB1-7695-16D5111302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90324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0"/>
            <a:r>
              <a:rPr lang="en-US" dirty="0"/>
              <a:t>	Second level</a:t>
            </a:r>
          </a:p>
          <a:p>
            <a:pPr lvl="0"/>
            <a:r>
              <a:rPr lang="en-US" dirty="0"/>
              <a:t>		Third level</a:t>
            </a:r>
          </a:p>
          <a:p>
            <a:pPr lvl="0"/>
            <a:r>
              <a:rPr lang="en-US" dirty="0"/>
              <a:t>			Fourth level</a:t>
            </a:r>
          </a:p>
          <a:p>
            <a:pPr lvl="0"/>
            <a:r>
              <a:rPr lang="en-US" dirty="0"/>
              <a:t>				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28458B-708F-5BA6-F1E0-71698020D5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714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1pPr>
    <a:lvl2pPr marL="13716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2pPr>
    <a:lvl3pPr marL="27432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3pPr>
    <a:lvl4pPr marL="41148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4pPr>
    <a:lvl5pPr marL="54864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5pPr>
    <a:lvl6pPr marL="68580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82296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96012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109728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V Cover">
            <a:extLst>
              <a:ext uri="{FF2B5EF4-FFF2-40B4-BE49-F238E27FC236}">
                <a16:creationId xmlns:a16="http://schemas.microsoft.com/office/drawing/2014/main" id="{1159C106-99AA-D6FE-4680-F5FA37DEFB3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6" name="Gradient">
            <a:extLst>
              <a:ext uri="{FF2B5EF4-FFF2-40B4-BE49-F238E27FC236}">
                <a16:creationId xmlns:a16="http://schemas.microsoft.com/office/drawing/2014/main" id="{AB8E17C0-2F94-AA60-3059-BB1990DAB0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732FCE6-27DF-71BF-764C-6A33A1DC24A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28800" y="16919165"/>
            <a:ext cx="16459200" cy="1828800"/>
          </a:xfrm>
          <a:prstGeom prst="rect">
            <a:avLst/>
          </a:prstGeom>
        </p:spPr>
        <p:txBody>
          <a:bodyPr lIns="0" tIns="45720" rIns="0" bIns="45720"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0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Event Details  |  Date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B6A7270C-E57A-891D-68FA-E278EDAFDF5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16002000"/>
            <a:ext cx="16459200" cy="72943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speaker name</a:t>
            </a:r>
          </a:p>
        </p:txBody>
      </p:sp>
      <p:sp>
        <p:nvSpPr>
          <p:cNvPr id="8" name="Title Placeholder">
            <a:extLst>
              <a:ext uri="{FF2B5EF4-FFF2-40B4-BE49-F238E27FC236}">
                <a16:creationId xmlns:a16="http://schemas.microsoft.com/office/drawing/2014/main" id="{1B05952E-BEBB-3131-39CE-8BE18E92B6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7360" y="6858000"/>
            <a:ext cx="16459200" cy="840230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2000" baseline="0">
                <a:latin typeface="+mj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7" name="Logo Text">
            <a:extLst>
              <a:ext uri="{FF2B5EF4-FFF2-40B4-BE49-F238E27FC236}">
                <a16:creationId xmlns:a16="http://schemas.microsoft.com/office/drawing/2014/main" id="{EDAA1242-21FF-D853-07AB-7B5BC2BE0B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3129472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" name="Logo Eye">
            <a:extLst>
              <a:ext uri="{FF2B5EF4-FFF2-40B4-BE49-F238E27FC236}">
                <a16:creationId xmlns:a16="http://schemas.microsoft.com/office/drawing/2014/main" id="{7397046C-7F78-E4D8-0656-B1D73F72DF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257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Agenda">
            <a:extLst>
              <a:ext uri="{FF2B5EF4-FFF2-40B4-BE49-F238E27FC236}">
                <a16:creationId xmlns:a16="http://schemas.microsoft.com/office/drawing/2014/main" id="{286A11D6-2655-138C-4E2C-CC95BD1E31E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2" name="Gradient">
            <a:extLst>
              <a:ext uri="{FF2B5EF4-FFF2-40B4-BE49-F238E27FC236}">
                <a16:creationId xmlns:a16="http://schemas.microsoft.com/office/drawing/2014/main" id="{BCF38184-F10E-5413-DFC7-636D799CF93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26365200" cy="20574000"/>
          </a:xfrm>
          <a:prstGeom prst="rect">
            <a:avLst/>
          </a:prstGeom>
          <a:gradFill flip="none" rotWithShape="1">
            <a:gsLst>
              <a:gs pos="50000">
                <a:srgbClr val="FFFFFF">
                  <a:alpha val="75000"/>
                </a:srgbClr>
              </a:gs>
              <a:gs pos="0">
                <a:schemeClr val="bg1">
                  <a:alpha val="85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5E6BF86-B8AE-0D7A-9EED-4667F43D1A0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4000" y="3200400"/>
            <a:ext cx="14173200" cy="14173200"/>
          </a:xfrm>
          <a:prstGeom prst="rect">
            <a:avLst/>
          </a:prstGeom>
        </p:spPr>
        <p:txBody>
          <a:bodyPr lIns="0" tIns="45720" rIns="0" bIns="45720" anchor="ctr">
            <a:noAutofit/>
          </a:bodyPr>
          <a:lstStyle>
            <a:lvl1pPr marL="0" indent="0">
              <a:lnSpc>
                <a:spcPct val="90000"/>
              </a:lnSpc>
              <a:spcBef>
                <a:spcPts val="3000"/>
              </a:spcBef>
              <a:spcAft>
                <a:spcPts val="3000"/>
              </a:spcAft>
              <a:buNone/>
              <a:defRPr sz="5400" kern="1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</p:txBody>
      </p:sp>
      <p:sp>
        <p:nvSpPr>
          <p:cNvPr id="7" name="Agenda Title">
            <a:extLst>
              <a:ext uri="{FF2B5EF4-FFF2-40B4-BE49-F238E27FC236}">
                <a16:creationId xmlns:a16="http://schemas.microsoft.com/office/drawing/2014/main" id="{28EF0C95-765E-4725-72B9-B01FAF7A27C6}"/>
              </a:ext>
            </a:extLst>
          </p:cNvPr>
          <p:cNvSpPr txBox="1"/>
          <p:nvPr userDrawn="1"/>
        </p:nvSpPr>
        <p:spPr>
          <a:xfrm>
            <a:off x="1828800" y="9355604"/>
            <a:ext cx="5732660" cy="1938992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12000" kern="100" baseline="0" dirty="0">
                <a:latin typeface="+mj-lt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724371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V Transition">
            <a:extLst>
              <a:ext uri="{FF2B5EF4-FFF2-40B4-BE49-F238E27FC236}">
                <a16:creationId xmlns:a16="http://schemas.microsoft.com/office/drawing/2014/main" id="{F0FDF11B-123E-E679-C0FA-F41F44F1366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Text Placeholder">
            <a:extLst>
              <a:ext uri="{FF2B5EF4-FFF2-40B4-BE49-F238E27FC236}">
                <a16:creationId xmlns:a16="http://schemas.microsoft.com/office/drawing/2014/main" id="{AE985F00-3D1C-4B62-A80F-86E9A2D7726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059400" y="2470666"/>
            <a:ext cx="16687800" cy="3416320"/>
          </a:xfrm>
        </p:spPr>
        <p:txBody>
          <a:bodyPr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1200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Transition Title Here</a:t>
            </a:r>
          </a:p>
        </p:txBody>
      </p:sp>
    </p:spTree>
    <p:extLst>
      <p:ext uri="{BB962C8B-B14F-4D97-AF65-F5344CB8AC3E}">
        <p14:creationId xmlns:p14="http://schemas.microsoft.com/office/powerpoint/2010/main" val="2273056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Quote">
            <a:extLst>
              <a:ext uri="{FF2B5EF4-FFF2-40B4-BE49-F238E27FC236}">
                <a16:creationId xmlns:a16="http://schemas.microsoft.com/office/drawing/2014/main" id="{C1489B41-1ACE-E5CA-AA75-542FCC9200C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5902D4C3-9D78-F0C7-D1DE-4ED685302D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5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DEBA1E2-C4F3-9C5A-7504-F537799FE52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83680" y="15882170"/>
            <a:ext cx="23317200" cy="757130"/>
          </a:xfrm>
        </p:spPr>
        <p:txBody>
          <a:bodyPr>
            <a:noAutofit/>
          </a:bodyPr>
          <a:lstStyle>
            <a:lvl1pPr marL="1005840">
              <a:spcBef>
                <a:spcPts val="0"/>
              </a:spcBef>
              <a:spcAft>
                <a:spcPts val="0"/>
              </a:spcAft>
              <a:buNone/>
              <a:defRPr sz="4800" baseline="0">
                <a:latin typeface="+mn-lt"/>
              </a:defRPr>
            </a:lvl1pPr>
          </a:lstStyle>
          <a:p>
            <a:pPr lvl="0"/>
            <a:r>
              <a:rPr lang="en-US" dirty="0"/>
              <a:t>Name, Company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0414548-19C6-5111-D0E3-F080E8B02C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3680" y="3962400"/>
            <a:ext cx="23317200" cy="10972800"/>
          </a:xfrm>
        </p:spPr>
        <p:txBody>
          <a:bodyPr anchor="t">
            <a:normAutofit/>
          </a:bodyPr>
          <a:lstStyle>
            <a:lvl1pPr marL="914400" indent="-685800" defTabSz="914400">
              <a:lnSpc>
                <a:spcPct val="100000"/>
              </a:lnSpc>
              <a:buSzPct val="100000"/>
              <a:buFont typeface="NVIDIA Sans" panose="020B0503020203020204" pitchFamily="34" charset="0"/>
              <a:buChar char="“"/>
              <a:defRPr sz="15000" kern="100" baseline="0">
                <a:latin typeface="+mn-lt"/>
              </a:defRPr>
            </a:lvl1pPr>
          </a:lstStyle>
          <a:p>
            <a:r>
              <a:rPr lang="en-US" dirty="0"/>
              <a:t>Quote placeholder.”</a:t>
            </a:r>
          </a:p>
        </p:txBody>
      </p:sp>
    </p:spTree>
    <p:extLst>
      <p:ext uri="{BB962C8B-B14F-4D97-AF65-F5344CB8AC3E}">
        <p14:creationId xmlns:p14="http://schemas.microsoft.com/office/powerpoint/2010/main" val="1902876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Speaker">
            <a:extLst>
              <a:ext uri="{FF2B5EF4-FFF2-40B4-BE49-F238E27FC236}">
                <a16:creationId xmlns:a16="http://schemas.microsoft.com/office/drawing/2014/main" id="{CFF18E61-3C4B-6028-6E3C-5A0C25F567F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" y="0"/>
            <a:ext cx="36575996" cy="20573997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8000293E-AB43-EBF8-BC82-0C817228C41B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>
            <a:gsLst>
              <a:gs pos="15000">
                <a:schemeClr val="bg1">
                  <a:alpha val="4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794AC3DC-E5C8-57AA-F1F0-E4E9A2F01B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1" y="5943600"/>
            <a:ext cx="20116800" cy="41148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C04FA0E0-9C96-392B-D33F-3466D05F7D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buFontTx/>
              <a:buNone/>
              <a:defRPr sz="4800">
                <a:solidFill>
                  <a:schemeClr val="tx1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0" name="Title">
            <a:extLst>
              <a:ext uri="{FF2B5EF4-FFF2-40B4-BE49-F238E27FC236}">
                <a16:creationId xmlns:a16="http://schemas.microsoft.com/office/drawing/2014/main" id="{A7E842F0-73CD-B6BE-1671-CF2E4C3D60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2" name="Occupation Placeholder 3">
            <a:extLst>
              <a:ext uri="{FF2B5EF4-FFF2-40B4-BE49-F238E27FC236}">
                <a16:creationId xmlns:a16="http://schemas.microsoft.com/office/drawing/2014/main" id="{0EB760A4-0BDA-FCD7-294C-06DD045808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5544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6" name="Name Placeholder 3">
            <a:extLst>
              <a:ext uri="{FF2B5EF4-FFF2-40B4-BE49-F238E27FC236}">
                <a16:creationId xmlns:a16="http://schemas.microsoft.com/office/drawing/2014/main" id="{2A7EE98A-14CA-4FDE-3BBC-547CA78134A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544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65035A17-84AD-B446-290E-48C215AFB58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5544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6" name="Occupation Placeholder 2">
            <a:extLst>
              <a:ext uri="{FF2B5EF4-FFF2-40B4-BE49-F238E27FC236}">
                <a16:creationId xmlns:a16="http://schemas.microsoft.com/office/drawing/2014/main" id="{3BCECAB6-EED4-6C61-619E-0CB03435E44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686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17" name="Name Placeholder 2">
            <a:extLst>
              <a:ext uri="{FF2B5EF4-FFF2-40B4-BE49-F238E27FC236}">
                <a16:creationId xmlns:a16="http://schemas.microsoft.com/office/drawing/2014/main" id="{AD4CF95F-54EF-099D-AB51-5F454C5C206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686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903A1C07-C832-6984-03F5-70F355004BC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686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9" name="Occupation Placeholder 1">
            <a:extLst>
              <a:ext uri="{FF2B5EF4-FFF2-40B4-BE49-F238E27FC236}">
                <a16:creationId xmlns:a16="http://schemas.microsoft.com/office/drawing/2014/main" id="{2CF04087-50EE-96A6-22F4-7B9B652690B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828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20" name="Name Placeholder 1">
            <a:extLst>
              <a:ext uri="{FF2B5EF4-FFF2-40B4-BE49-F238E27FC236}">
                <a16:creationId xmlns:a16="http://schemas.microsoft.com/office/drawing/2014/main" id="{44AB9F9F-C0EC-6E66-8AE9-84E99191AB9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21" name="Picture Placeholder 1">
            <a:extLst>
              <a:ext uri="{FF2B5EF4-FFF2-40B4-BE49-F238E27FC236}">
                <a16:creationId xmlns:a16="http://schemas.microsoft.com/office/drawing/2014/main" id="{ED721DC3-5019-6710-1D8A-B709232FCF2C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828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>
            <a:normAutofit/>
          </a:bodyPr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3512788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Closing">
            <a:extLst>
              <a:ext uri="{FF2B5EF4-FFF2-40B4-BE49-F238E27FC236}">
                <a16:creationId xmlns:a16="http://schemas.microsoft.com/office/drawing/2014/main" id="{D163A2C7-4DBD-77C7-03F3-50784ABE87C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Gradient">
            <a:extLst>
              <a:ext uri="{FF2B5EF4-FFF2-40B4-BE49-F238E27FC236}">
                <a16:creationId xmlns:a16="http://schemas.microsoft.com/office/drawing/2014/main" id="{FD412695-43ED-8E18-EE2A-6688B5CBA1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Logo Text">
            <a:extLst>
              <a:ext uri="{FF2B5EF4-FFF2-40B4-BE49-F238E27FC236}">
                <a16:creationId xmlns:a16="http://schemas.microsoft.com/office/drawing/2014/main" id="{80BCAFA5-89AF-533D-D6D2-1C914E182AD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17905019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E8AAC571-D4E5-31AA-5989-EA3B402954C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17709469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297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bar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d Border Bottom">
            <a:extLst>
              <a:ext uri="{FF2B5EF4-FFF2-40B4-BE49-F238E27FC236}">
                <a16:creationId xmlns:a16="http://schemas.microsoft.com/office/drawing/2014/main" id="{A47B56B7-6189-B712-00D6-DE875C5A82EA}"/>
              </a:ext>
            </a:extLst>
          </p:cNvPr>
          <p:cNvSpPr/>
          <p:nvPr userDrawn="1"/>
        </p:nvSpPr>
        <p:spPr>
          <a:xfrm>
            <a:off x="0" y="2034540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6" name="Red Border Top">
            <a:extLst>
              <a:ext uri="{FF2B5EF4-FFF2-40B4-BE49-F238E27FC236}">
                <a16:creationId xmlns:a16="http://schemas.microsoft.com/office/drawing/2014/main" id="{BE43CC2B-153E-856F-4121-4368A04664A1}"/>
              </a:ext>
            </a:extLst>
          </p:cNvPr>
          <p:cNvSpPr/>
          <p:nvPr userDrawn="1"/>
        </p:nvSpPr>
        <p:spPr>
          <a:xfrm>
            <a:off x="0" y="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00B4E871-88C4-CC33-C003-7170BE2B6E8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" name="Confidential Tag">
            <a:extLst>
              <a:ext uri="{FF2B5EF4-FFF2-40B4-BE49-F238E27FC236}">
                <a16:creationId xmlns:a16="http://schemas.microsoft.com/office/drawing/2014/main" id="{BDF10C9D-ED7C-EA69-42A0-05377844B8F1}"/>
              </a:ext>
            </a:extLst>
          </p:cNvPr>
          <p:cNvSpPr txBox="1"/>
          <p:nvPr userDrawn="1"/>
        </p:nvSpPr>
        <p:spPr>
          <a:xfrm>
            <a:off x="1814511" y="10711668"/>
            <a:ext cx="8271495" cy="400110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r>
              <a:rPr lang="en-US" sz="2000" b="1" kern="100" spc="0" baseline="0" dirty="0">
                <a:latin typeface="+mn-lt"/>
              </a:rPr>
              <a:t>DO NOT DISTRIBUTE UNTIL DATES LISTED.  NVIDIA CONFIDENTIAL.</a:t>
            </a:r>
          </a:p>
        </p:txBody>
      </p:sp>
      <p:sp>
        <p:nvSpPr>
          <p:cNvPr id="29" name="Zone Placeholder">
            <a:extLst>
              <a:ext uri="{FF2B5EF4-FFF2-40B4-BE49-F238E27FC236}">
                <a16:creationId xmlns:a16="http://schemas.microsoft.com/office/drawing/2014/main" id="{453B8D8C-ECFD-FFDC-F4B5-AD3BAF3265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9450825" y="5476814"/>
            <a:ext cx="3657600" cy="11197937"/>
          </a:xfrm>
        </p:spPr>
        <p:txBody>
          <a:bodyPr wrap="square" tIns="274320" bIns="4572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None/>
              <a:defRPr sz="4000">
                <a:latin typeface="+mn-lt"/>
              </a:defRPr>
            </a:lvl1pPr>
          </a:lstStyle>
          <a:p>
            <a:r>
              <a:rPr lang="en-US" dirty="0"/>
              <a:t>PT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BRT</a:t>
            </a:r>
          </a:p>
          <a:p>
            <a:r>
              <a:rPr lang="en-US" dirty="0"/>
              <a:t>GMT</a:t>
            </a:r>
          </a:p>
          <a:p>
            <a:r>
              <a:rPr lang="en-US" dirty="0"/>
              <a:t>CET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TST</a:t>
            </a:r>
          </a:p>
          <a:p>
            <a:r>
              <a:rPr lang="en-US" dirty="0"/>
              <a:t>JST</a:t>
            </a:r>
          </a:p>
          <a:p>
            <a:r>
              <a:rPr lang="en-US" dirty="0"/>
              <a:t>KST</a:t>
            </a:r>
          </a:p>
        </p:txBody>
      </p:sp>
      <p:sp>
        <p:nvSpPr>
          <p:cNvPr id="18" name="Zone">
            <a:extLst>
              <a:ext uri="{FF2B5EF4-FFF2-40B4-BE49-F238E27FC236}">
                <a16:creationId xmlns:a16="http://schemas.microsoft.com/office/drawing/2014/main" id="{18A3DAFC-DC66-A706-DDC5-1D0E8DF4B4CE}"/>
              </a:ext>
            </a:extLst>
          </p:cNvPr>
          <p:cNvSpPr txBox="1"/>
          <p:nvPr userDrawn="1"/>
        </p:nvSpPr>
        <p:spPr>
          <a:xfrm>
            <a:off x="29450825" y="4661205"/>
            <a:ext cx="32004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Zone</a:t>
            </a:r>
          </a:p>
        </p:txBody>
      </p:sp>
      <p:sp>
        <p:nvSpPr>
          <p:cNvPr id="26" name="Time Placeholder">
            <a:extLst>
              <a:ext uri="{FF2B5EF4-FFF2-40B4-BE49-F238E27FC236}">
                <a16:creationId xmlns:a16="http://schemas.microsoft.com/office/drawing/2014/main" id="{41A97F96-C8E8-4872-4734-05D60C1819A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4208741" y="5476814"/>
            <a:ext cx="4572000" cy="11197937"/>
          </a:xfrm>
        </p:spPr>
        <p:txBody>
          <a:bodyPr wrap="square"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4000">
                <a:latin typeface="+mn-lt"/>
              </a:defRPr>
            </a:lvl1pPr>
          </a:lstStyle>
          <a:p>
            <a:pPr lvl="0"/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</p:txBody>
      </p:sp>
      <p:sp>
        <p:nvSpPr>
          <p:cNvPr id="17" name="Time">
            <a:extLst>
              <a:ext uri="{FF2B5EF4-FFF2-40B4-BE49-F238E27FC236}">
                <a16:creationId xmlns:a16="http://schemas.microsoft.com/office/drawing/2014/main" id="{804F5858-E9C3-CFB5-42CB-5027BBDA563C}"/>
              </a:ext>
            </a:extLst>
          </p:cNvPr>
          <p:cNvSpPr txBox="1"/>
          <p:nvPr userDrawn="1"/>
        </p:nvSpPr>
        <p:spPr>
          <a:xfrm>
            <a:off x="24208740" y="4661205"/>
            <a:ext cx="45720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Time</a:t>
            </a:r>
          </a:p>
        </p:txBody>
      </p:sp>
      <p:sp>
        <p:nvSpPr>
          <p:cNvPr id="25" name="Country Placeholder">
            <a:extLst>
              <a:ext uri="{FF2B5EF4-FFF2-40B4-BE49-F238E27FC236}">
                <a16:creationId xmlns:a16="http://schemas.microsoft.com/office/drawing/2014/main" id="{C90BA070-345E-CFCC-E29A-AC447F4F80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423856" y="5476815"/>
            <a:ext cx="4114800" cy="11197937"/>
          </a:xfrm>
        </p:spPr>
        <p:txBody>
          <a:bodyPr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4000">
                <a:latin typeface="+mn-lt"/>
              </a:defRPr>
            </a:lvl1pPr>
          </a:lstStyle>
          <a:p>
            <a:pPr lvl="0"/>
            <a:r>
              <a:rPr lang="en-US" dirty="0"/>
              <a:t>U.S.</a:t>
            </a:r>
          </a:p>
          <a:p>
            <a:pPr lvl="0"/>
            <a:r>
              <a:rPr lang="en-US" dirty="0"/>
              <a:t>Mexico</a:t>
            </a:r>
          </a:p>
          <a:p>
            <a:pPr lvl="0"/>
            <a:r>
              <a:rPr lang="en-US" dirty="0"/>
              <a:t>Brazil</a:t>
            </a:r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U.K.</a:t>
            </a:r>
          </a:p>
          <a:p>
            <a:pPr lvl="0"/>
            <a:r>
              <a:rPr lang="en-US" dirty="0"/>
              <a:t>France</a:t>
            </a:r>
          </a:p>
          <a:p>
            <a:pPr lvl="0"/>
            <a:r>
              <a:rPr lang="en-US" dirty="0"/>
              <a:t>Israel</a:t>
            </a:r>
          </a:p>
          <a:p>
            <a:pPr lvl="0"/>
            <a:r>
              <a:rPr lang="en-US" dirty="0"/>
              <a:t>India</a:t>
            </a:r>
          </a:p>
          <a:p>
            <a:pPr lvl="0"/>
            <a:r>
              <a:rPr lang="en-US" dirty="0"/>
              <a:t>China</a:t>
            </a:r>
          </a:p>
          <a:p>
            <a:pPr lvl="0"/>
            <a:r>
              <a:rPr lang="en-US" dirty="0"/>
              <a:t>Taiwan</a:t>
            </a:r>
          </a:p>
          <a:p>
            <a:pPr lvl="0"/>
            <a:r>
              <a:rPr lang="en-US" dirty="0"/>
              <a:t>Japan</a:t>
            </a:r>
          </a:p>
          <a:p>
            <a:pPr lvl="0"/>
            <a:r>
              <a:rPr lang="en-US" dirty="0"/>
              <a:t>Korea</a:t>
            </a:r>
          </a:p>
        </p:txBody>
      </p:sp>
      <p:sp>
        <p:nvSpPr>
          <p:cNvPr id="16" name="Country">
            <a:extLst>
              <a:ext uri="{FF2B5EF4-FFF2-40B4-BE49-F238E27FC236}">
                <a16:creationId xmlns:a16="http://schemas.microsoft.com/office/drawing/2014/main" id="{DCCA50C4-A863-2072-4B0F-46D70AB18021}"/>
              </a:ext>
            </a:extLst>
          </p:cNvPr>
          <p:cNvSpPr txBox="1"/>
          <p:nvPr userDrawn="1"/>
        </p:nvSpPr>
        <p:spPr>
          <a:xfrm>
            <a:off x="19423855" y="4661205"/>
            <a:ext cx="4571999" cy="815608"/>
          </a:xfrm>
          <a:prstGeom prst="rect">
            <a:avLst/>
          </a:prstGeom>
          <a:noFill/>
        </p:spPr>
        <p:txBody>
          <a:bodyPr wrap="squar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Region</a:t>
            </a:r>
          </a:p>
        </p:txBody>
      </p:sp>
      <p:cxnSp>
        <p:nvCxnSpPr>
          <p:cNvPr id="14" name="Divider">
            <a:extLst>
              <a:ext uri="{FF2B5EF4-FFF2-40B4-BE49-F238E27FC236}">
                <a16:creationId xmlns:a16="http://schemas.microsoft.com/office/drawing/2014/main" id="{6F6275F5-FE84-974B-9A2C-6D9492927BDB}"/>
              </a:ext>
            </a:extLst>
          </p:cNvPr>
          <p:cNvCxnSpPr>
            <a:cxnSpLocks/>
          </p:cNvCxnSpPr>
          <p:nvPr userDrawn="1"/>
        </p:nvCxnSpPr>
        <p:spPr>
          <a:xfrm>
            <a:off x="19423856" y="5476815"/>
            <a:ext cx="13716000" cy="0"/>
          </a:xfrm>
          <a:prstGeom prst="line">
            <a:avLst/>
          </a:prstGeom>
          <a:ln w="38100">
            <a:solidFill>
              <a:schemeClr val="accent6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ate Place Holder">
            <a:extLst>
              <a:ext uri="{FF2B5EF4-FFF2-40B4-BE49-F238E27FC236}">
                <a16:creationId xmlns:a16="http://schemas.microsoft.com/office/drawing/2014/main" id="{9E22579E-7446-930A-8426-64D7BF1D6D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423856" y="3429003"/>
            <a:ext cx="13684569" cy="782637"/>
          </a:xfrm>
        </p:spPr>
        <p:txBody>
          <a:bodyPr anchor="ctr"/>
          <a:lstStyle>
            <a:lvl1pPr>
              <a:lnSpc>
                <a:spcPct val="100000"/>
              </a:lnSpc>
              <a:buNone/>
              <a:defRPr sz="48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Month Date, Year</a:t>
            </a:r>
          </a:p>
        </p:txBody>
      </p:sp>
      <p:sp>
        <p:nvSpPr>
          <p:cNvPr id="9" name="Embargo Title">
            <a:extLst>
              <a:ext uri="{FF2B5EF4-FFF2-40B4-BE49-F238E27FC236}">
                <a16:creationId xmlns:a16="http://schemas.microsoft.com/office/drawing/2014/main" id="{89A97FCA-DE57-3016-B1E1-200846768D66}"/>
              </a:ext>
            </a:extLst>
          </p:cNvPr>
          <p:cNvSpPr txBox="1"/>
          <p:nvPr userDrawn="1"/>
        </p:nvSpPr>
        <p:spPr>
          <a:xfrm>
            <a:off x="1681161" y="8708544"/>
            <a:ext cx="8907888" cy="2169825"/>
          </a:xfrm>
          <a:prstGeom prst="rect">
            <a:avLst/>
          </a:prstGeom>
          <a:noFill/>
        </p:spPr>
        <p:txBody>
          <a:bodyPr wrap="none" lIns="0" tIns="45720" rIns="0" bIns="45720" rtlCol="0" anchor="ctr">
            <a:noAutofit/>
          </a:bodyPr>
          <a:lstStyle/>
          <a:p>
            <a:r>
              <a:rPr lang="en-US" sz="13500" kern="100" spc="0" baseline="0" dirty="0">
                <a:solidFill>
                  <a:srgbClr val="E52020"/>
                </a:solidFill>
                <a:latin typeface="+mj-lt"/>
              </a:rPr>
              <a:t>EMBARGO</a:t>
            </a:r>
          </a:p>
        </p:txBody>
      </p:sp>
      <p:sp>
        <p:nvSpPr>
          <p:cNvPr id="2" name="Slide Number Placeholder">
            <a:extLst>
              <a:ext uri="{FF2B5EF4-FFF2-40B4-BE49-F238E27FC236}">
                <a16:creationId xmlns:a16="http://schemas.microsoft.com/office/drawing/2014/main" id="{8EE1D5E4-E8E0-5B54-14BB-7082F4260AD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6722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nt T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Font Picture">
            <a:extLst>
              <a:ext uri="{FF2B5EF4-FFF2-40B4-BE49-F238E27FC236}">
                <a16:creationId xmlns:a16="http://schemas.microsoft.com/office/drawing/2014/main" id="{D9701711-BA88-9042-4DDD-CA4C10E160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6669145" y="10425922"/>
            <a:ext cx="8076057" cy="5608374"/>
          </a:xfrm>
          <a:prstGeom prst="rect">
            <a:avLst/>
          </a:prstGeom>
        </p:spPr>
      </p:pic>
      <p:sp>
        <p:nvSpPr>
          <p:cNvPr id="18" name="Green BG">
            <a:extLst>
              <a:ext uri="{FF2B5EF4-FFF2-40B4-BE49-F238E27FC236}">
                <a16:creationId xmlns:a16="http://schemas.microsoft.com/office/drawing/2014/main" id="{AC415708-C6CC-CDE5-C6D4-5A403B13D4BA}"/>
              </a:ext>
            </a:extLst>
          </p:cNvPr>
          <p:cNvSpPr/>
          <p:nvPr userDrawn="1"/>
        </p:nvSpPr>
        <p:spPr>
          <a:xfrm>
            <a:off x="18287997" y="10420755"/>
            <a:ext cx="8079105" cy="56077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BDAECE55-6771-C733-9CFD-B279E6B29D9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9137627" y="12382072"/>
            <a:ext cx="6616065" cy="3108960"/>
          </a:xfrm>
        </p:spPr>
        <p:txBody>
          <a:bodyPr tIns="0" bIns="0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7200" b="0" kern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Our font for everything NVIDIA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3E418B-71D8-FC79-0AD9-C6D48912FB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137627" y="11089410"/>
            <a:ext cx="6616065" cy="1292662"/>
          </a:xfrm>
        </p:spPr>
        <p:txBody>
          <a:bodyPr t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400" b="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NVIDIA Sans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3554122E-9D0A-381B-D4D0-ED3BB16BFEBC}"/>
              </a:ext>
            </a:extLst>
          </p:cNvPr>
          <p:cNvSpPr txBox="1"/>
          <p:nvPr userDrawn="1"/>
        </p:nvSpPr>
        <p:spPr>
          <a:xfrm>
            <a:off x="1828801" y="9052560"/>
            <a:ext cx="13715999" cy="246888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indent="0" defTabSz="2743200">
              <a:lnSpc>
                <a:spcPct val="90000"/>
              </a:lnSpc>
              <a:spcBef>
                <a:spcPct val="0"/>
              </a:spcBef>
              <a:buNone/>
              <a:defRPr sz="8800" kern="100" baseline="0">
                <a:latin typeface="NVIDIA Sans Medium" panose="020B0603020203020204" pitchFamily="34" charset="0"/>
                <a:ea typeface="+mj-ea"/>
                <a:cs typeface="NVIDIA Sans Medium" panose="020B0603020203020204" pitchFamily="34" charset="0"/>
              </a:defRPr>
            </a:lvl1pPr>
          </a:lstStyle>
          <a:p>
            <a:pPr lvl="0"/>
            <a:r>
              <a:rPr lang="en-US" dirty="0">
                <a:latin typeface="+mj-lt"/>
              </a:rPr>
              <a:t>Verify Font Installation</a:t>
            </a:r>
          </a:p>
        </p:txBody>
      </p:sp>
    </p:spTree>
    <p:extLst>
      <p:ext uri="{BB962C8B-B14F-4D97-AF65-F5344CB8AC3E}">
        <p14:creationId xmlns:p14="http://schemas.microsoft.com/office/powerpoint/2010/main" val="35721677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341B8CF2-B385-0A17-DF26-955E724914A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8934901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8B06A4EB-9D74-56F2-6D42-35250B0A9A2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771695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663AA810-376A-2B32-E021-D6793220544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BA63C3F9-10F6-FB3C-63A1-FB218F33FC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2024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87D5860D-3075-A83E-2DFD-54EE7058E54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288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596741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ING_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BA5C1DDE-90E4-324D-81E3-E1F31AD59F7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spcBef>
                <a:spcPts val="0"/>
              </a:spcBef>
              <a:spcAft>
                <a:spcPts val="0"/>
              </a:spcAft>
              <a:buNone/>
              <a:defRPr sz="4000"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2pPr>
            <a:lvl3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3pPr>
            <a:lvl4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4pPr>
            <a:lvl5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Roboto Mono Medium" panose="00000009000000000000" pitchFamily="49" charset="0"/>
                <a:ea typeface="Roboto Mono Medium" panose="00000009000000000000" pitchFamily="49" charset="0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3871955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90B3C34B-D852-977A-37E2-E62EC4EB6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052560"/>
            <a:ext cx="13716000" cy="2468880"/>
          </a:xfrm>
        </p:spPr>
        <p:txBody>
          <a:bodyPr anchor="ctr"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4368332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254672F0-4512-6FA1-6D35-6858289285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/>
            </a:pPr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07749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Use 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157ECE47-239F-9043-F44A-45C6E5E1E41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5" name="Picture Placeholder">
            <a:extLst>
              <a:ext uri="{FF2B5EF4-FFF2-40B4-BE49-F238E27FC236}">
                <a16:creationId xmlns:a16="http://schemas.microsoft.com/office/drawing/2014/main" id="{6310BC71-DCA8-9CA8-DE44-1F98FCBE3423}"/>
              </a:ext>
            </a:extLst>
          </p:cNvPr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17145000" y="1828800"/>
            <a:ext cx="17602200" cy="1691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0" name="Text Placeholder">
            <a:extLst>
              <a:ext uri="{FF2B5EF4-FFF2-40B4-BE49-F238E27FC236}">
                <a16:creationId xmlns:a16="http://schemas.microsoft.com/office/drawing/2014/main" id="{6833AC61-E20E-97B9-03B7-59761B154FF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28800" y="11109960"/>
            <a:ext cx="13716000" cy="7635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itle">
            <a:extLst>
              <a:ext uri="{FF2B5EF4-FFF2-40B4-BE49-F238E27FC236}">
                <a16:creationId xmlns:a16="http://schemas.microsoft.com/office/drawing/2014/main" id="{758F76B7-AB11-4A28-11A1-32B4E453D6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5685246"/>
            <a:ext cx="13716000" cy="4967514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40" name="Logo Placeholder">
            <a:extLst>
              <a:ext uri="{FF2B5EF4-FFF2-40B4-BE49-F238E27FC236}">
                <a16:creationId xmlns:a16="http://schemas.microsoft.com/office/drawing/2014/main" id="{38FD308E-A1B1-F84B-1B5D-9DD25CF03911}"/>
              </a:ext>
            </a:extLst>
          </p:cNvPr>
          <p:cNvSpPr>
            <a:spLocks noGrp="1"/>
          </p:cNvSpPr>
          <p:nvPr userDrawn="1">
            <p:ph type="pic" sz="quarter" idx="12"/>
          </p:nvPr>
        </p:nvSpPr>
        <p:spPr>
          <a:xfrm>
            <a:off x="7182681" y="2933923"/>
            <a:ext cx="3840480" cy="731520"/>
          </a:xfrm>
        </p:spPr>
        <p:txBody>
          <a:bodyPr/>
          <a:lstStyle>
            <a:lvl1pPr algn="ctr">
              <a:defRPr sz="2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cxnSp>
        <p:nvCxnSpPr>
          <p:cNvPr id="35" name="Divider Line">
            <a:extLst>
              <a:ext uri="{FF2B5EF4-FFF2-40B4-BE49-F238E27FC236}">
                <a16:creationId xmlns:a16="http://schemas.microsoft.com/office/drawing/2014/main" id="{07A22438-1615-4D9D-035B-BD830FCDDDEE}"/>
              </a:ext>
            </a:extLst>
          </p:cNvPr>
          <p:cNvCxnSpPr>
            <a:cxnSpLocks/>
          </p:cNvCxnSpPr>
          <p:nvPr userDrawn="1"/>
        </p:nvCxnSpPr>
        <p:spPr>
          <a:xfrm>
            <a:off x="6424897" y="2453110"/>
            <a:ext cx="0" cy="1693145"/>
          </a:xfrm>
          <a:prstGeom prst="line">
            <a:avLst/>
          </a:prstGeom>
          <a:ln w="38100">
            <a:solidFill>
              <a:schemeClr val="tx2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Logo Text">
            <a:extLst>
              <a:ext uri="{FF2B5EF4-FFF2-40B4-BE49-F238E27FC236}">
                <a16:creationId xmlns:a16="http://schemas.microsoft.com/office/drawing/2014/main" id="{7181261B-26AC-4005-DDC1-BC3536B3144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115929" y="3071500"/>
            <a:ext cx="2565187" cy="480812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Logo Eye">
            <a:extLst>
              <a:ext uri="{FF2B5EF4-FFF2-40B4-BE49-F238E27FC236}">
                <a16:creationId xmlns:a16="http://schemas.microsoft.com/office/drawing/2014/main" id="{9BF956D7-DF9A-8474-03DC-1D535E1AF1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105476" cy="731520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49505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A94EB9A7-773A-461B-557E-0A579E6D3E1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" name="Chart Placeholder">
            <a:extLst>
              <a:ext uri="{FF2B5EF4-FFF2-40B4-BE49-F238E27FC236}">
                <a16:creationId xmlns:a16="http://schemas.microsoft.com/office/drawing/2014/main" id="{612780E9-97C1-3353-3B19-EC6E50C425E5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5120639" y="6812280"/>
            <a:ext cx="26334720" cy="9692640"/>
          </a:xfrm>
        </p:spPr>
        <p:txBody>
          <a:bodyPr tIns="0" bIns="2103120" anchor="ctr"/>
          <a:lstStyle>
            <a:lvl1pPr algn="ctr">
              <a:defRPr sz="280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 dirty="0"/>
              <a:t>Click icon to place chart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3D6C3D75-6FFF-9EB8-DBF8-913CC6C1EE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058400" y="5552182"/>
            <a:ext cx="16459200" cy="1077218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chemeClr val="tx1"/>
                </a:solidFill>
                <a:latin typeface="+mj-lt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6"/>
                </a:solidFill>
              </a:defRPr>
            </a:lvl2pPr>
            <a:lvl3pPr algn="ctr">
              <a:buNone/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Chart Title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2" name="Slide Number Placeholder">
            <a:extLst>
              <a:ext uri="{FF2B5EF4-FFF2-40B4-BE49-F238E27FC236}">
                <a16:creationId xmlns:a16="http://schemas.microsoft.com/office/drawing/2014/main" id="{261AB175-E8DE-A841-4B8F-E21ED9AEA40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2491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62E9C3B1-E578-9546-78AF-A91BCF2187F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A48B7B-5A22-B5DB-CF09-43E03E4D8D9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C66CDA03-9F6B-B45E-4491-BEA246B29A9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31200" y="17866936"/>
            <a:ext cx="19913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55D3AFFC-2277-939B-5E7E-1C91C2E44E0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31200" y="17241080"/>
            <a:ext cx="19913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F9432913-9912-7965-4991-AF53AA33AF98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8331200" y="5806441"/>
            <a:ext cx="199136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5214190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2AF26A46-42AB-DF4F-23C8-722587870AE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79F6F523-D18E-7B85-4402-5643E55B3A33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A489FF99-1831-0DF9-96D8-11325791CEA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552660" y="17866936"/>
            <a:ext cx="15194539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7" name="Image Text Placeholder 1">
            <a:extLst>
              <a:ext uri="{FF2B5EF4-FFF2-40B4-BE49-F238E27FC236}">
                <a16:creationId xmlns:a16="http://schemas.microsoft.com/office/drawing/2014/main" id="{A3F58F9F-B870-3263-F3DA-BE2292FA36E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552660" y="17241080"/>
            <a:ext cx="15194539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0" name="Picture Placeholder 1">
            <a:extLst>
              <a:ext uri="{FF2B5EF4-FFF2-40B4-BE49-F238E27FC236}">
                <a16:creationId xmlns:a16="http://schemas.microsoft.com/office/drawing/2014/main" id="{57BC260F-02B3-8D2B-42BC-6A5E5047804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9552659" y="1828799"/>
            <a:ext cx="15194539" cy="151790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322090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text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78A3DE93-2758-FED4-5A4D-0F3E593B509E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552660" y="17866936"/>
            <a:ext cx="15194539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7" name="Image Text Placeholder 1">
            <a:extLst>
              <a:ext uri="{FF2B5EF4-FFF2-40B4-BE49-F238E27FC236}">
                <a16:creationId xmlns:a16="http://schemas.microsoft.com/office/drawing/2014/main" id="{B9398613-710D-4865-371A-946865EB5A7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552660" y="17241080"/>
            <a:ext cx="15194539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0" name="Picture Placeholder 1">
            <a:extLst>
              <a:ext uri="{FF2B5EF4-FFF2-40B4-BE49-F238E27FC236}">
                <a16:creationId xmlns:a16="http://schemas.microsoft.com/office/drawing/2014/main" id="{49C45D48-BD52-B9A0-732B-FA64DCFE4D4D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9552659" y="1828799"/>
            <a:ext cx="15194539" cy="151790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55883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heavy text 4: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1681451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stitial Single Image w/ QR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9D6F27D6-4614-ED9E-5693-91C78E06D5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" name="Logo Eye">
            <a:extLst>
              <a:ext uri="{FF2B5EF4-FFF2-40B4-BE49-F238E27FC236}">
                <a16:creationId xmlns:a16="http://schemas.microsoft.com/office/drawing/2014/main" id="{985EF0C2-DA2E-AAEA-FFD4-BAAA50EFB8A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URL Placeholder">
            <a:extLst>
              <a:ext uri="{FF2B5EF4-FFF2-40B4-BE49-F238E27FC236}">
                <a16:creationId xmlns:a16="http://schemas.microsoft.com/office/drawing/2014/main" id="{5226E1C4-07C1-2954-049D-77E09DA1342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16651" y="16323353"/>
            <a:ext cx="4572000" cy="701731"/>
          </a:xfrm>
        </p:spPr>
        <p:txBody>
          <a:bodyPr wrap="square" anchor="ctr">
            <a:noAutofit/>
          </a:bodyPr>
          <a:lstStyle>
            <a:lvl1pPr>
              <a:buNone/>
              <a:defRPr lang="en-US" sz="4400" b="1" u="sng" kern="100" baseline="0" dirty="0" smtClean="0">
                <a:solidFill>
                  <a:schemeClr val="tx1"/>
                </a:solidFill>
                <a:uFill>
                  <a:solidFill>
                    <a:schemeClr val="accent1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1pPr>
            <a:lvl2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2pPr>
            <a:lvl3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3pPr>
            <a:lvl4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4pPr>
            <a:lvl5pPr>
              <a:defRPr lang="en-US" sz="4400" b="1" u="sng" kern="1200" dirty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5pPr>
          </a:lstStyle>
          <a:p>
            <a:pPr lvl="0"/>
            <a:r>
              <a:rPr lang="en-US" dirty="0"/>
              <a:t>URL text</a:t>
            </a:r>
          </a:p>
        </p:txBody>
      </p:sp>
      <p:sp>
        <p:nvSpPr>
          <p:cNvPr id="2" name="QR Placeholder">
            <a:extLst>
              <a:ext uri="{FF2B5EF4-FFF2-40B4-BE49-F238E27FC236}">
                <a16:creationId xmlns:a16="http://schemas.microsoft.com/office/drawing/2014/main" id="{047A5165-7513-5095-7248-ADE53DEB1B9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1426464" y="14392656"/>
            <a:ext cx="4572000" cy="4572000"/>
          </a:xfrm>
          <a:noFill/>
          <a:ln>
            <a:noFill/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8229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660784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6A1F60C-3CCE-DF11-DC3E-EF0687B9E5D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49004407-D31C-D373-A3F5-01540EF7DD2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D6BC34D6-8DA8-62F3-C4A5-0A0FEC0CDE9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799" y="16510766"/>
            <a:ext cx="16114094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177DC77-7F2C-E8FC-2CDE-5AAC4F8253D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799" y="15884910"/>
            <a:ext cx="16114094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753BC23-DCCB-C3D7-C895-2D393A014C60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799" y="6583679"/>
            <a:ext cx="16114094" cy="9067992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2435354-F5C5-05C1-E1C7-7E065BFD8E8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8633106" y="16510766"/>
            <a:ext cx="16114093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0F8ACF7E-0030-50A0-D85A-4EE4E128618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8633106" y="15884910"/>
            <a:ext cx="16114093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90F7F8E4-D9D6-AE31-E63B-120BB0545306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8633106" y="6583679"/>
            <a:ext cx="16114094" cy="9067992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1493914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 Placeholder">
            <a:extLst>
              <a:ext uri="{FF2B5EF4-FFF2-40B4-BE49-F238E27FC236}">
                <a16:creationId xmlns:a16="http://schemas.microsoft.com/office/drawing/2014/main" id="{8310A183-293A-11AA-3184-B8D45B728B68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0088ADE0-25BE-3E24-0D45-E13A54AA610E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64316FE9-EFB5-B502-D80B-58C700B9A37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741493" y="17866936"/>
            <a:ext cx="112014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15648AF9-5D21-C55C-50D0-96E31ACF3A7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741493" y="17241080"/>
            <a:ext cx="112014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76125F03-AC1F-128A-BA68-7071018BEC7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741493" y="5806441"/>
            <a:ext cx="112014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69DD0CA-6122-E4E8-7442-680BF49033F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8633107" y="17866936"/>
            <a:ext cx="112014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2" name="Image Text Placeholder 2">
            <a:extLst>
              <a:ext uri="{FF2B5EF4-FFF2-40B4-BE49-F238E27FC236}">
                <a16:creationId xmlns:a16="http://schemas.microsoft.com/office/drawing/2014/main" id="{3A83E94B-F03A-A8F4-B0FE-74E5234C8B29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8633107" y="17241080"/>
            <a:ext cx="112014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B6BA6D6-DE4B-9D43-AB0B-4FC40D8CC866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8633107" y="5806441"/>
            <a:ext cx="112014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765220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2D0C93E-4F1F-5DAD-D5EF-B0685542FDE8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02D0AFCD-8D50-99AE-D7F0-FCC4A5EBD23B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11B44D39-6100-C773-3F91-47C5994A926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680" y="14455080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5EC83629-467F-BCD7-68B9-3BAC22BB0C4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680" y="13829224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19E092C-D874-79CA-ABAB-947657DFB00A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D798EC41-5120-B538-7AC3-88E72857542C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3030847" y="14455080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2C5A1394-8081-7AD2-5890-4DDDBE4D2A49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030847" y="13829224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95F7F591-C716-E009-C823-90D5057809DE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3030200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051DB240-39A0-04BE-1CDD-E6EEE91AC77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4231601" y="14455080"/>
            <a:ext cx="10515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3">
            <a:extLst>
              <a:ext uri="{FF2B5EF4-FFF2-40B4-BE49-F238E27FC236}">
                <a16:creationId xmlns:a16="http://schemas.microsoft.com/office/drawing/2014/main" id="{0034F399-18E8-4520-3F5F-0B6DBB8B679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4231601" y="13829224"/>
            <a:ext cx="10515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48EC521D-B4C2-799A-C6A3-69D700BE76C1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4231600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625094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85FB1E77-1D8B-DB8A-F0B4-5CF69DFA1FBF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6FE65824-D718-233E-6C82-1A23D1968239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7E989AB6-3F8A-A6ED-AEAA-3F4507FAE2A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679" y="17181135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729B0D1C-E74A-6F76-763E-92270DC85217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679" y="16555279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3654486B-3E43-161E-6F9D-7970C825ED51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5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3C0214F-858F-1E84-7ED0-A95E5B48C9ED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3030846" y="17181135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74E97535-A80D-5E31-72B1-DEDF80DC12A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030846" y="16555279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3676709D-CEED-E005-62E2-4CCF531B5FF4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3030199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F02BC77D-45BF-7FDA-7EE9-8D65EF1E8E2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4231600" y="17181135"/>
            <a:ext cx="10515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3">
            <a:extLst>
              <a:ext uri="{FF2B5EF4-FFF2-40B4-BE49-F238E27FC236}">
                <a16:creationId xmlns:a16="http://schemas.microsoft.com/office/drawing/2014/main" id="{6C79E746-D7C4-814F-EBF8-ABC47AE2B43C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4231600" y="16555279"/>
            <a:ext cx="10515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C065D92D-38E1-039A-DFD5-9DC9C8B2918B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4231599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8386015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8CC0E6E6-0FA6-353D-0B63-3616975CAB4C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9D469060-A1A3-4959-883E-BB99F7B74C39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CEA58440-CE73-CF57-A5D3-F04B9BC8C4F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021" y="13658409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65692E4-AE1D-AF93-35F5-37E53D0E10E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021" y="13032553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482BED8-85E9-155E-CAB6-03B9511045E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30B187E3-3ED9-A3C3-676A-A55F0061F8A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8359" y="13658409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2B3E8CC9-E7D8-3011-48CE-2439EF0A4EB7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8359" y="13032553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F431FA93-762C-283A-FBA5-617E6FBED603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6090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E88DE121-B036-8DB7-1405-0F594E0DE4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30426" y="13658409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874E24E6-0D3F-F95F-BF6A-AF4A6AE3E83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30426" y="13032553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736223F6-ED4F-5EB7-24DB-8928CCD0CAB7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7794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31287F0-44BE-1A7C-7C97-7CB8156721DD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184" y="13658409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4">
            <a:extLst>
              <a:ext uri="{FF2B5EF4-FFF2-40B4-BE49-F238E27FC236}">
                <a16:creationId xmlns:a16="http://schemas.microsoft.com/office/drawing/2014/main" id="{A3604A9E-3F18-C956-DBA1-BAF9223D669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184" y="13032553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D49BD1B3-F0BB-0985-BCDE-55C4D1B7A116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27029498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9621524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E22162D2-27B1-6EF8-EC6D-3B5993A84E3B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588EFE2A-60CE-8999-2B97-A707CAAB6F7C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02EF665F-9D0A-0403-3D51-144BAE4168D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021" y="15754671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C443B728-38A9-6A14-7F65-ADDB3F8A36A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021" y="15128815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9F2D3DCE-C6B1-3A69-F3C0-56DC23888CF5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5905AF9-2F65-7BF7-FC63-55E2A9CD41D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8359" y="15754671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4" name="Image Text Placeholder 2">
            <a:extLst>
              <a:ext uri="{FF2B5EF4-FFF2-40B4-BE49-F238E27FC236}">
                <a16:creationId xmlns:a16="http://schemas.microsoft.com/office/drawing/2014/main" id="{AE1C74E4-2132-AD47-ED08-2369DE447A5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8359" y="15128815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D035698C-1109-8300-B0FB-A35C03D3D74E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6090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95DFBE2B-369F-F09A-65BC-FF0DBB72C152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30426" y="15754671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357DC4B3-E29C-793D-AEB4-BBA50DFB2BC0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30426" y="15128815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F10DEB43-363E-B53B-77E4-9F82FC85D2AC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7794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A9041DC-1795-EED4-DDFE-D3AD657A98FF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184" y="15754671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4">
            <a:extLst>
              <a:ext uri="{FF2B5EF4-FFF2-40B4-BE49-F238E27FC236}">
                <a16:creationId xmlns:a16="http://schemas.microsoft.com/office/drawing/2014/main" id="{5561A87B-4FBB-4FC4-8C9B-B8680657BFB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184" y="15128815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2C37A541-A293-8F4C-0BF2-0D815710DE2F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498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5648187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oter Placeholder">
            <a:extLst>
              <a:ext uri="{FF2B5EF4-FFF2-40B4-BE49-F238E27FC236}">
                <a16:creationId xmlns:a16="http://schemas.microsoft.com/office/drawing/2014/main" id="{E5BC1D6A-70F5-168E-30D3-7A25C6F23B3B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3" name="Slide Number Placeholder">
            <a:extLst>
              <a:ext uri="{FF2B5EF4-FFF2-40B4-BE49-F238E27FC236}">
                <a16:creationId xmlns:a16="http://schemas.microsoft.com/office/drawing/2014/main" id="{F6783655-2C3A-8997-8FD4-699FDCE78F2C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1E79C4-9B0C-46C7-60B4-6967DE29993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626963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3E06B777-E79F-FFC8-EF9B-CDE4545CCE29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626963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8C8B3A7F-5AE2-F8E5-87CC-20365DF66F4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626328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8DBBE60-4AF1-670D-E84D-BABD51D4E26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27030301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2">
            <a:extLst>
              <a:ext uri="{FF2B5EF4-FFF2-40B4-BE49-F238E27FC236}">
                <a16:creationId xmlns:a16="http://schemas.microsoft.com/office/drawing/2014/main" id="{E39037D6-9F9D-5080-0BAE-F8A253C9F89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7030301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69F8812A-C8DB-AC9E-EBA1-083A2F95F6A8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27029506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C5315ECD-854E-8EF0-38DF-8D5CCC50960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6013" y="16468722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3">
            <a:extLst>
              <a:ext uri="{FF2B5EF4-FFF2-40B4-BE49-F238E27FC236}">
                <a16:creationId xmlns:a16="http://schemas.microsoft.com/office/drawing/2014/main" id="{5ECD1294-0328-1129-68E8-AAE34DBFC925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6013" y="15842866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353AA046-BEA5-C6DF-0D01-1143CD367C23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6328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DDB95454-AD37-062B-F77D-DF4B010799D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2" y="16468722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4">
            <a:extLst>
              <a:ext uri="{FF2B5EF4-FFF2-40B4-BE49-F238E27FC236}">
                <a16:creationId xmlns:a16="http://schemas.microsoft.com/office/drawing/2014/main" id="{F3412B85-B6C4-A7D9-058F-3589C209799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2" y="15842866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065589F0-4249-3363-1606-46E3EB63CB68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6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3054923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w/ text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A2A64D7E-BC82-4FB8-514C-DDFA40A50EF9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2" name="Slide Number Placeholder">
            <a:extLst>
              <a:ext uri="{FF2B5EF4-FFF2-40B4-BE49-F238E27FC236}">
                <a16:creationId xmlns:a16="http://schemas.microsoft.com/office/drawing/2014/main" id="{15F1B169-6F46-A072-DF80-3E0E2F54BE51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6E5CC214-A7D0-91DF-4B31-5CB895D819E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6D807F3-F817-1D7D-5A63-52E37E677E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CBFD7689-EE78-2757-7F54-D84D241EF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 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4C779D-1289-7F23-4E19-51847B7A1583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626963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" name="Image Text Placeholder 1">
            <a:extLst>
              <a:ext uri="{FF2B5EF4-FFF2-40B4-BE49-F238E27FC236}">
                <a16:creationId xmlns:a16="http://schemas.microsoft.com/office/drawing/2014/main" id="{F76961B5-F844-4038-F188-A49A39698E0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626963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36C120A5-07CB-24F7-DEC3-1A083DB8BBC3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626328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3797122-CD5F-BC47-54A7-CDDE8ED1FE9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27030301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3" name="Image Text Placeholder 2">
            <a:extLst>
              <a:ext uri="{FF2B5EF4-FFF2-40B4-BE49-F238E27FC236}">
                <a16:creationId xmlns:a16="http://schemas.microsoft.com/office/drawing/2014/main" id="{DA1BC0F2-421E-35D2-6412-53FE2276AAE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7030301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DA93A493-6E6A-9DF1-33B6-08C4085805AB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27029506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2FC3CCE9-700E-9738-BC0E-BA6F9152235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6013" y="16468722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6" name="Image Text Placeholder 3">
            <a:extLst>
              <a:ext uri="{FF2B5EF4-FFF2-40B4-BE49-F238E27FC236}">
                <a16:creationId xmlns:a16="http://schemas.microsoft.com/office/drawing/2014/main" id="{D8679204-EF4D-054E-A2BC-86DA76EA0E2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6013" y="15842866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7" name="Picture Placeholder 3">
            <a:extLst>
              <a:ext uri="{FF2B5EF4-FFF2-40B4-BE49-F238E27FC236}">
                <a16:creationId xmlns:a16="http://schemas.microsoft.com/office/drawing/2014/main" id="{29E129EE-2038-7A83-2F5C-CBEB36A7D937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6328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9BB27D65-9EE9-7CEE-0656-743DCE5A356B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2" y="16468722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9" name="Image Text Placeholder 4">
            <a:extLst>
              <a:ext uri="{FF2B5EF4-FFF2-40B4-BE49-F238E27FC236}">
                <a16:creationId xmlns:a16="http://schemas.microsoft.com/office/drawing/2014/main" id="{510D12E5-14C8-9A05-8C28-162A2A620925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2" y="15842866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0" name="Picture Placeholder 4">
            <a:extLst>
              <a:ext uri="{FF2B5EF4-FFF2-40B4-BE49-F238E27FC236}">
                <a16:creationId xmlns:a16="http://schemas.microsoft.com/office/drawing/2014/main" id="{AE316532-0119-5CFD-ED05-9D2A2CFCB85B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6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9100554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019A8FC-131A-A19C-6416-BED69D99B546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7F58BA19-A429-4685-28B0-D483FC5B599C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AAB18B-9133-491C-1E1C-6BD5DB04A14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026529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F593F3D-53E7-743F-A7AB-FD173EC6B9DF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026529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58ABA80F-3B27-63BC-0780-B8706E846457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02589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B94612C4-2B22-1A13-9F38-A6071B7679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4429867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890A0AB1-58E8-9767-0FFD-53160155C9A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429867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D03A865E-9B3C-F764-75DD-CA2578A664FA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4429072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9D0EEA9-9F7A-BC6A-58B0-47F71162388A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2831934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6358D607-A7E9-759C-60F6-E7FC907EC923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2831934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335E8AE4-9A02-9810-1E15-BCA5A0C1536F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2832249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9D0247F-FA89-44E4-1CA1-1F5AEE787528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227169" y="17349893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4">
            <a:extLst>
              <a:ext uri="{FF2B5EF4-FFF2-40B4-BE49-F238E27FC236}">
                <a16:creationId xmlns:a16="http://schemas.microsoft.com/office/drawing/2014/main" id="{448E8154-F1A2-E4A4-85EE-DCD89AFA221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27169" y="16724037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958483D-099B-4C62-19C9-2B85FC8AC7D2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10227483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EBD74182-8588-BED7-CB44-072C8348CA9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8630661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5">
            <a:extLst>
              <a:ext uri="{FF2B5EF4-FFF2-40B4-BE49-F238E27FC236}">
                <a16:creationId xmlns:a16="http://schemas.microsoft.com/office/drawing/2014/main" id="{9944992B-DC18-0E0F-439B-CF5C3C53DFF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8630661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5">
            <a:extLst>
              <a:ext uri="{FF2B5EF4-FFF2-40B4-BE49-F238E27FC236}">
                <a16:creationId xmlns:a16="http://schemas.microsoft.com/office/drawing/2014/main" id="{660631FB-B5DA-07AA-ABD5-3A8EC0F4C822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8630661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5893738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ooter Placeholder">
            <a:extLst>
              <a:ext uri="{FF2B5EF4-FFF2-40B4-BE49-F238E27FC236}">
                <a16:creationId xmlns:a16="http://schemas.microsoft.com/office/drawing/2014/main" id="{4FF9D0C9-ABFF-CDF9-8A1A-45D588F3425A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8" name="Slide Number Placeholder">
            <a:extLst>
              <a:ext uri="{FF2B5EF4-FFF2-40B4-BE49-F238E27FC236}">
                <a16:creationId xmlns:a16="http://schemas.microsoft.com/office/drawing/2014/main" id="{33ACBAC0-D6B3-5128-F31B-B91DBBE43558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13D154E7-1249-288A-E918-3888EF51EA1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026529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A6414C37-B65D-7CFA-A936-13DD6985E4B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026529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A30AF97F-0DF5-2039-130A-AFA6905358C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02589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D628B38-5048-7037-2221-587E87B736B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4429867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2">
            <a:extLst>
              <a:ext uri="{FF2B5EF4-FFF2-40B4-BE49-F238E27FC236}">
                <a16:creationId xmlns:a16="http://schemas.microsoft.com/office/drawing/2014/main" id="{1559EC85-71F8-78BA-14E5-E387758E373B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429867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1B7CBA0B-C380-3AC2-AC3D-1A857EAD6A58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4429232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AE3AE4FC-B0E7-62F1-6FD6-0A1971A66E1E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2831934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3">
            <a:extLst>
              <a:ext uri="{FF2B5EF4-FFF2-40B4-BE49-F238E27FC236}">
                <a16:creationId xmlns:a16="http://schemas.microsoft.com/office/drawing/2014/main" id="{6D6580E3-F809-71DE-F83B-A584CBC85B92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2831934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9A4FA4A2-4CAA-6FA7-31D5-D43DEBDB5A75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2832249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79AD7B08-053C-9190-0D12-F1BAB2E286B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6025581" y="17349893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4">
            <a:extLst>
              <a:ext uri="{FF2B5EF4-FFF2-40B4-BE49-F238E27FC236}">
                <a16:creationId xmlns:a16="http://schemas.microsoft.com/office/drawing/2014/main" id="{4FA4ED94-57E4-AE6B-B890-F274DC4FC0D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025581" y="16724037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9E19E24C-979D-3C9A-9C76-CB5B03D44096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602589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06964C24-EB2D-973F-CAEE-52230749F92F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4429072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5">
            <a:extLst>
              <a:ext uri="{FF2B5EF4-FFF2-40B4-BE49-F238E27FC236}">
                <a16:creationId xmlns:a16="http://schemas.microsoft.com/office/drawing/2014/main" id="{ED4E3AFB-8939-61FB-5FF0-F1534EC387E1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4429072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5">
            <a:extLst>
              <a:ext uri="{FF2B5EF4-FFF2-40B4-BE49-F238E27FC236}">
                <a16:creationId xmlns:a16="http://schemas.microsoft.com/office/drawing/2014/main" id="{A1B13653-F43D-0A5E-38A6-CB5001465815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4429232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E5FC1EDC-3D2A-65A9-871F-F197CDBEA69B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22832249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6">
            <a:extLst>
              <a:ext uri="{FF2B5EF4-FFF2-40B4-BE49-F238E27FC236}">
                <a16:creationId xmlns:a16="http://schemas.microsoft.com/office/drawing/2014/main" id="{44682B27-3A3D-0B94-5ECC-DDBB5EF455C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22832249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6">
            <a:extLst>
              <a:ext uri="{FF2B5EF4-FFF2-40B4-BE49-F238E27FC236}">
                <a16:creationId xmlns:a16="http://schemas.microsoft.com/office/drawing/2014/main" id="{128F8CF0-9FA1-4567-B0F3-85953E786502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22832249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089732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DBB066-9949-0A07-6A34-D87EAC495DA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065D794E-40CD-F20A-D069-AEE573942939}"/>
              </a:ext>
            </a:extLst>
          </p:cNvPr>
          <p:cNvSpPr>
            <a:spLocks noGrp="1"/>
          </p:cNvSpPr>
          <p:nvPr>
            <p:ph type="sldNum" sz="quarter" idx="4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30764C-4CB7-CC58-55C7-3434EE0A9C55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4423268B-E454-8182-6279-77138725F4F5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AC03B5C-BB34-99BA-EFE5-0FE346472297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800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71458BD-9DE8-FE1C-2920-68BCEC79588F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9723" y="11006648"/>
            <a:ext cx="7717221" cy="867930"/>
          </a:xfrm>
        </p:spPr>
        <p:txBody>
          <a:bodyPr/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04109424-82FD-CF0B-FFDE-7FAC1BA6DAC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9723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BE5B7F7B-783A-A0EA-4897-EDF8C1F02592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9088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6727525-F12D-CFFD-1ED0-4E2EC8BCCDC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8848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3">
            <a:extLst>
              <a:ext uri="{FF2B5EF4-FFF2-40B4-BE49-F238E27FC236}">
                <a16:creationId xmlns:a16="http://schemas.microsoft.com/office/drawing/2014/main" id="{076934D6-602D-6CCF-6B31-35575C07928E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8848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2E3916C6-FCD1-6F9A-445E-3D0915995F1A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9376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C58D469-AAB0-CB8B-CE5A-DF474F6D8C1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1" y="11006648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4">
            <a:extLst>
              <a:ext uri="{FF2B5EF4-FFF2-40B4-BE49-F238E27FC236}">
                <a16:creationId xmlns:a16="http://schemas.microsoft.com/office/drawing/2014/main" id="{157879AC-2842-1C0D-BE88-A53BB7AC05CD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1" y="10381469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623824F2-BD7A-FF50-B0BD-D3C1B01D9489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BC68CEEF-5DD1-4DA6-978B-0EE9C83F2FD0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6028944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5">
            <a:extLst>
              <a:ext uri="{FF2B5EF4-FFF2-40B4-BE49-F238E27FC236}">
                <a16:creationId xmlns:a16="http://schemas.microsoft.com/office/drawing/2014/main" id="{7851B54C-7488-089C-D52C-4A52B32CC48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6028944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21ED7823-61D2-2FFA-CA90-BF25752944E3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602894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D513BBBB-DE5A-527D-46E8-1743A8031B88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4429232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6">
            <a:extLst>
              <a:ext uri="{FF2B5EF4-FFF2-40B4-BE49-F238E27FC236}">
                <a16:creationId xmlns:a16="http://schemas.microsoft.com/office/drawing/2014/main" id="{7E60EE3D-5E59-F26C-8AD9-2188B7C96528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4429232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6">
            <a:extLst>
              <a:ext uri="{FF2B5EF4-FFF2-40B4-BE49-F238E27FC236}">
                <a16:creationId xmlns:a16="http://schemas.microsoft.com/office/drawing/2014/main" id="{3EDD73EC-F926-8897-6059-C200AC5FE9EE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4429232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4A6E0E99-4BE8-903E-B9C7-B082801EF3DE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22829520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7">
            <a:extLst>
              <a:ext uri="{FF2B5EF4-FFF2-40B4-BE49-F238E27FC236}">
                <a16:creationId xmlns:a16="http://schemas.microsoft.com/office/drawing/2014/main" id="{ED6A66F4-9D18-8D19-BF9D-6CD753BA735A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22829520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6876670D-7D23-4CF6-8548-FE090C8A76B3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22829520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7494073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E20898E1-3C2D-56B3-EB64-8545413A1DC4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1" name="Slide Number Placeholder">
            <a:extLst>
              <a:ext uri="{FF2B5EF4-FFF2-40B4-BE49-F238E27FC236}">
                <a16:creationId xmlns:a16="http://schemas.microsoft.com/office/drawing/2014/main" id="{D744ED2D-1CB0-DF46-4299-C65986BE384C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7978D673-0BDB-8A27-A8D7-CE578AEA3CB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1532DC11-96E1-4F5D-35B2-D80108E71F62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9E6D5051-4FCC-CB02-0C06-B1F5332FD706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800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E2CDFFA7-9E02-725D-0EDB-D93305C6A6E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9723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2">
            <a:extLst>
              <a:ext uri="{FF2B5EF4-FFF2-40B4-BE49-F238E27FC236}">
                <a16:creationId xmlns:a16="http://schemas.microsoft.com/office/drawing/2014/main" id="{B0CA0F5C-334B-B584-E06F-1E2F109F9AB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9723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C536FB7D-F1F0-781E-34AB-3F1ABF5CE191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9088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E1F4CC7B-C72C-4672-E74C-6D61EC928816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8848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3">
            <a:extLst>
              <a:ext uri="{FF2B5EF4-FFF2-40B4-BE49-F238E27FC236}">
                <a16:creationId xmlns:a16="http://schemas.microsoft.com/office/drawing/2014/main" id="{641EC321-A433-3051-F6F8-BF4CB5E94084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8848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3">
            <a:extLst>
              <a:ext uri="{FF2B5EF4-FFF2-40B4-BE49-F238E27FC236}">
                <a16:creationId xmlns:a16="http://schemas.microsoft.com/office/drawing/2014/main" id="{DED3346E-BCE7-4488-337D-3A6A02329800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9376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9AF78149-262D-6518-1A2F-47D582DC9B5A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1" y="11006648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4">
            <a:extLst>
              <a:ext uri="{FF2B5EF4-FFF2-40B4-BE49-F238E27FC236}">
                <a16:creationId xmlns:a16="http://schemas.microsoft.com/office/drawing/2014/main" id="{1AD5F046-F946-28E3-7E59-15789CD8545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1" y="10381469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4">
            <a:extLst>
              <a:ext uri="{FF2B5EF4-FFF2-40B4-BE49-F238E27FC236}">
                <a16:creationId xmlns:a16="http://schemas.microsoft.com/office/drawing/2014/main" id="{148034F7-3860-40F0-3BFE-91AD4D05A0F8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6" name="Text Placeholder 5">
            <a:extLst>
              <a:ext uri="{FF2B5EF4-FFF2-40B4-BE49-F238E27FC236}">
                <a16:creationId xmlns:a16="http://schemas.microsoft.com/office/drawing/2014/main" id="{F7E32F74-3796-25BA-BB04-53971CE7834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828165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3" name="Image Text Placeholder 5">
            <a:extLst>
              <a:ext uri="{FF2B5EF4-FFF2-40B4-BE49-F238E27FC236}">
                <a16:creationId xmlns:a16="http://schemas.microsoft.com/office/drawing/2014/main" id="{AC0EEF07-6B9F-F5FC-B330-CB47B5A55A5E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828165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4" name="Picture Placeholder 5">
            <a:extLst>
              <a:ext uri="{FF2B5EF4-FFF2-40B4-BE49-F238E27FC236}">
                <a16:creationId xmlns:a16="http://schemas.microsoft.com/office/drawing/2014/main" id="{AEF5DC33-5308-239C-B13F-2AA57684D6B9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8281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8B41D1B9-66C7-13BB-2E1F-CD69E9131E1C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0228665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6" name="Image Text Placeholder 6">
            <a:extLst>
              <a:ext uri="{FF2B5EF4-FFF2-40B4-BE49-F238E27FC236}">
                <a16:creationId xmlns:a16="http://schemas.microsoft.com/office/drawing/2014/main" id="{C5498CBA-E497-16C1-742F-C3C26EC95DB1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228665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7" name="Picture Placeholder 6">
            <a:extLst>
              <a:ext uri="{FF2B5EF4-FFF2-40B4-BE49-F238E27FC236}">
                <a16:creationId xmlns:a16="http://schemas.microsoft.com/office/drawing/2014/main" id="{213EF361-63C9-84EA-0E58-4BC930EB7A36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02286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3B075A3F-076B-6F14-D6D7-7BB067058D1B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8629164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9" name="Image Text Placeholder 7">
            <a:extLst>
              <a:ext uri="{FF2B5EF4-FFF2-40B4-BE49-F238E27FC236}">
                <a16:creationId xmlns:a16="http://schemas.microsoft.com/office/drawing/2014/main" id="{5AE371D2-9890-D27E-0C89-F23BED97E6B3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18629164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0" name="Picture Placeholder 7">
            <a:extLst>
              <a:ext uri="{FF2B5EF4-FFF2-40B4-BE49-F238E27FC236}">
                <a16:creationId xmlns:a16="http://schemas.microsoft.com/office/drawing/2014/main" id="{F2777701-1439-D1A7-FE1A-91F9E6F53389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186291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1" name="Text Placeholder 8">
            <a:extLst>
              <a:ext uri="{FF2B5EF4-FFF2-40B4-BE49-F238E27FC236}">
                <a16:creationId xmlns:a16="http://schemas.microsoft.com/office/drawing/2014/main" id="{E3611A72-8635-0768-FE24-C8BE5A068040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27029664" y="17350073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2" name="Image Text Placeholder 8">
            <a:extLst>
              <a:ext uri="{FF2B5EF4-FFF2-40B4-BE49-F238E27FC236}">
                <a16:creationId xmlns:a16="http://schemas.microsoft.com/office/drawing/2014/main" id="{15F22903-F879-146C-D653-1C953D51F1D7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27029664" y="16724037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3" name="Picture Placeholder 8">
            <a:extLst>
              <a:ext uri="{FF2B5EF4-FFF2-40B4-BE49-F238E27FC236}">
                <a16:creationId xmlns:a16="http://schemas.microsoft.com/office/drawing/2014/main" id="{C9A3B76A-47E4-4BBA-C00F-A605F3B99E75}"/>
              </a:ext>
            </a:extLst>
          </p:cNvPr>
          <p:cNvSpPr>
            <a:spLocks noGrp="1" noChangeAspect="1"/>
          </p:cNvSpPr>
          <p:nvPr>
            <p:ph type="pic" sz="quarter" idx="74" hasCustomPrompt="1"/>
          </p:nvPr>
        </p:nvSpPr>
        <p:spPr>
          <a:xfrm>
            <a:off x="2702966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953964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D6F3B741-4BA7-CA11-FB9A-C2A65AC3C33F}"/>
              </a:ext>
            </a:extLst>
          </p:cNvPr>
          <p:cNvSpPr>
            <a:spLocks noGrp="1"/>
          </p:cNvSpPr>
          <p:nvPr>
            <p:ph type="ftr" sz="quarter" idx="4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9B6C075D-B159-7804-C8F7-7176810B5084}"/>
              </a:ext>
            </a:extLst>
          </p:cNvPr>
          <p:cNvSpPr>
            <a:spLocks noGrp="1"/>
          </p:cNvSpPr>
          <p:nvPr>
            <p:ph type="sldNum" sz="quarter" idx="4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B0131B47-B5B7-F148-4002-DAA1E5650ED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C28ABF7D-29F2-B0CE-ED9F-DA065CC298B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F7AEB09-C474-CC1F-2F31-49DF258D068D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CE648B61-48E8-01D9-A502-3E3367EC173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549005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8F5F26B8-D130-D082-2689-D29B5286034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9005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E9B78BB-2018-F789-2158-46DB0911937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8549639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D95C055-507D-5FF5-F328-389CA07DE9F4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527048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3">
            <a:extLst>
              <a:ext uri="{FF2B5EF4-FFF2-40B4-BE49-F238E27FC236}">
                <a16:creationId xmlns:a16="http://schemas.microsoft.com/office/drawing/2014/main" id="{41777126-549B-A339-2679-A2A046510D09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527048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76135777-EFA0-9BD8-210B-552D97D43DD2}"/>
              </a:ext>
            </a:extLst>
          </p:cNvPr>
          <p:cNvSpPr>
            <a:spLocks noGrp="1" noChangeAspect="1"/>
          </p:cNvSpPr>
          <p:nvPr>
            <p:ph type="pic" sz="quarter" idx="58" hasCustomPrompt="1"/>
          </p:nvPr>
        </p:nvSpPr>
        <p:spPr>
          <a:xfrm>
            <a:off x="15270478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95D2C89D-8974-CC88-56D5-D4BD01270335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21990686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4">
            <a:extLst>
              <a:ext uri="{FF2B5EF4-FFF2-40B4-BE49-F238E27FC236}">
                <a16:creationId xmlns:a16="http://schemas.microsoft.com/office/drawing/2014/main" id="{635F3C2A-EFEC-FA7C-C6D2-B28E72D1C6C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1990686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BBF0B83C-1493-7A37-3CF6-731E6F6E6A62}"/>
              </a:ext>
            </a:extLst>
          </p:cNvPr>
          <p:cNvSpPr>
            <a:spLocks noGrp="1" noChangeAspect="1"/>
          </p:cNvSpPr>
          <p:nvPr>
            <p:ph type="pic" sz="quarter" idx="61" hasCustomPrompt="1"/>
          </p:nvPr>
        </p:nvSpPr>
        <p:spPr>
          <a:xfrm>
            <a:off x="21991317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D0BCB15C-5A68-FE62-7189-812C1AFDDAE2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2871216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5">
            <a:extLst>
              <a:ext uri="{FF2B5EF4-FFF2-40B4-BE49-F238E27FC236}">
                <a16:creationId xmlns:a16="http://schemas.microsoft.com/office/drawing/2014/main" id="{BBAA1C0A-15A8-D7A5-8438-1586FF72B38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871216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54DF6266-8BCE-586C-72A7-55A96425A734}"/>
              </a:ext>
            </a:extLst>
          </p:cNvPr>
          <p:cNvSpPr>
            <a:spLocks noGrp="1" noChangeAspect="1"/>
          </p:cNvSpPr>
          <p:nvPr>
            <p:ph type="pic" sz="quarter" idx="64" hasCustomPrompt="1"/>
          </p:nvPr>
        </p:nvSpPr>
        <p:spPr>
          <a:xfrm>
            <a:off x="2871216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C66E5329-4388-E232-62F0-6321508ED4A3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5188902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6">
            <a:extLst>
              <a:ext uri="{FF2B5EF4-FFF2-40B4-BE49-F238E27FC236}">
                <a16:creationId xmlns:a16="http://schemas.microsoft.com/office/drawing/2014/main" id="{C8C7CD6C-8D24-F322-0F0C-F048846B1B0D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188902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6">
            <a:extLst>
              <a:ext uri="{FF2B5EF4-FFF2-40B4-BE49-F238E27FC236}">
                <a16:creationId xmlns:a16="http://schemas.microsoft.com/office/drawing/2014/main" id="{82987E90-FC5A-5018-2FE1-CA06551E8D25}"/>
              </a:ext>
            </a:extLst>
          </p:cNvPr>
          <p:cNvSpPr>
            <a:spLocks noGrp="1" noChangeAspect="1"/>
          </p:cNvSpPr>
          <p:nvPr>
            <p:ph type="pic" sz="quarter" idx="67" hasCustomPrompt="1"/>
          </p:nvPr>
        </p:nvSpPr>
        <p:spPr>
          <a:xfrm>
            <a:off x="518922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EA58AAC9-BDA0-4352-363F-2C4B20AC270C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1909741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7">
            <a:extLst>
              <a:ext uri="{FF2B5EF4-FFF2-40B4-BE49-F238E27FC236}">
                <a16:creationId xmlns:a16="http://schemas.microsoft.com/office/drawing/2014/main" id="{416F6586-0240-36B8-9B04-583616DB2AFF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1909741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9C92ADFF-6064-8070-CF54-2062716EC50B}"/>
              </a:ext>
            </a:extLst>
          </p:cNvPr>
          <p:cNvSpPr>
            <a:spLocks noGrp="1" noChangeAspect="1"/>
          </p:cNvSpPr>
          <p:nvPr>
            <p:ph type="pic" sz="quarter" idx="70" hasCustomPrompt="1"/>
          </p:nvPr>
        </p:nvSpPr>
        <p:spPr>
          <a:xfrm>
            <a:off x="1191006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id="{BCDD1216-1AB2-3445-C1F2-C6212232509D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863058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8">
            <a:extLst>
              <a:ext uri="{FF2B5EF4-FFF2-40B4-BE49-F238E27FC236}">
                <a16:creationId xmlns:a16="http://schemas.microsoft.com/office/drawing/2014/main" id="{7DDF0955-0E96-8C32-2EA7-67141F5F86CB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863058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8">
            <a:extLst>
              <a:ext uri="{FF2B5EF4-FFF2-40B4-BE49-F238E27FC236}">
                <a16:creationId xmlns:a16="http://schemas.microsoft.com/office/drawing/2014/main" id="{345C2C78-DA02-9F5C-15A6-E68CD36D0C74}"/>
              </a:ext>
            </a:extLst>
          </p:cNvPr>
          <p:cNvSpPr>
            <a:spLocks noGrp="1" noChangeAspect="1"/>
          </p:cNvSpPr>
          <p:nvPr>
            <p:ph type="pic" sz="quarter" idx="73" hasCustomPrompt="1"/>
          </p:nvPr>
        </p:nvSpPr>
        <p:spPr>
          <a:xfrm>
            <a:off x="1863090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9">
            <a:extLst>
              <a:ext uri="{FF2B5EF4-FFF2-40B4-BE49-F238E27FC236}">
                <a16:creationId xmlns:a16="http://schemas.microsoft.com/office/drawing/2014/main" id="{7A1BDC1E-1B14-3737-389C-3D1609D760B9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25351419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9">
            <a:extLst>
              <a:ext uri="{FF2B5EF4-FFF2-40B4-BE49-F238E27FC236}">
                <a16:creationId xmlns:a16="http://schemas.microsoft.com/office/drawing/2014/main" id="{57FFD21B-106E-D0F6-6084-C07EBEE9CB81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5351419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9">
            <a:extLst>
              <a:ext uri="{FF2B5EF4-FFF2-40B4-BE49-F238E27FC236}">
                <a16:creationId xmlns:a16="http://schemas.microsoft.com/office/drawing/2014/main" id="{F4798C5A-7E62-4B47-5ACD-F9CF8E66C7EB}"/>
              </a:ext>
            </a:extLst>
          </p:cNvPr>
          <p:cNvSpPr>
            <a:spLocks noGrp="1" noChangeAspect="1"/>
          </p:cNvSpPr>
          <p:nvPr>
            <p:ph type="pic" sz="quarter" idx="76" hasCustomPrompt="1"/>
          </p:nvPr>
        </p:nvSpPr>
        <p:spPr>
          <a:xfrm>
            <a:off x="2535174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3063741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C42F0877-E0D9-ACDF-6AC8-31F04A799FCA}"/>
              </a:ext>
            </a:extLst>
          </p:cNvPr>
          <p:cNvSpPr>
            <a:spLocks noGrp="1"/>
          </p:cNvSpPr>
          <p:nvPr>
            <p:ph type="ftr" sz="quarter" idx="5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0" name="Slide Number Placeholder">
            <a:extLst>
              <a:ext uri="{FF2B5EF4-FFF2-40B4-BE49-F238E27FC236}">
                <a16:creationId xmlns:a16="http://schemas.microsoft.com/office/drawing/2014/main" id="{05F8B37A-9AE1-01F7-40F2-93080E37DBC2}"/>
              </a:ext>
            </a:extLst>
          </p:cNvPr>
          <p:cNvSpPr>
            <a:spLocks noGrp="1"/>
          </p:cNvSpPr>
          <p:nvPr>
            <p:ph type="sldNum" sz="quarter" idx="5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5541D50E-AD73-9B43-6942-5D3896418D1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0A8DB497-AE6A-0DF8-9C97-FC43C5D2770C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82880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58D13341-F599-599A-5F0F-2EF6A1BED6F5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A6B8157A-B098-20EA-AFC9-9B4CC65D4D5F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549005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2">
            <a:extLst>
              <a:ext uri="{FF2B5EF4-FFF2-40B4-BE49-F238E27FC236}">
                <a16:creationId xmlns:a16="http://schemas.microsoft.com/office/drawing/2014/main" id="{9F7772A2-141A-2C32-35BF-03721C006E4B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9005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2">
            <a:extLst>
              <a:ext uri="{FF2B5EF4-FFF2-40B4-BE49-F238E27FC236}">
                <a16:creationId xmlns:a16="http://schemas.microsoft.com/office/drawing/2014/main" id="{9D12C4FE-EA14-DC16-E035-07F6E2255DD5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8549005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0ECDEBEB-E52F-C256-D4BC-3CD8FBACF261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527048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3">
            <a:extLst>
              <a:ext uri="{FF2B5EF4-FFF2-40B4-BE49-F238E27FC236}">
                <a16:creationId xmlns:a16="http://schemas.microsoft.com/office/drawing/2014/main" id="{785D8308-6DC4-5070-FBE7-A99AC647842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527048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DEC4416E-D910-82FA-849C-D1F0138FE8BF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527048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0EFC9957-6324-44FA-A937-12E8D28D27D5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1990686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3" name="Image Text Placeholder 4">
            <a:extLst>
              <a:ext uri="{FF2B5EF4-FFF2-40B4-BE49-F238E27FC236}">
                <a16:creationId xmlns:a16="http://schemas.microsoft.com/office/drawing/2014/main" id="{54145343-115A-7C6C-5025-8D78035AC08A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1990686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4" name="Picture Placeholder 4">
            <a:extLst>
              <a:ext uri="{FF2B5EF4-FFF2-40B4-BE49-F238E27FC236}">
                <a16:creationId xmlns:a16="http://schemas.microsoft.com/office/drawing/2014/main" id="{12E9E9CA-B252-105A-7EE9-3C32BD1E338C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1990686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5" name="Text Placeholder 5">
            <a:extLst>
              <a:ext uri="{FF2B5EF4-FFF2-40B4-BE49-F238E27FC236}">
                <a16:creationId xmlns:a16="http://schemas.microsoft.com/office/drawing/2014/main" id="{75A65FBD-41FC-DAE1-70F8-6970F6A06507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871216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6" name="Image Text Placeholder 5">
            <a:extLst>
              <a:ext uri="{FF2B5EF4-FFF2-40B4-BE49-F238E27FC236}">
                <a16:creationId xmlns:a16="http://schemas.microsoft.com/office/drawing/2014/main" id="{7E4F8B92-A608-0712-63DC-7D0B8D25C999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2871216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7" name="Picture Placeholder 5">
            <a:extLst>
              <a:ext uri="{FF2B5EF4-FFF2-40B4-BE49-F238E27FC236}">
                <a16:creationId xmlns:a16="http://schemas.microsoft.com/office/drawing/2014/main" id="{3040C462-A8E3-CAE7-C8B2-CC88CC2BCB82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2871216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F3DBD58A-06EA-C55D-B36A-08E3CA5C6AF3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82880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9" name="Image Text Placeholder 6">
            <a:extLst>
              <a:ext uri="{FF2B5EF4-FFF2-40B4-BE49-F238E27FC236}">
                <a16:creationId xmlns:a16="http://schemas.microsoft.com/office/drawing/2014/main" id="{DFF6D880-1D4D-A370-FD0B-8E2026432961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82880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FE36365B-485F-9C95-7F33-A795DDA0A970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82880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1" name="Text Placeholder 7">
            <a:extLst>
              <a:ext uri="{FF2B5EF4-FFF2-40B4-BE49-F238E27FC236}">
                <a16:creationId xmlns:a16="http://schemas.microsoft.com/office/drawing/2014/main" id="{327C785F-6851-A93B-5694-C244F8852ED5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8549005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2" name="Image Text Placeholder 7">
            <a:extLst>
              <a:ext uri="{FF2B5EF4-FFF2-40B4-BE49-F238E27FC236}">
                <a16:creationId xmlns:a16="http://schemas.microsoft.com/office/drawing/2014/main" id="{BE2B5C28-9A8B-0D8E-F12E-37E98398B727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8549005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3" name="Picture Placeholder 7">
            <a:extLst>
              <a:ext uri="{FF2B5EF4-FFF2-40B4-BE49-F238E27FC236}">
                <a16:creationId xmlns:a16="http://schemas.microsoft.com/office/drawing/2014/main" id="{DEDF76AC-53F8-1E95-4B55-FA0C90102307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8549005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4" name="Text Placeholder 8">
            <a:extLst>
              <a:ext uri="{FF2B5EF4-FFF2-40B4-BE49-F238E27FC236}">
                <a16:creationId xmlns:a16="http://schemas.microsoft.com/office/drawing/2014/main" id="{541B0966-B263-1076-F94D-E177A8FCCA7C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527048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5" name="Image Text Placeholder 8">
            <a:extLst>
              <a:ext uri="{FF2B5EF4-FFF2-40B4-BE49-F238E27FC236}">
                <a16:creationId xmlns:a16="http://schemas.microsoft.com/office/drawing/2014/main" id="{64B1456B-F08A-3269-C378-571FD4FE263B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1527048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6" name="Picture Placeholder 8">
            <a:extLst>
              <a:ext uri="{FF2B5EF4-FFF2-40B4-BE49-F238E27FC236}">
                <a16:creationId xmlns:a16="http://schemas.microsoft.com/office/drawing/2014/main" id="{B29738B8-4871-A0AD-A2D9-79A88A3D4161}"/>
              </a:ext>
            </a:extLst>
          </p:cNvPr>
          <p:cNvSpPr>
            <a:spLocks noGrp="1" noChangeAspect="1"/>
          </p:cNvSpPr>
          <p:nvPr>
            <p:ph type="pic" sz="quarter" idx="74" hasCustomPrompt="1"/>
          </p:nvPr>
        </p:nvSpPr>
        <p:spPr>
          <a:xfrm>
            <a:off x="1527048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7" name="Text Placeholder 9">
            <a:extLst>
              <a:ext uri="{FF2B5EF4-FFF2-40B4-BE49-F238E27FC236}">
                <a16:creationId xmlns:a16="http://schemas.microsoft.com/office/drawing/2014/main" id="{1A3A7327-F757-246B-FF7D-069AFC0F9CFD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1990686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8" name="Image Text Placeholder 9">
            <a:extLst>
              <a:ext uri="{FF2B5EF4-FFF2-40B4-BE49-F238E27FC236}">
                <a16:creationId xmlns:a16="http://schemas.microsoft.com/office/drawing/2014/main" id="{935A0663-9E19-FC04-89A2-4495D29EB098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21990686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A06CCEF2-4324-2A20-E13B-C9A34D87D13F}"/>
              </a:ext>
            </a:extLst>
          </p:cNvPr>
          <p:cNvSpPr>
            <a:spLocks noGrp="1" noChangeAspect="1"/>
          </p:cNvSpPr>
          <p:nvPr>
            <p:ph type="pic" sz="quarter" idx="77" hasCustomPrompt="1"/>
          </p:nvPr>
        </p:nvSpPr>
        <p:spPr>
          <a:xfrm>
            <a:off x="21990686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3" name="Text Placeholder 10">
            <a:extLst>
              <a:ext uri="{FF2B5EF4-FFF2-40B4-BE49-F238E27FC236}">
                <a16:creationId xmlns:a16="http://schemas.microsoft.com/office/drawing/2014/main" id="{2424D5C6-2CED-3EF1-7441-B207A8A8C9B8}"/>
              </a:ext>
            </a:extLst>
          </p:cNvPr>
          <p:cNvSpPr>
            <a:spLocks noGrp="1"/>
          </p:cNvSpPr>
          <p:nvPr>
            <p:ph type="body" sz="quarter" idx="78" hasCustomPrompt="1"/>
          </p:nvPr>
        </p:nvSpPr>
        <p:spPr>
          <a:xfrm>
            <a:off x="28710892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64" name="Image Text Placeholder 10">
            <a:extLst>
              <a:ext uri="{FF2B5EF4-FFF2-40B4-BE49-F238E27FC236}">
                <a16:creationId xmlns:a16="http://schemas.microsoft.com/office/drawing/2014/main" id="{FA33B5F6-D7B6-0FFB-553F-29C7E13AAB58}"/>
              </a:ext>
            </a:extLst>
          </p:cNvPr>
          <p:cNvSpPr>
            <a:spLocks noGrp="1"/>
          </p:cNvSpPr>
          <p:nvPr>
            <p:ph type="body" sz="quarter" idx="79" hasCustomPrompt="1"/>
          </p:nvPr>
        </p:nvSpPr>
        <p:spPr>
          <a:xfrm>
            <a:off x="28710892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65" name="Picture Placeholder 10">
            <a:extLst>
              <a:ext uri="{FF2B5EF4-FFF2-40B4-BE49-F238E27FC236}">
                <a16:creationId xmlns:a16="http://schemas.microsoft.com/office/drawing/2014/main" id="{B995E01A-8631-5C16-CF95-C2D61216BF22}"/>
              </a:ext>
            </a:extLst>
          </p:cNvPr>
          <p:cNvSpPr>
            <a:spLocks noGrp="1" noChangeAspect="1"/>
          </p:cNvSpPr>
          <p:nvPr>
            <p:ph type="pic" sz="quarter" idx="80" hasCustomPrompt="1"/>
          </p:nvPr>
        </p:nvSpPr>
        <p:spPr>
          <a:xfrm>
            <a:off x="28710892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393957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10603E2E-FCBB-9670-399F-4E1AA8DE52A1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7" name="Slide Number Placeholder">
            <a:extLst>
              <a:ext uri="{FF2B5EF4-FFF2-40B4-BE49-F238E27FC236}">
                <a16:creationId xmlns:a16="http://schemas.microsoft.com/office/drawing/2014/main" id="{2845A55B-51B5-DA67-0B9D-B48DB2A149A1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BC038FD9-0AFF-00C8-0AA3-223BDB8DBBF0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8630900" y="12024360"/>
            <a:ext cx="17030700" cy="672083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5" name="Picture Placeholder 8">
            <a:extLst>
              <a:ext uri="{FF2B5EF4-FFF2-40B4-BE49-F238E27FC236}">
                <a16:creationId xmlns:a16="http://schemas.microsoft.com/office/drawing/2014/main" id="{FAAF3530-C3FF-2C2D-7DBE-DE264BE2B69D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1494844" y="13258800"/>
            <a:ext cx="645178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4" name="Picture Placeholder 7">
            <a:extLst>
              <a:ext uri="{FF2B5EF4-FFF2-40B4-BE49-F238E27FC236}">
                <a16:creationId xmlns:a16="http://schemas.microsoft.com/office/drawing/2014/main" id="{558BCBFD-EB59-D408-424E-9AC9033C56F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14400" y="13258800"/>
            <a:ext cx="9896168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0A174EF8-9FF4-51FA-A66C-17A876EABB3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819900" y="7086600"/>
            <a:ext cx="1112520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1" name="Picture Placeholder 5">
            <a:extLst>
              <a:ext uri="{FF2B5EF4-FFF2-40B4-BE49-F238E27FC236}">
                <a16:creationId xmlns:a16="http://schemas.microsoft.com/office/drawing/2014/main" id="{FD4D98DE-6896-9804-F8F6-36DBA25F64B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14400" y="7086600"/>
            <a:ext cx="522122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7E1A4A1E-E7C9-F04E-34E1-36E29C52739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0403800" y="914400"/>
            <a:ext cx="5257800" cy="1042416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AF5AEEAC-F2C1-5A18-FE0A-094F2B9E4F80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6373168" y="914400"/>
            <a:ext cx="13382932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DD0FC23F-D808-9291-07E6-D31D82FEAE1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888794" y="914400"/>
            <a:ext cx="579857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D9B9429-F845-30E8-36A1-DB2BB86ADC8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14400" y="914400"/>
            <a:ext cx="828859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1484569-FB15-3B4E-EF2D-43C609DE25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29375" y="7086600"/>
            <a:ext cx="11125199" cy="4251960"/>
          </a:xfrm>
        </p:spPr>
        <p:txBody>
          <a:bodyPr anchor="ctr"/>
          <a:lstStyle>
            <a:lvl1pPr algn="ctr">
              <a:defRPr sz="5400"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566766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>
            <a:extLst>
              <a:ext uri="{FF2B5EF4-FFF2-40B4-BE49-F238E27FC236}">
                <a16:creationId xmlns:a16="http://schemas.microsoft.com/office/drawing/2014/main" id="{4E6B04E9-AFDA-A682-186B-6C9E617F31C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36576000" cy="20574000"/>
          </a:xfrm>
          <a:solidFill>
            <a:schemeClr val="bg2"/>
          </a:solidFill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41203275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6C2B65C0-8411-4E1E-BB2A-A35D3E68956B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36576000" cy="20574000"/>
          </a:xfrm>
          <a:solidFill>
            <a:schemeClr val="bg2"/>
          </a:solidFill>
        </p:spPr>
        <p:txBody>
          <a:bodyPr vert="horz" lIns="0" tIns="0" rIns="0" bIns="2103120" rtlCol="0" anchor="ctr">
            <a:no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icon to place video</a:t>
            </a:r>
          </a:p>
        </p:txBody>
      </p:sp>
    </p:spTree>
    <p:extLst>
      <p:ext uri="{BB962C8B-B14F-4D97-AF65-F5344CB8AC3E}">
        <p14:creationId xmlns:p14="http://schemas.microsoft.com/office/powerpoint/2010/main" val="222550203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,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54E04377-1EF8-BEB3-073F-B3A8DF9467DF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5486400" y="3104193"/>
            <a:ext cx="25603200" cy="14401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video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04389443-080A-7AA4-3085-E70BDC8F8F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2454442"/>
            <a:ext cx="32918400" cy="625475"/>
          </a:xfrm>
        </p:spPr>
        <p:txBody>
          <a:bodyPr anchor="t"/>
          <a:lstStyle>
            <a:lvl1pPr algn="ctr">
              <a:spcBef>
                <a:spcPts val="0"/>
              </a:spcBef>
              <a:spcAft>
                <a:spcPts val="0"/>
              </a:spcAft>
              <a:defRPr sz="320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Optional subtitle description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570F4D80-EF7D-3626-2F98-566AC0DAC0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1776548"/>
            <a:ext cx="32918400" cy="625642"/>
          </a:xfrm>
        </p:spPr>
        <p:txBody>
          <a:bodyPr/>
          <a:lstStyle>
            <a:lvl1pPr algn="ctr">
              <a:spcAft>
                <a:spcPts val="0"/>
              </a:spcAft>
              <a:defRPr sz="4400">
                <a:latin typeface="+mj-lt"/>
              </a:defRPr>
            </a:lvl1pPr>
          </a:lstStyle>
          <a:p>
            <a:r>
              <a:rPr lang="en-US" dirty="0"/>
              <a:t>Demo Title Goes Here</a:t>
            </a:r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D60EBBCC-FBDE-8093-F4FD-0B4F364BCAB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7543800" y="19431000"/>
            <a:ext cx="2148840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EB50A31F-A2CF-8090-6E63-67B213D66BBA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62347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gre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64B3AED4-78D5-2F14-5B4B-21B821017D1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71B3CD7F-5DB5-8DB6-34DE-A76A3CB0406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0319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0319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6309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6309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298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298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1037308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A6CB6789-A0C4-095B-4F78-A1935A3E79AF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E22358C3-92D5-2D07-2859-E0B77BBAAB97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746833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w/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4755AA01-CD1A-BA1A-6267-72402A650C10}"/>
              </a:ext>
            </a:extLst>
          </p:cNvPr>
          <p:cNvSpPr>
            <a:spLocks noGrp="1"/>
          </p:cNvSpPr>
          <p:nvPr>
            <p:ph type="ftr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AEBDFF6D-5282-AD34-8B0E-F3B5DB237CA7}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5" name="Picture Placeholder 5">
            <a:extLst>
              <a:ext uri="{FF2B5EF4-FFF2-40B4-BE49-F238E27FC236}">
                <a16:creationId xmlns:a16="http://schemas.microsoft.com/office/drawing/2014/main" id="{B7F07BEA-9328-83D7-7A86-EF49E5AB367B}"/>
              </a:ext>
            </a:extLst>
          </p:cNvPr>
          <p:cNvSpPr>
            <a:spLocks noGrp="1" noChangeAspect="1"/>
          </p:cNvSpPr>
          <p:nvPr>
            <p:ph type="pic" sz="quarter" idx="36" hasCustomPrompt="1"/>
          </p:nvPr>
        </p:nvSpPr>
        <p:spPr>
          <a:xfrm>
            <a:off x="2903220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4" name="Picture Placeholder 4">
            <a:extLst>
              <a:ext uri="{FF2B5EF4-FFF2-40B4-BE49-F238E27FC236}">
                <a16:creationId xmlns:a16="http://schemas.microsoft.com/office/drawing/2014/main" id="{272FF6CA-4EAC-CC1F-F26F-2BCDDEECA983}"/>
              </a:ext>
            </a:extLst>
          </p:cNvPr>
          <p:cNvSpPr>
            <a:spLocks noGrp="1" noChangeAspect="1"/>
          </p:cNvSpPr>
          <p:nvPr>
            <p:ph type="pic" sz="quarter" idx="35" hasCustomPrompt="1"/>
          </p:nvPr>
        </p:nvSpPr>
        <p:spPr>
          <a:xfrm>
            <a:off x="22311361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F05EA37B-1E0F-5633-E2D2-0B1F3E9CBD61}"/>
              </a:ext>
            </a:extLst>
          </p:cNvPr>
          <p:cNvSpPr>
            <a:spLocks noGrp="1" noChangeAspect="1"/>
          </p:cNvSpPr>
          <p:nvPr>
            <p:ph type="pic" sz="quarter" idx="34" hasCustomPrompt="1"/>
          </p:nvPr>
        </p:nvSpPr>
        <p:spPr>
          <a:xfrm>
            <a:off x="1559052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BD4D4623-91D4-3807-8FEA-A1445E516A8F}"/>
              </a:ext>
            </a:extLst>
          </p:cNvPr>
          <p:cNvSpPr>
            <a:spLocks noGrp="1" noChangeAspect="1"/>
          </p:cNvSpPr>
          <p:nvPr>
            <p:ph type="pic" sz="quarter" idx="33" hasCustomPrompt="1"/>
          </p:nvPr>
        </p:nvSpPr>
        <p:spPr>
          <a:xfrm>
            <a:off x="886968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56269049-A39A-59CE-F6F5-56614D1F130A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2148840" y="10736828"/>
            <a:ext cx="5714999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585758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(Center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148C0C1F-BDEF-41A8-0F04-DDA5A236CBD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ctr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6723452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1687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1BF75DB8-C4B4-5045-D3CD-0BB9D247A7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5530284D-5EA9-3120-4325-FD1BC8D498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4FAE9B2E-10E6-DEBE-165A-2C6E8B9CDB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43800" y="19431000"/>
            <a:ext cx="21488400" cy="369332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>
            <a:lvl1pPr algn="ctr">
              <a:lnSpc>
                <a:spcPct val="90000"/>
              </a:lnSpc>
              <a:defRPr sz="2000" kern="100" baseline="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FCDFCB45-17BD-2C7E-0517-95E82587DB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19431000"/>
            <a:ext cx="6400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</a:defRPr>
            </a:lvl1pPr>
          </a:lstStyle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C331F8D2-7838-5A11-2D90-06BE8391CD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0" y="5943600"/>
            <a:ext cx="32918400" cy="128016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Placeholder">
            <a:extLst>
              <a:ext uri="{FF2B5EF4-FFF2-40B4-BE49-F238E27FC236}">
                <a16:creationId xmlns:a16="http://schemas.microsoft.com/office/drawing/2014/main" id="{1F6E4B95-41AA-56A9-319C-9DB7C4A76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0" y="914400"/>
            <a:ext cx="32918400" cy="246888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pPr indent="0">
              <a:lnSpc>
                <a:spcPct val="90000"/>
              </a:lnSpc>
            </a:pPr>
            <a:r>
              <a:rPr lang="en-US" sz="8800" dirty="0"/>
              <a:t>Click to Edit Title Here</a:t>
            </a:r>
            <a:br>
              <a:rPr lang="en-US" sz="8800" dirty="0"/>
            </a:br>
            <a:r>
              <a:rPr lang="en-US" sz="8800" dirty="0"/>
              <a:t>2-lines Maximum Length</a:t>
            </a:r>
          </a:p>
        </p:txBody>
      </p:sp>
      <p:sp>
        <p:nvSpPr>
          <p:cNvPr id="5" name="Date (Confidential) Placeholder">
            <a:extLst>
              <a:ext uri="{FF2B5EF4-FFF2-40B4-BE49-F238E27FC236}">
                <a16:creationId xmlns:a16="http://schemas.microsoft.com/office/drawing/2014/main" id="{EE584683-E47B-15C6-C9DA-D716A01324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828800" y="19431000"/>
            <a:ext cx="56692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>
                <a:cs typeface="NVIDIA Sans" panose="020B0503020203020204" pitchFamily="34" charset="0"/>
              </a:rPr>
              <a:t>NVIDIA CONFIDENTIAL. DO NOT DISTRIBUTE.</a:t>
            </a:r>
          </a:p>
        </p:txBody>
      </p:sp>
    </p:spTree>
    <p:extLst>
      <p:ext uri="{BB962C8B-B14F-4D97-AF65-F5344CB8AC3E}">
        <p14:creationId xmlns:p14="http://schemas.microsoft.com/office/powerpoint/2010/main" val="4116705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23" r:id="rId7"/>
    <p:sldLayoutId id="2147483707" r:id="rId8"/>
    <p:sldLayoutId id="2147483662" r:id="rId9"/>
    <p:sldLayoutId id="2147483667" r:id="rId10"/>
    <p:sldLayoutId id="2147483674" r:id="rId11"/>
    <p:sldLayoutId id="2147483668" r:id="rId12"/>
    <p:sldLayoutId id="2147483673" r:id="rId13"/>
    <p:sldLayoutId id="2147483672" r:id="rId14"/>
    <p:sldLayoutId id="2147483694" r:id="rId15"/>
    <p:sldLayoutId id="2147483759" r:id="rId16"/>
    <p:sldLayoutId id="2147483682" r:id="rId17"/>
    <p:sldLayoutId id="2147483683" r:id="rId18"/>
    <p:sldLayoutId id="2147483684" r:id="rId19"/>
    <p:sldLayoutId id="2147483708" r:id="rId20"/>
    <p:sldLayoutId id="2147483709" r:id="rId21"/>
    <p:sldLayoutId id="2147483685" r:id="rId22"/>
    <p:sldLayoutId id="2147483688" r:id="rId23"/>
    <p:sldLayoutId id="2147483690" r:id="rId24"/>
    <p:sldLayoutId id="2147483689" r:id="rId25"/>
    <p:sldLayoutId id="2147483691" r:id="rId26"/>
    <p:sldLayoutId id="2147483692" r:id="rId27"/>
    <p:sldLayoutId id="2147483693" r:id="rId28"/>
    <p:sldLayoutId id="2147483703" r:id="rId29"/>
    <p:sldLayoutId id="2147483695" r:id="rId30"/>
    <p:sldLayoutId id="2147483696" r:id="rId31"/>
    <p:sldLayoutId id="2147483697" r:id="rId32"/>
    <p:sldLayoutId id="2147483698" r:id="rId33"/>
    <p:sldLayoutId id="2147483699" r:id="rId34"/>
    <p:sldLayoutId id="2147483700" r:id="rId35"/>
    <p:sldLayoutId id="2147483701" r:id="rId36"/>
    <p:sldLayoutId id="2147483705" r:id="rId37"/>
    <p:sldLayoutId id="2147483716" r:id="rId38"/>
    <p:sldLayoutId id="2147483704" r:id="rId39"/>
    <p:sldLayoutId id="2147483675" r:id="rId40"/>
    <p:sldLayoutId id="2147483676" r:id="rId41"/>
    <p:sldLayoutId id="2147483677" r:id="rId42"/>
    <p:sldLayoutId id="2147483681" r:id="rId43"/>
    <p:sldLayoutId id="2147483669" r:id="rId44"/>
  </p:sldLayoutIdLst>
  <p:hf hdr="0" dt="0"/>
  <p:txStyles>
    <p:titleStyle>
      <a:lvl1pPr indent="0" algn="l" defTabSz="2743200" rtl="0" eaLnBrk="1" latinLnBrk="0" hangingPunct="1">
        <a:lnSpc>
          <a:spcPct val="90000"/>
        </a:lnSpc>
        <a:spcBef>
          <a:spcPct val="0"/>
        </a:spcBef>
        <a:buNone/>
        <a:defRPr sz="8800" kern="100" baseline="0">
          <a:solidFill>
            <a:schemeClr val="tx1"/>
          </a:solidFill>
          <a:latin typeface="+mj-lt"/>
          <a:ea typeface="+mj-ea"/>
          <a:cs typeface="NVIDIA Sans Medium" panose="020B0603020203020204" pitchFamily="34" charset="0"/>
        </a:defRPr>
      </a:lvl1pPr>
    </p:titleStyle>
    <p:bodyStyle>
      <a:lvl1pPr marL="0" indent="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​"/>
        <a:defRPr sz="44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1pPr>
      <a:lvl2pPr marL="457200" indent="-45720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•"/>
        <a:defRPr sz="40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2pPr>
      <a:lvl3pPr marL="9144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36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3pPr>
      <a:lvl4pPr marL="13716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32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4pPr>
      <a:lvl5pPr marL="18288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28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5pPr>
      <a:lvl6pPr marL="75438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9154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102870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16586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229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9601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0972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65151"/>
          </p15:clr>
        </p15:guide>
        <p15:guide id="2" pos="23040" userDrawn="1">
          <p15:clr>
            <a:srgbClr val="F65151"/>
          </p15:clr>
        </p15:guide>
        <p15:guide id="3" pos="1152" userDrawn="1">
          <p15:clr>
            <a:srgbClr val="F65151"/>
          </p15:clr>
        </p15:guide>
        <p15:guide id="4" pos="21888" userDrawn="1">
          <p15:clr>
            <a:srgbClr val="F65151"/>
          </p15:clr>
        </p15:guide>
        <p15:guide id="5" orient="horz" userDrawn="1">
          <p15:clr>
            <a:srgbClr val="F65151"/>
          </p15:clr>
        </p15:guide>
        <p15:guide id="6" orient="horz" pos="12960" userDrawn="1">
          <p15:clr>
            <a:srgbClr val="F65151"/>
          </p15:clr>
        </p15:guide>
        <p15:guide id="7" orient="horz" pos="1152" userDrawn="1">
          <p15:clr>
            <a:srgbClr val="F65151"/>
          </p15:clr>
        </p15:guide>
        <p15:guide id="8" orient="horz" pos="11808" userDrawn="1">
          <p15:clr>
            <a:srgbClr val="F65151"/>
          </p15:clr>
        </p15:guide>
      </p15:sldGuideLst>
    </p:ext>
  </p:extLst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p="http://schemas.openxmlformats.org/presentationml/2006/main">
  <p:cSld name="CCCL Cooper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CCL&#10;Cooperative"/>
          <p:cNvSpPr/>
          <p:nvPr/>
        </p:nvSpPr>
        <p:spPr>
          <a:xfrm>
            <a:off x="1828800" y="8618220"/>
            <a:ext cx="16002000" cy="548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206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12060" b="1">
                <a:solidFill>
                  <a:schemeClr val="dk1"/>
                </a:solidFill>
                <a:latin typeface="NVIDIA Sans Medium"/>
              </a:rPr>
              <a:t xml:space="preserve">Cooperative</a:t>
            </a:r>
          </a:p>
        </p:txBody>
      </p:sp>
      <p:sp>
        <p:nvSpPr>
          <p:cNvPr id="3" name="Cooperative Groups &amp; Algorithms"/>
          <p:cNvSpPr/>
          <p:nvPr/>
        </p:nvSpPr>
        <p:spPr>
          <a:xfrm>
            <a:off x="1874520" y="15979140"/>
            <a:ext cx="148590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Cooperative Groups &amp; Algorithms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 name="What is CCCL Cooperative?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is CCCL Cooperative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is CCCL Cooperative?</a:t>
            </a:r>
          </a:p>
        </p:txBody>
      </p:sp>
      <p:sp>
        <p:nvSpPr>
          <p:cNvPr id="3" name="A CUDA C++ API for organizing threads into cooperative groups and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A CUDA C++ API for organizing threads into cooperative groups and running collective algorithms.</a:t>
            </a:r>
          </a:p>
        </p:txBody>
      </p:sp>
      <p:sp>
        <p:nvSpPr>
          <p:cNvPr id="4" name="0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02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600700"/>
            <a:ext cx="15887700" cy="113614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1828800" y="5600700"/>
            <a:ext cx="15887700" cy="11430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01"/>
          <p:cNvSpPr/>
          <p:nvPr/>
        </p:nvSpPr>
        <p:spPr>
          <a:xfrm>
            <a:off x="2560320" y="6355080"/>
            <a:ext cx="18288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500" b="1">
                <a:solidFill>
                  <a:schemeClr val="accent1"/>
                </a:solidFill>
                <a:latin typeface="NVIDIA Sans Medium"/>
              </a:rPr>
              <a:t xml:space="preserve">01</a:t>
            </a:r>
          </a:p>
        </p:txBody>
      </p:sp>
      <p:sp>
        <p:nvSpPr>
          <p:cNvPr id="8" name="CCCL Cooperative&#10;Groups"/>
          <p:cNvSpPr/>
          <p:nvPr/>
        </p:nvSpPr>
        <p:spPr>
          <a:xfrm>
            <a:off x="2560320" y="7955280"/>
            <a:ext cx="14401800" cy="2857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Groups</a:t>
            </a:r>
          </a:p>
        </p:txBody>
      </p:sp>
      <p:sp>
        <p:nvSpPr>
          <p:cNvPr id="9" name="A clear abstraction to organize threads&#10;into groups that can coop"/>
          <p:cNvSpPr/>
          <p:nvPr/>
        </p:nvSpPr>
        <p:spPr>
          <a:xfrm>
            <a:off x="2560320" y="12070080"/>
            <a:ext cx="14401800" cy="3429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A clear abstraction to organize threads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into groups that can cooperate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on solving problems.</a:t>
            </a:r>
          </a:p>
        </p:txBody>
      </p:sp>
      <p:sp>
        <p:nvSpPr>
          <p:cNvPr id="10" name="Shape"/>
          <p:cNvSpPr/>
          <p:nvPr/>
        </p:nvSpPr>
        <p:spPr>
          <a:xfrm>
            <a:off x="18859500" y="5600700"/>
            <a:ext cx="15887700" cy="113614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8859500" y="5600700"/>
            <a:ext cx="15887700" cy="11430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02"/>
          <p:cNvSpPr/>
          <p:nvPr/>
        </p:nvSpPr>
        <p:spPr>
          <a:xfrm>
            <a:off x="19591020" y="6355080"/>
            <a:ext cx="18288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500" b="1">
                <a:solidFill>
                  <a:schemeClr val="accent1"/>
                </a:solidFill>
                <a:latin typeface="NVIDIA Sans Medium"/>
              </a:rPr>
              <a:t xml:space="preserve">02</a:t>
            </a:r>
          </a:p>
        </p:txBody>
      </p:sp>
      <p:sp>
        <p:nvSpPr>
          <p:cNvPr id="13" name="CCCL Cooperative&#10;Algorithms"/>
          <p:cNvSpPr/>
          <p:nvPr/>
        </p:nvSpPr>
        <p:spPr>
          <a:xfrm>
            <a:off x="19591020" y="7955280"/>
            <a:ext cx="14401800" cy="2857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Algorithms</a:t>
            </a:r>
          </a:p>
        </p:txBody>
      </p:sp>
      <p:sp>
        <p:nvSpPr>
          <p:cNvPr id="14" name="APIs that implement algorithms&#10;for the common problems&#10;those grou"/>
          <p:cNvSpPr/>
          <p:nvPr/>
        </p:nvSpPr>
        <p:spPr>
          <a:xfrm>
            <a:off x="19591020" y="12070080"/>
            <a:ext cx="14401800" cy="3429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APIs that implement algorithms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for the common problems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those groups need to solve.</a:t>
            </a:r>
          </a:p>
        </p:txBody>
      </p:sp>
      <p:sp>
        <p:nvSpPr>
          <p:cNvPr id="15" name="Thread"/>
          <p:cNvSpPr/>
          <p:nvPr/>
        </p:nvSpPr>
        <p:spPr>
          <a:xfrm>
            <a:off x="260604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Thread"/>
          <p:cNvSpPr/>
          <p:nvPr/>
        </p:nvSpPr>
        <p:spPr>
          <a:xfrm>
            <a:off x="331470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7" name="Thread"/>
          <p:cNvSpPr/>
          <p:nvPr/>
        </p:nvSpPr>
        <p:spPr>
          <a:xfrm>
            <a:off x="402336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8" name="Thread"/>
          <p:cNvSpPr/>
          <p:nvPr/>
        </p:nvSpPr>
        <p:spPr>
          <a:xfrm>
            <a:off x="473202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9" name="Thread"/>
          <p:cNvSpPr/>
          <p:nvPr/>
        </p:nvSpPr>
        <p:spPr>
          <a:xfrm>
            <a:off x="544068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0" name="Thread"/>
          <p:cNvSpPr/>
          <p:nvPr/>
        </p:nvSpPr>
        <p:spPr>
          <a:xfrm>
            <a:off x="614934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1" name="Algorithm block"/>
          <p:cNvSpPr/>
          <p:nvPr/>
        </p:nvSpPr>
        <p:spPr>
          <a:xfrm>
            <a:off x="1963674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2" name="Algorithm block"/>
          <p:cNvSpPr/>
          <p:nvPr/>
        </p:nvSpPr>
        <p:spPr>
          <a:xfrm>
            <a:off x="2061972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3" name="Algorithm block"/>
          <p:cNvSpPr/>
          <p:nvPr/>
        </p:nvSpPr>
        <p:spPr>
          <a:xfrm>
            <a:off x="2160270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line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Timeline</a:t>
            </a:r>
          </a:p>
        </p:txBody>
      </p:sp>
      <p:sp>
        <p:nvSpPr>
          <p:cNvPr id="3" name="Ambitious goal: GTC · March 2027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Ambitious goal: GTC · March 2027 (Jake's suggestion)</a:t>
            </a:r>
          </a:p>
        </p:txBody>
      </p:sp>
      <p:sp>
        <p:nvSpPr>
          <p:cNvPr id="4" name="0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03</a:t>
            </a:r>
          </a:p>
        </p:txBody>
      </p:sp>
      <p:sp>
        <p:nvSpPr>
          <p:cNvPr id="5" name="Shape"/>
          <p:cNvSpPr/>
          <p:nvPr/>
        </p:nvSpPr>
        <p:spPr>
          <a:xfrm>
            <a:off x="26654760" y="345186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Milestone"/>
          <p:cNvSpPr/>
          <p:nvPr/>
        </p:nvSpPr>
        <p:spPr>
          <a:xfrm>
            <a:off x="27180540" y="3314700"/>
            <a:ext cx="27432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Milestone</a:t>
            </a:r>
          </a:p>
        </p:txBody>
      </p:sp>
      <p:sp>
        <p:nvSpPr>
          <p:cNvPr id="7" name="Shape"/>
          <p:cNvSpPr/>
          <p:nvPr/>
        </p:nvSpPr>
        <p:spPr>
          <a:xfrm>
            <a:off x="30632400" y="3451860"/>
            <a:ext cx="274320" cy="27432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8" name="Planned"/>
          <p:cNvSpPr/>
          <p:nvPr/>
        </p:nvSpPr>
        <p:spPr>
          <a:xfrm>
            <a:off x="31181040" y="3314700"/>
            <a:ext cx="34290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Planned</a:t>
            </a:r>
          </a:p>
        </p:txBody>
      </p:sp>
      <p:sp>
        <p:nvSpPr>
          <p:cNvPr id="9" name="Shape"/>
          <p:cNvSpPr/>
          <p:nvPr/>
        </p:nvSpPr>
        <p:spPr>
          <a:xfrm>
            <a:off x="18288000" y="5349240"/>
            <a:ext cx="22860" cy="120243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0" name="Cooperative Groups"/>
          <p:cNvSpPr/>
          <p:nvPr/>
        </p:nvSpPr>
        <p:spPr>
          <a:xfrm>
            <a:off x="1828800" y="5006340"/>
            <a:ext cx="15316200" cy="11887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6446520"/>
            <a:ext cx="1554480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4343400" y="7246620"/>
            <a:ext cx="45720" cy="937260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3" name="01/26"/>
          <p:cNvSpPr/>
          <p:nvPr/>
        </p:nvSpPr>
        <p:spPr>
          <a:xfrm>
            <a:off x="1828800" y="69723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01/26</a:t>
            </a:r>
          </a:p>
        </p:txBody>
      </p:sp>
      <p:sp>
        <p:nvSpPr>
          <p:cNvPr id="14" name="Shape"/>
          <p:cNvSpPr/>
          <p:nvPr/>
        </p:nvSpPr>
        <p:spPr>
          <a:xfrm>
            <a:off x="4206240" y="717804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15" name="First ideas on groups"/>
          <p:cNvSpPr/>
          <p:nvPr/>
        </p:nvSpPr>
        <p:spPr>
          <a:xfrm>
            <a:off x="5394960" y="69723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First ideas on groups</a:t>
            </a:r>
          </a:p>
        </p:txBody>
      </p:sp>
      <p:sp>
        <p:nvSpPr>
          <p:cNvPr id="16" name="03/26"/>
          <p:cNvSpPr/>
          <p:nvPr/>
        </p:nvSpPr>
        <p:spPr>
          <a:xfrm>
            <a:off x="1828800" y="84810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03/26</a:t>
            </a:r>
          </a:p>
        </p:txBody>
      </p:sp>
      <p:sp>
        <p:nvSpPr>
          <p:cNvPr id="17" name="Shape"/>
          <p:cNvSpPr/>
          <p:nvPr/>
        </p:nvSpPr>
        <p:spPr>
          <a:xfrm>
            <a:off x="4206240" y="868680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18" name="Initial implementation"/>
          <p:cNvSpPr/>
          <p:nvPr/>
        </p:nvSpPr>
        <p:spPr>
          <a:xfrm>
            <a:off x="5394960" y="84810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Initial implementation</a:t>
            </a:r>
          </a:p>
        </p:txBody>
      </p:sp>
      <p:sp>
        <p:nvSpPr>
          <p:cNvPr id="19" name="05/26"/>
          <p:cNvSpPr/>
          <p:nvPr/>
        </p:nvSpPr>
        <p:spPr>
          <a:xfrm>
            <a:off x="1828800" y="998982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05/26</a:t>
            </a:r>
          </a:p>
        </p:txBody>
      </p:sp>
      <p:sp>
        <p:nvSpPr>
          <p:cNvPr id="20" name="Shape"/>
          <p:cNvSpPr/>
          <p:nvPr/>
        </p:nvSpPr>
        <p:spPr>
          <a:xfrm>
            <a:off x="4206240" y="1019556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1" name="Improved implementation"/>
          <p:cNvSpPr/>
          <p:nvPr/>
        </p:nvSpPr>
        <p:spPr>
          <a:xfrm>
            <a:off x="5394960" y="998982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Improved implementation</a:t>
            </a:r>
          </a:p>
        </p:txBody>
      </p:sp>
      <p:sp>
        <p:nvSpPr>
          <p:cNvPr id="22" name="08/26"/>
          <p:cNvSpPr/>
          <p:nvPr/>
        </p:nvSpPr>
        <p:spPr>
          <a:xfrm>
            <a:off x="1828800" y="1149858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08/26</a:t>
            </a:r>
          </a:p>
        </p:txBody>
      </p:sp>
      <p:sp>
        <p:nvSpPr>
          <p:cNvPr id="23" name="Shape"/>
          <p:cNvSpPr/>
          <p:nvPr/>
        </p:nvSpPr>
        <p:spPr>
          <a:xfrm>
            <a:off x="4206240" y="1170432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4" name="Documentation"/>
          <p:cNvSpPr/>
          <p:nvPr/>
        </p:nvSpPr>
        <p:spPr>
          <a:xfrm>
            <a:off x="5394960" y="1149858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Documentation</a:t>
            </a:r>
          </a:p>
        </p:txBody>
      </p:sp>
      <p:sp>
        <p:nvSpPr>
          <p:cNvPr id="25" name="11/26"/>
          <p:cNvSpPr/>
          <p:nvPr/>
        </p:nvSpPr>
        <p:spPr>
          <a:xfrm>
            <a:off x="1828800" y="1300734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11/26</a:t>
            </a:r>
          </a:p>
        </p:txBody>
      </p:sp>
      <p:sp>
        <p:nvSpPr>
          <p:cNvPr id="26" name="Shape"/>
          <p:cNvSpPr/>
          <p:nvPr/>
        </p:nvSpPr>
        <p:spPr>
          <a:xfrm>
            <a:off x="4206240" y="1321308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7" name="Alpha release to gather feedback"/>
          <p:cNvSpPr/>
          <p:nvPr/>
        </p:nvSpPr>
        <p:spPr>
          <a:xfrm>
            <a:off x="5394960" y="1300734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Alpha release to gather feedback</a:t>
            </a:r>
          </a:p>
        </p:txBody>
      </p:sp>
      <p:sp>
        <p:nvSpPr>
          <p:cNvPr id="28" name="Planned milestone"/>
          <p:cNvSpPr/>
          <p:nvPr/>
        </p:nvSpPr>
        <p:spPr>
          <a:xfrm>
            <a:off x="5097780" y="1442466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29" name="01/27"/>
          <p:cNvSpPr/>
          <p:nvPr/>
        </p:nvSpPr>
        <p:spPr>
          <a:xfrm>
            <a:off x="1828800" y="145161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01/27</a:t>
            </a:r>
          </a:p>
        </p:txBody>
      </p:sp>
      <p:sp>
        <p:nvSpPr>
          <p:cNvPr id="30" name="Shape"/>
          <p:cNvSpPr/>
          <p:nvPr/>
        </p:nvSpPr>
        <p:spPr>
          <a:xfrm>
            <a:off x="4206240" y="1472184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31" name="Beta release"/>
          <p:cNvSpPr/>
          <p:nvPr/>
        </p:nvSpPr>
        <p:spPr>
          <a:xfrm>
            <a:off x="5394960" y="145161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Beta release</a:t>
            </a:r>
          </a:p>
        </p:txBody>
      </p:sp>
      <p:sp>
        <p:nvSpPr>
          <p:cNvPr id="32" name="Planned milestone"/>
          <p:cNvSpPr/>
          <p:nvPr/>
        </p:nvSpPr>
        <p:spPr>
          <a:xfrm>
            <a:off x="5097780" y="1593342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33" name="03/27"/>
          <p:cNvSpPr/>
          <p:nvPr/>
        </p:nvSpPr>
        <p:spPr>
          <a:xfrm>
            <a:off x="1828800" y="160248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03/27</a:t>
            </a:r>
          </a:p>
        </p:txBody>
      </p:sp>
      <p:sp>
        <p:nvSpPr>
          <p:cNvPr id="34" name="Shape"/>
          <p:cNvSpPr/>
          <p:nvPr/>
        </p:nvSpPr>
        <p:spPr>
          <a:xfrm>
            <a:off x="4206240" y="1623060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35" name="Release"/>
          <p:cNvSpPr/>
          <p:nvPr/>
        </p:nvSpPr>
        <p:spPr>
          <a:xfrm>
            <a:off x="5394960" y="160248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Release</a:t>
            </a:r>
          </a:p>
        </p:txBody>
      </p:sp>
      <p:sp>
        <p:nvSpPr>
          <p:cNvPr id="36" name="Cooperative Algorithms"/>
          <p:cNvSpPr/>
          <p:nvPr/>
        </p:nvSpPr>
        <p:spPr>
          <a:xfrm>
            <a:off x="19202400" y="5006340"/>
            <a:ext cx="15316200" cy="11887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Algorithms</a:t>
            </a:r>
          </a:p>
        </p:txBody>
      </p:sp>
      <p:sp>
        <p:nvSpPr>
          <p:cNvPr id="37" name="Shape"/>
          <p:cNvSpPr/>
          <p:nvPr/>
        </p:nvSpPr>
        <p:spPr>
          <a:xfrm>
            <a:off x="19202400" y="6446520"/>
            <a:ext cx="1554480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8" name="Shape"/>
          <p:cNvSpPr/>
          <p:nvPr/>
        </p:nvSpPr>
        <p:spPr>
          <a:xfrm>
            <a:off x="21717000" y="7246620"/>
            <a:ext cx="45720" cy="937260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39" name="04/26"/>
          <p:cNvSpPr/>
          <p:nvPr/>
        </p:nvSpPr>
        <p:spPr>
          <a:xfrm>
            <a:off x="19202400" y="69723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04/26</a:t>
            </a:r>
          </a:p>
        </p:txBody>
      </p:sp>
      <p:sp>
        <p:nvSpPr>
          <p:cNvPr id="40" name="Shape"/>
          <p:cNvSpPr/>
          <p:nvPr/>
        </p:nvSpPr>
        <p:spPr>
          <a:xfrm>
            <a:off x="21579840" y="717804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1" name="First ideas on algorithms"/>
          <p:cNvSpPr/>
          <p:nvPr/>
        </p:nvSpPr>
        <p:spPr>
          <a:xfrm>
            <a:off x="22768560" y="69723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First ideas on algorithms</a:t>
            </a:r>
          </a:p>
        </p:txBody>
      </p:sp>
      <p:sp>
        <p:nvSpPr>
          <p:cNvPr id="42" name="06/26"/>
          <p:cNvSpPr/>
          <p:nvPr/>
        </p:nvSpPr>
        <p:spPr>
          <a:xfrm>
            <a:off x="19202400" y="84810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06/26</a:t>
            </a:r>
          </a:p>
        </p:txBody>
      </p:sp>
      <p:sp>
        <p:nvSpPr>
          <p:cNvPr id="43" name="Shape"/>
          <p:cNvSpPr/>
          <p:nvPr/>
        </p:nvSpPr>
        <p:spPr>
          <a:xfrm>
            <a:off x="21579840" y="868680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4" name="Initial `reduce` implementation"/>
          <p:cNvSpPr/>
          <p:nvPr/>
        </p:nvSpPr>
        <p:spPr>
          <a:xfrm>
            <a:off x="22768560" y="84810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Initial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reduce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 implementation</a:t>
            </a:r>
          </a:p>
        </p:txBody>
      </p:sp>
      <p:sp>
        <p:nvSpPr>
          <p:cNvPr id="45" name="07/26"/>
          <p:cNvSpPr/>
          <p:nvPr/>
        </p:nvSpPr>
        <p:spPr>
          <a:xfrm>
            <a:off x="19202400" y="998982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07/26</a:t>
            </a:r>
          </a:p>
        </p:txBody>
      </p:sp>
      <p:sp>
        <p:nvSpPr>
          <p:cNvPr id="46" name="Shape"/>
          <p:cNvSpPr/>
          <p:nvPr/>
        </p:nvSpPr>
        <p:spPr>
          <a:xfrm>
            <a:off x="21579840" y="1019556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7" name="Initial `any_of`, `all_of`, `shuffle` implementation"/>
          <p:cNvSpPr/>
          <p:nvPr/>
        </p:nvSpPr>
        <p:spPr>
          <a:xfrm>
            <a:off x="22768560" y="998982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Initial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any_of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,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all_of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,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shuffle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 implementation</a:t>
            </a:r>
          </a:p>
        </p:txBody>
      </p:sp>
      <p:sp>
        <p:nvSpPr>
          <p:cNvPr id="48" name="11/26"/>
          <p:cNvSpPr/>
          <p:nvPr/>
        </p:nvSpPr>
        <p:spPr>
          <a:xfrm>
            <a:off x="19202400" y="1149858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11/26</a:t>
            </a:r>
          </a:p>
        </p:txBody>
      </p:sp>
      <p:sp>
        <p:nvSpPr>
          <p:cNvPr id="49" name="Shape"/>
          <p:cNvSpPr/>
          <p:nvPr/>
        </p:nvSpPr>
        <p:spPr>
          <a:xfrm>
            <a:off x="21579840" y="1170432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50" name="Finalize design; rework algorithms"/>
          <p:cNvSpPr/>
          <p:nvPr/>
        </p:nvSpPr>
        <p:spPr>
          <a:xfrm>
            <a:off x="22768560" y="1149858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Finalize design; rework algorithms</a:t>
            </a:r>
          </a:p>
        </p:txBody>
      </p:sp>
      <p:sp>
        <p:nvSpPr>
          <p:cNvPr id="51" name="Planned milestone"/>
          <p:cNvSpPr/>
          <p:nvPr/>
        </p:nvSpPr>
        <p:spPr>
          <a:xfrm>
            <a:off x="22471380" y="1291590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52" name="TBD"/>
          <p:cNvSpPr/>
          <p:nvPr/>
        </p:nvSpPr>
        <p:spPr>
          <a:xfrm>
            <a:off x="19202400" y="1300734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TBD</a:t>
            </a:r>
          </a:p>
        </p:txBody>
      </p:sp>
      <p:sp>
        <p:nvSpPr>
          <p:cNvPr id="53" name="Shape"/>
          <p:cNvSpPr/>
          <p:nvPr/>
        </p:nvSpPr>
        <p:spPr>
          <a:xfrm>
            <a:off x="21579840" y="1321308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54" name="Alpha release to gather feedback"/>
          <p:cNvSpPr/>
          <p:nvPr/>
        </p:nvSpPr>
        <p:spPr>
          <a:xfrm>
            <a:off x="22768560" y="1300734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Alpha release to gather feedback</a:t>
            </a:r>
          </a:p>
        </p:txBody>
      </p:sp>
      <p:sp>
        <p:nvSpPr>
          <p:cNvPr id="55" name="Planned milestone"/>
          <p:cNvSpPr/>
          <p:nvPr/>
        </p:nvSpPr>
        <p:spPr>
          <a:xfrm>
            <a:off x="22471380" y="1442466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56" name="TBD"/>
          <p:cNvSpPr/>
          <p:nvPr/>
        </p:nvSpPr>
        <p:spPr>
          <a:xfrm>
            <a:off x="19202400" y="145161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TBD</a:t>
            </a:r>
          </a:p>
        </p:txBody>
      </p:sp>
      <p:sp>
        <p:nvSpPr>
          <p:cNvPr id="57" name="Shape"/>
          <p:cNvSpPr/>
          <p:nvPr/>
        </p:nvSpPr>
        <p:spPr>
          <a:xfrm>
            <a:off x="21579840" y="1472184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58" name="Beta release"/>
          <p:cNvSpPr/>
          <p:nvPr/>
        </p:nvSpPr>
        <p:spPr>
          <a:xfrm>
            <a:off x="22768560" y="145161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Beta release</a:t>
            </a:r>
          </a:p>
        </p:txBody>
      </p:sp>
      <p:sp>
        <p:nvSpPr>
          <p:cNvPr id="59" name="Planned milestone"/>
          <p:cNvSpPr/>
          <p:nvPr/>
        </p:nvSpPr>
        <p:spPr>
          <a:xfrm>
            <a:off x="22471380" y="1593342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60" name="03/27"/>
          <p:cNvSpPr/>
          <p:nvPr/>
        </p:nvSpPr>
        <p:spPr>
          <a:xfrm>
            <a:off x="19202400" y="160248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03/27</a:t>
            </a:r>
          </a:p>
        </p:txBody>
      </p:sp>
      <p:sp>
        <p:nvSpPr>
          <p:cNvPr id="61" name="Shape"/>
          <p:cNvSpPr/>
          <p:nvPr/>
        </p:nvSpPr>
        <p:spPr>
          <a:xfrm>
            <a:off x="21579840" y="1623060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62" name="(Partial) release"/>
          <p:cNvSpPr/>
          <p:nvPr/>
        </p:nvSpPr>
        <p:spPr>
          <a:xfrm>
            <a:off x="22768560" y="160248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(Partial) release</a:t>
            </a:r>
          </a:p>
        </p:txBody>
      </p:sp>
      <p:sp>
        <p:nvSpPr>
          <p:cNvPr id="63" name="TBD = date not yet specified. Dashed milestones are planned."/>
          <p:cNvSpPr/>
          <p:nvPr/>
        </p:nvSpPr>
        <p:spPr>
          <a:xfrm>
            <a:off x="1874520" y="17922240"/>
            <a:ext cx="320040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TBD = date not yet specified. Dashed milestones are planned.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 name="CCCL Cooperative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CCL Cooperative&#10;Groups"/>
          <p:cNvSpPr/>
          <p:nvPr/>
        </p:nvSpPr>
        <p:spPr>
          <a:xfrm>
            <a:off x="18059400" y="2537460"/>
            <a:ext cx="16687800" cy="46863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Groups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 name="What makes them different? — Defini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Definition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Group Definition</a:t>
            </a:r>
          </a:p>
        </p:txBody>
      </p:sp>
      <p:sp>
        <p:nvSpPr>
          <p:cNvPr id="4" name="0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05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Generic Group</a:t>
            </a:r>
          </a:p>
        </p:txBody>
      </p:sp>
      <p:sp>
        <p:nvSpPr>
          <p:cNvPr id="8" name="Groups arbitrary threads."/>
          <p:cNvSpPr/>
          <p:nvPr/>
        </p:nvSpPr>
        <p:spPr>
          <a:xfrm>
            <a:off x="24688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Groups arbitrary threads.</a:t>
            </a:r>
          </a:p>
        </p:txBody>
      </p:sp>
      <p:sp>
        <p:nvSpPr>
          <p:cNvPr id="9" name="Shape"/>
          <p:cNvSpPr/>
          <p:nvPr/>
        </p:nvSpPr>
        <p:spPr>
          <a:xfrm>
            <a:off x="24688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Arbitrary threads"/>
          <p:cNvSpPr/>
          <p:nvPr/>
        </p:nvSpPr>
        <p:spPr>
          <a:xfrm>
            <a:off x="24688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Arbitrary threads</a:t>
            </a:r>
          </a:p>
        </p:txBody>
      </p:sp>
      <p:sp>
        <p:nvSpPr>
          <p:cNvPr id="11" name="Shape"/>
          <p:cNvSpPr/>
          <p:nvPr/>
        </p:nvSpPr>
        <p:spPr>
          <a:xfrm>
            <a:off x="130302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3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14" name="Groups threads within an&#10;upper boundary."/>
          <p:cNvSpPr/>
          <p:nvPr/>
        </p:nvSpPr>
        <p:spPr>
          <a:xfrm>
            <a:off x="136702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Groups threads within an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upper boundary.</a:t>
            </a:r>
          </a:p>
        </p:txBody>
      </p:sp>
      <p:sp>
        <p:nvSpPr>
          <p:cNvPr id="15" name="Shape"/>
          <p:cNvSpPr/>
          <p:nvPr/>
        </p:nvSpPr>
        <p:spPr>
          <a:xfrm>
            <a:off x="136702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Bounded threads"/>
          <p:cNvSpPr/>
          <p:nvPr/>
        </p:nvSpPr>
        <p:spPr>
          <a:xfrm>
            <a:off x="136702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Bounded threads</a:t>
            </a:r>
          </a:p>
        </p:txBody>
      </p:sp>
      <p:sp>
        <p:nvSpPr>
          <p:cNvPr id="17" name="Shape"/>
          <p:cNvSpPr/>
          <p:nvPr/>
        </p:nvSpPr>
        <p:spPr>
          <a:xfrm>
            <a:off x="242316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8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9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20" name="Groups units within an&#10;upper boundary."/>
          <p:cNvSpPr/>
          <p:nvPr/>
        </p:nvSpPr>
        <p:spPr>
          <a:xfrm>
            <a:off x="248716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Groups units within an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upper boundary.</a:t>
            </a:r>
          </a:p>
        </p:txBody>
      </p:sp>
      <p:sp>
        <p:nvSpPr>
          <p:cNvPr id="21" name="Shape"/>
          <p:cNvSpPr/>
          <p:nvPr/>
        </p:nvSpPr>
        <p:spPr>
          <a:xfrm>
            <a:off x="248716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2" name="Bounded units"/>
          <p:cNvSpPr/>
          <p:nvPr/>
        </p:nvSpPr>
        <p:spPr>
          <a:xfrm>
            <a:off x="248716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Bounded units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 name="What makes them different? — Thread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Definition · Arbitrary thread selection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Group Definition · Arbitrary thread selection</a:t>
            </a:r>
          </a:p>
        </p:txBody>
      </p:sp>
      <p:sp>
        <p:nvSpPr>
          <p:cNvPr id="4" name="0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06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Generic Group</a:t>
            </a:r>
          </a:p>
        </p:txBody>
      </p:sp>
      <p:sp>
        <p:nvSpPr>
          <p:cNvPr id="7" name="Block 0"/>
          <p:cNvSpPr/>
          <p:nvPr/>
        </p:nvSpPr>
        <p:spPr>
          <a:xfrm>
            <a:off x="23317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8" name="Block 0: 128 threads"/>
          <p:cNvSpPr/>
          <p:nvPr/>
        </p:nvSpPr>
        <p:spPr>
          <a:xfrm>
            <a:off x="23317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Thread 0 (block 0, warp 0)"/>
          <p:cNvSpPr/>
          <p:nvPr/>
        </p:nvSpPr>
        <p:spPr>
          <a:xfrm>
            <a:off x="26517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" name="Thread 1 (block 0, warp 0) selected"/>
          <p:cNvSpPr/>
          <p:nvPr/>
        </p:nvSpPr>
        <p:spPr>
          <a:xfrm>
            <a:off x="310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Thread 2 (block 0, warp 0)"/>
          <p:cNvSpPr/>
          <p:nvPr/>
        </p:nvSpPr>
        <p:spPr>
          <a:xfrm>
            <a:off x="35661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" name="Thread 3 (block 0, warp 0)"/>
          <p:cNvSpPr/>
          <p:nvPr/>
        </p:nvSpPr>
        <p:spPr>
          <a:xfrm>
            <a:off x="40233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" name="Thread 4 (block 0, warp 0)"/>
          <p:cNvSpPr/>
          <p:nvPr/>
        </p:nvSpPr>
        <p:spPr>
          <a:xfrm>
            <a:off x="44805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" name="Thread 5 (block 0, warp 0)"/>
          <p:cNvSpPr/>
          <p:nvPr/>
        </p:nvSpPr>
        <p:spPr>
          <a:xfrm>
            <a:off x="49377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" name="Thread 6 (block 0, warp 0) selected"/>
          <p:cNvSpPr/>
          <p:nvPr/>
        </p:nvSpPr>
        <p:spPr>
          <a:xfrm>
            <a:off x="539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7 (block 0, warp 0)"/>
          <p:cNvSpPr/>
          <p:nvPr/>
        </p:nvSpPr>
        <p:spPr>
          <a:xfrm>
            <a:off x="58521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" name="Thread 8 (block 0, warp 0)"/>
          <p:cNvSpPr/>
          <p:nvPr/>
        </p:nvSpPr>
        <p:spPr>
          <a:xfrm>
            <a:off x="26517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" name="Thread 9 (block 0, warp 0)"/>
          <p:cNvSpPr/>
          <p:nvPr/>
        </p:nvSpPr>
        <p:spPr>
          <a:xfrm>
            <a:off x="31089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" name="Thread 10 (block 0, warp 0)"/>
          <p:cNvSpPr/>
          <p:nvPr/>
        </p:nvSpPr>
        <p:spPr>
          <a:xfrm>
            <a:off x="35661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" name="Thread 11 (block 0, warp 0) selected"/>
          <p:cNvSpPr/>
          <p:nvPr/>
        </p:nvSpPr>
        <p:spPr>
          <a:xfrm>
            <a:off x="402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2 (block 0, warp 0)"/>
          <p:cNvSpPr/>
          <p:nvPr/>
        </p:nvSpPr>
        <p:spPr>
          <a:xfrm>
            <a:off x="44805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" name="Thread 13 (block 0, warp 0)"/>
          <p:cNvSpPr/>
          <p:nvPr/>
        </p:nvSpPr>
        <p:spPr>
          <a:xfrm>
            <a:off x="49377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" name="Thread 14 (block 0, warp 0)"/>
          <p:cNvSpPr/>
          <p:nvPr/>
        </p:nvSpPr>
        <p:spPr>
          <a:xfrm>
            <a:off x="53949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" name="Thread 15 (block 0, warp 0)"/>
          <p:cNvSpPr/>
          <p:nvPr/>
        </p:nvSpPr>
        <p:spPr>
          <a:xfrm>
            <a:off x="58521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" name="Thread 16 (block 0, warp 0)"/>
          <p:cNvSpPr/>
          <p:nvPr/>
        </p:nvSpPr>
        <p:spPr>
          <a:xfrm>
            <a:off x="26517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" name="Thread 17 (block 0, warp 0)"/>
          <p:cNvSpPr/>
          <p:nvPr/>
        </p:nvSpPr>
        <p:spPr>
          <a:xfrm>
            <a:off x="31089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" name="Thread 18 (block 0, warp 0)"/>
          <p:cNvSpPr/>
          <p:nvPr/>
        </p:nvSpPr>
        <p:spPr>
          <a:xfrm>
            <a:off x="35661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" name="Thread 19 (block 0, warp 0)"/>
          <p:cNvSpPr/>
          <p:nvPr/>
        </p:nvSpPr>
        <p:spPr>
          <a:xfrm>
            <a:off x="40233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" name="Thread 20 (block 0, warp 0) selected"/>
          <p:cNvSpPr/>
          <p:nvPr/>
        </p:nvSpPr>
        <p:spPr>
          <a:xfrm>
            <a:off x="448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21 (block 0, warp 0)"/>
          <p:cNvSpPr/>
          <p:nvPr/>
        </p:nvSpPr>
        <p:spPr>
          <a:xfrm>
            <a:off x="49377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" name="Thread 22 (block 0, warp 0)"/>
          <p:cNvSpPr/>
          <p:nvPr/>
        </p:nvSpPr>
        <p:spPr>
          <a:xfrm>
            <a:off x="53949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" name="Thread 23 (block 0, warp 0)"/>
          <p:cNvSpPr/>
          <p:nvPr/>
        </p:nvSpPr>
        <p:spPr>
          <a:xfrm>
            <a:off x="58521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" name="Thread 24 (block 0, warp 0)"/>
          <p:cNvSpPr/>
          <p:nvPr/>
        </p:nvSpPr>
        <p:spPr>
          <a:xfrm>
            <a:off x="26517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" name="Thread 25 (block 0, warp 0)"/>
          <p:cNvSpPr/>
          <p:nvPr/>
        </p:nvSpPr>
        <p:spPr>
          <a:xfrm>
            <a:off x="31089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" name="Thread 26 (block 0, warp 0)"/>
          <p:cNvSpPr/>
          <p:nvPr/>
        </p:nvSpPr>
        <p:spPr>
          <a:xfrm>
            <a:off x="35661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" name="Thread 27 (block 0, warp 0)"/>
          <p:cNvSpPr/>
          <p:nvPr/>
        </p:nvSpPr>
        <p:spPr>
          <a:xfrm>
            <a:off x="40233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" name="Thread 28 (block 0, warp 0) selected"/>
          <p:cNvSpPr/>
          <p:nvPr/>
        </p:nvSpPr>
        <p:spPr>
          <a:xfrm>
            <a:off x="448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9 (block 0, warp 0)"/>
          <p:cNvSpPr/>
          <p:nvPr/>
        </p:nvSpPr>
        <p:spPr>
          <a:xfrm>
            <a:off x="49377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" name="Thread 30 (block 0, warp 0)"/>
          <p:cNvSpPr/>
          <p:nvPr/>
        </p:nvSpPr>
        <p:spPr>
          <a:xfrm>
            <a:off x="53949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" name="Thread 31 (block 0, warp 0)"/>
          <p:cNvSpPr/>
          <p:nvPr/>
        </p:nvSpPr>
        <p:spPr>
          <a:xfrm>
            <a:off x="58521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" name="Thread 32 (block 0, warp 1)"/>
          <p:cNvSpPr/>
          <p:nvPr/>
        </p:nvSpPr>
        <p:spPr>
          <a:xfrm>
            <a:off x="2651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" name="Thread 33 (block 0, warp 1)"/>
          <p:cNvSpPr/>
          <p:nvPr/>
        </p:nvSpPr>
        <p:spPr>
          <a:xfrm>
            <a:off x="3108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" name="Thread 34 (block 0, warp 1)"/>
          <p:cNvSpPr/>
          <p:nvPr/>
        </p:nvSpPr>
        <p:spPr>
          <a:xfrm>
            <a:off x="3566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" name="Thread 35 (block 0, warp 1)"/>
          <p:cNvSpPr/>
          <p:nvPr/>
        </p:nvSpPr>
        <p:spPr>
          <a:xfrm>
            <a:off x="4023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6 (block 0, warp 1)"/>
          <p:cNvSpPr/>
          <p:nvPr/>
        </p:nvSpPr>
        <p:spPr>
          <a:xfrm>
            <a:off x="4480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7 (block 0, warp 1)"/>
          <p:cNvSpPr/>
          <p:nvPr/>
        </p:nvSpPr>
        <p:spPr>
          <a:xfrm>
            <a:off x="4937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8 (block 0, warp 1)"/>
          <p:cNvSpPr/>
          <p:nvPr/>
        </p:nvSpPr>
        <p:spPr>
          <a:xfrm>
            <a:off x="5394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9 (block 0, warp 1) selected"/>
          <p:cNvSpPr/>
          <p:nvPr/>
        </p:nvSpPr>
        <p:spPr>
          <a:xfrm>
            <a:off x="58521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40 (block 0, warp 1)"/>
          <p:cNvSpPr/>
          <p:nvPr/>
        </p:nvSpPr>
        <p:spPr>
          <a:xfrm>
            <a:off x="2651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41 (block 0, warp 1)"/>
          <p:cNvSpPr/>
          <p:nvPr/>
        </p:nvSpPr>
        <p:spPr>
          <a:xfrm>
            <a:off x="3108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42 (block 0, warp 1) selected"/>
          <p:cNvSpPr/>
          <p:nvPr/>
        </p:nvSpPr>
        <p:spPr>
          <a:xfrm>
            <a:off x="35661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43 (block 0, warp 1)"/>
          <p:cNvSpPr/>
          <p:nvPr/>
        </p:nvSpPr>
        <p:spPr>
          <a:xfrm>
            <a:off x="4023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4 (block 0, warp 1)"/>
          <p:cNvSpPr/>
          <p:nvPr/>
        </p:nvSpPr>
        <p:spPr>
          <a:xfrm>
            <a:off x="4480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5 (block 0, warp 1)"/>
          <p:cNvSpPr/>
          <p:nvPr/>
        </p:nvSpPr>
        <p:spPr>
          <a:xfrm>
            <a:off x="4937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6 (block 0, warp 1)"/>
          <p:cNvSpPr/>
          <p:nvPr/>
        </p:nvSpPr>
        <p:spPr>
          <a:xfrm>
            <a:off x="5394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7 (block 0, warp 1)"/>
          <p:cNvSpPr/>
          <p:nvPr/>
        </p:nvSpPr>
        <p:spPr>
          <a:xfrm>
            <a:off x="5852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8 (block 0, warp 1)"/>
          <p:cNvSpPr/>
          <p:nvPr/>
        </p:nvSpPr>
        <p:spPr>
          <a:xfrm>
            <a:off x="2651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9 (block 0, warp 1)"/>
          <p:cNvSpPr/>
          <p:nvPr/>
        </p:nvSpPr>
        <p:spPr>
          <a:xfrm>
            <a:off x="3108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50 (block 0, warp 1)"/>
          <p:cNvSpPr/>
          <p:nvPr/>
        </p:nvSpPr>
        <p:spPr>
          <a:xfrm>
            <a:off x="3566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51 (block 0, warp 1)"/>
          <p:cNvSpPr/>
          <p:nvPr/>
        </p:nvSpPr>
        <p:spPr>
          <a:xfrm>
            <a:off x="4023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52 (block 0, warp 1)"/>
          <p:cNvSpPr/>
          <p:nvPr/>
        </p:nvSpPr>
        <p:spPr>
          <a:xfrm>
            <a:off x="4480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3 (block 0, warp 1) selected"/>
          <p:cNvSpPr/>
          <p:nvPr/>
        </p:nvSpPr>
        <p:spPr>
          <a:xfrm>
            <a:off x="49377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54 (block 0, warp 1)"/>
          <p:cNvSpPr/>
          <p:nvPr/>
        </p:nvSpPr>
        <p:spPr>
          <a:xfrm>
            <a:off x="5394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5 (block 0, warp 1)"/>
          <p:cNvSpPr/>
          <p:nvPr/>
        </p:nvSpPr>
        <p:spPr>
          <a:xfrm>
            <a:off x="5852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6 (block 0, warp 1)"/>
          <p:cNvSpPr/>
          <p:nvPr/>
        </p:nvSpPr>
        <p:spPr>
          <a:xfrm>
            <a:off x="2651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7 (block 0, warp 1)"/>
          <p:cNvSpPr/>
          <p:nvPr/>
        </p:nvSpPr>
        <p:spPr>
          <a:xfrm>
            <a:off x="3108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8 (block 0, warp 1)"/>
          <p:cNvSpPr/>
          <p:nvPr/>
        </p:nvSpPr>
        <p:spPr>
          <a:xfrm>
            <a:off x="3566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9 (block 0, warp 1)"/>
          <p:cNvSpPr/>
          <p:nvPr/>
        </p:nvSpPr>
        <p:spPr>
          <a:xfrm>
            <a:off x="40233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60 (block 0, warp 1) selected"/>
          <p:cNvSpPr/>
          <p:nvPr/>
        </p:nvSpPr>
        <p:spPr>
          <a:xfrm>
            <a:off x="44805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61 (block 0, warp 1)"/>
          <p:cNvSpPr/>
          <p:nvPr/>
        </p:nvSpPr>
        <p:spPr>
          <a:xfrm>
            <a:off x="4937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62 (block 0, warp 1)"/>
          <p:cNvSpPr/>
          <p:nvPr/>
        </p:nvSpPr>
        <p:spPr>
          <a:xfrm>
            <a:off x="5394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3 (block 0, warp 1)"/>
          <p:cNvSpPr/>
          <p:nvPr/>
        </p:nvSpPr>
        <p:spPr>
          <a:xfrm>
            <a:off x="5852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4 (block 0, warp 2)"/>
          <p:cNvSpPr/>
          <p:nvPr/>
        </p:nvSpPr>
        <p:spPr>
          <a:xfrm>
            <a:off x="26517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" name="Thread 65 (block 0, warp 2)"/>
          <p:cNvSpPr/>
          <p:nvPr/>
        </p:nvSpPr>
        <p:spPr>
          <a:xfrm>
            <a:off x="31089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" name="Thread 66 (block 0, warp 2) selected"/>
          <p:cNvSpPr/>
          <p:nvPr/>
        </p:nvSpPr>
        <p:spPr>
          <a:xfrm>
            <a:off x="356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67 (block 0, warp 2)"/>
          <p:cNvSpPr/>
          <p:nvPr/>
        </p:nvSpPr>
        <p:spPr>
          <a:xfrm>
            <a:off x="40233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" name="Thread 68 (block 0, warp 2)"/>
          <p:cNvSpPr/>
          <p:nvPr/>
        </p:nvSpPr>
        <p:spPr>
          <a:xfrm>
            <a:off x="44805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" name="Thread 69 (block 0, warp 2)"/>
          <p:cNvSpPr/>
          <p:nvPr/>
        </p:nvSpPr>
        <p:spPr>
          <a:xfrm>
            <a:off x="49377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" name="Thread 70 (block 0, warp 2)"/>
          <p:cNvSpPr/>
          <p:nvPr/>
        </p:nvSpPr>
        <p:spPr>
          <a:xfrm>
            <a:off x="53949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" name="Thread 71 (block 0, warp 2)"/>
          <p:cNvSpPr/>
          <p:nvPr/>
        </p:nvSpPr>
        <p:spPr>
          <a:xfrm>
            <a:off x="58521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1" name="Thread 72 (block 0, warp 2)"/>
          <p:cNvSpPr/>
          <p:nvPr/>
        </p:nvSpPr>
        <p:spPr>
          <a:xfrm>
            <a:off x="26517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2" name="Thread 73 (block 0, warp 2)"/>
          <p:cNvSpPr/>
          <p:nvPr/>
        </p:nvSpPr>
        <p:spPr>
          <a:xfrm>
            <a:off x="31089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3" name="Thread 74 (block 0, warp 2)"/>
          <p:cNvSpPr/>
          <p:nvPr/>
        </p:nvSpPr>
        <p:spPr>
          <a:xfrm>
            <a:off x="35661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4" name="Thread 75 (block 0, warp 2) selected"/>
          <p:cNvSpPr/>
          <p:nvPr/>
        </p:nvSpPr>
        <p:spPr>
          <a:xfrm>
            <a:off x="402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6 (block 0, warp 2)"/>
          <p:cNvSpPr/>
          <p:nvPr/>
        </p:nvSpPr>
        <p:spPr>
          <a:xfrm>
            <a:off x="44805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6" name="Thread 77 (block 0, warp 2)"/>
          <p:cNvSpPr/>
          <p:nvPr/>
        </p:nvSpPr>
        <p:spPr>
          <a:xfrm>
            <a:off x="49377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7" name="Thread 78 (block 0, warp 2)"/>
          <p:cNvSpPr/>
          <p:nvPr/>
        </p:nvSpPr>
        <p:spPr>
          <a:xfrm>
            <a:off x="53949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8" name="Thread 79 (block 0, warp 2)"/>
          <p:cNvSpPr/>
          <p:nvPr/>
        </p:nvSpPr>
        <p:spPr>
          <a:xfrm>
            <a:off x="58521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9" name="Thread 80 (block 0, warp 2)"/>
          <p:cNvSpPr/>
          <p:nvPr/>
        </p:nvSpPr>
        <p:spPr>
          <a:xfrm>
            <a:off x="26517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0" name="Thread 81 (block 0, warp 2) selected"/>
          <p:cNvSpPr/>
          <p:nvPr/>
        </p:nvSpPr>
        <p:spPr>
          <a:xfrm>
            <a:off x="310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82 (block 0, warp 2)"/>
          <p:cNvSpPr/>
          <p:nvPr/>
        </p:nvSpPr>
        <p:spPr>
          <a:xfrm>
            <a:off x="35661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2" name="Thread 83 (block 0, warp 2)"/>
          <p:cNvSpPr/>
          <p:nvPr/>
        </p:nvSpPr>
        <p:spPr>
          <a:xfrm>
            <a:off x="40233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3" name="Thread 84 (block 0, warp 2)"/>
          <p:cNvSpPr/>
          <p:nvPr/>
        </p:nvSpPr>
        <p:spPr>
          <a:xfrm>
            <a:off x="44805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4" name="Thread 85 (block 0, warp 2)"/>
          <p:cNvSpPr/>
          <p:nvPr/>
        </p:nvSpPr>
        <p:spPr>
          <a:xfrm>
            <a:off x="49377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5" name="Thread 86 (block 0, warp 2)"/>
          <p:cNvSpPr/>
          <p:nvPr/>
        </p:nvSpPr>
        <p:spPr>
          <a:xfrm>
            <a:off x="53949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6" name="Thread 87 (block 0, warp 2)"/>
          <p:cNvSpPr/>
          <p:nvPr/>
        </p:nvSpPr>
        <p:spPr>
          <a:xfrm>
            <a:off x="58521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7" name="Thread 88 (block 0, warp 2)"/>
          <p:cNvSpPr/>
          <p:nvPr/>
        </p:nvSpPr>
        <p:spPr>
          <a:xfrm>
            <a:off x="26517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8" name="Thread 89 (block 0, warp 2)"/>
          <p:cNvSpPr/>
          <p:nvPr/>
        </p:nvSpPr>
        <p:spPr>
          <a:xfrm>
            <a:off x="31089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9" name="Thread 90 (block 0, warp 2)"/>
          <p:cNvSpPr/>
          <p:nvPr/>
        </p:nvSpPr>
        <p:spPr>
          <a:xfrm>
            <a:off x="35661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0" name="Thread 91 (block 0, warp 2)"/>
          <p:cNvSpPr/>
          <p:nvPr/>
        </p:nvSpPr>
        <p:spPr>
          <a:xfrm>
            <a:off x="40233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1" name="Thread 92 (block 0, warp 2)"/>
          <p:cNvSpPr/>
          <p:nvPr/>
        </p:nvSpPr>
        <p:spPr>
          <a:xfrm>
            <a:off x="44805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2" name="Thread 93 (block 0, warp 2) selected"/>
          <p:cNvSpPr/>
          <p:nvPr/>
        </p:nvSpPr>
        <p:spPr>
          <a:xfrm>
            <a:off x="493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94 (block 0, warp 2)"/>
          <p:cNvSpPr/>
          <p:nvPr/>
        </p:nvSpPr>
        <p:spPr>
          <a:xfrm>
            <a:off x="53949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4" name="Thread 95 (block 0, warp 2)"/>
          <p:cNvSpPr/>
          <p:nvPr/>
        </p:nvSpPr>
        <p:spPr>
          <a:xfrm>
            <a:off x="58521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5" name="Thread 96 (block 0, warp 3)"/>
          <p:cNvSpPr/>
          <p:nvPr/>
        </p:nvSpPr>
        <p:spPr>
          <a:xfrm>
            <a:off x="2651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6" name="Thread 97 (block 0, warp 3)"/>
          <p:cNvSpPr/>
          <p:nvPr/>
        </p:nvSpPr>
        <p:spPr>
          <a:xfrm>
            <a:off x="3108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7" name="Thread 98 (block 0, warp 3)"/>
          <p:cNvSpPr/>
          <p:nvPr/>
        </p:nvSpPr>
        <p:spPr>
          <a:xfrm>
            <a:off x="3566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8" name="Thread 99 (block 0, warp 3)"/>
          <p:cNvSpPr/>
          <p:nvPr/>
        </p:nvSpPr>
        <p:spPr>
          <a:xfrm>
            <a:off x="40233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9" name="Thread 100 (block 0, warp 3) selected"/>
          <p:cNvSpPr/>
          <p:nvPr/>
        </p:nvSpPr>
        <p:spPr>
          <a:xfrm>
            <a:off x="44805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101 (block 0, warp 3)"/>
          <p:cNvSpPr/>
          <p:nvPr/>
        </p:nvSpPr>
        <p:spPr>
          <a:xfrm>
            <a:off x="4937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1" name="Thread 102 (block 0, warp 3)"/>
          <p:cNvSpPr/>
          <p:nvPr/>
        </p:nvSpPr>
        <p:spPr>
          <a:xfrm>
            <a:off x="5394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2" name="Thread 103 (block 0, warp 3)"/>
          <p:cNvSpPr/>
          <p:nvPr/>
        </p:nvSpPr>
        <p:spPr>
          <a:xfrm>
            <a:off x="5852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104 (block 0, warp 3)"/>
          <p:cNvSpPr/>
          <p:nvPr/>
        </p:nvSpPr>
        <p:spPr>
          <a:xfrm>
            <a:off x="2651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105 (block 0, warp 3)"/>
          <p:cNvSpPr/>
          <p:nvPr/>
        </p:nvSpPr>
        <p:spPr>
          <a:xfrm>
            <a:off x="3108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106 (block 0, warp 3)"/>
          <p:cNvSpPr/>
          <p:nvPr/>
        </p:nvSpPr>
        <p:spPr>
          <a:xfrm>
            <a:off x="3566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7 (block 0, warp 3)"/>
          <p:cNvSpPr/>
          <p:nvPr/>
        </p:nvSpPr>
        <p:spPr>
          <a:xfrm>
            <a:off x="40233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8 (block 0, warp 3) selected"/>
          <p:cNvSpPr/>
          <p:nvPr/>
        </p:nvSpPr>
        <p:spPr>
          <a:xfrm>
            <a:off x="44805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109 (block 0, warp 3)"/>
          <p:cNvSpPr/>
          <p:nvPr/>
        </p:nvSpPr>
        <p:spPr>
          <a:xfrm>
            <a:off x="4937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10 (block 0, warp 3)"/>
          <p:cNvSpPr/>
          <p:nvPr/>
        </p:nvSpPr>
        <p:spPr>
          <a:xfrm>
            <a:off x="5394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11 (block 0, warp 3)"/>
          <p:cNvSpPr/>
          <p:nvPr/>
        </p:nvSpPr>
        <p:spPr>
          <a:xfrm>
            <a:off x="5852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12 (block 0, warp 3)"/>
          <p:cNvSpPr/>
          <p:nvPr/>
        </p:nvSpPr>
        <p:spPr>
          <a:xfrm>
            <a:off x="2651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13 (block 0, warp 3)"/>
          <p:cNvSpPr/>
          <p:nvPr/>
        </p:nvSpPr>
        <p:spPr>
          <a:xfrm>
            <a:off x="3108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14 (block 0, warp 3)"/>
          <p:cNvSpPr/>
          <p:nvPr/>
        </p:nvSpPr>
        <p:spPr>
          <a:xfrm>
            <a:off x="3566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15 (block 0, warp 3)"/>
          <p:cNvSpPr/>
          <p:nvPr/>
        </p:nvSpPr>
        <p:spPr>
          <a:xfrm>
            <a:off x="4023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16 (block 0, warp 3)"/>
          <p:cNvSpPr/>
          <p:nvPr/>
        </p:nvSpPr>
        <p:spPr>
          <a:xfrm>
            <a:off x="4480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7 (block 0, warp 3)"/>
          <p:cNvSpPr/>
          <p:nvPr/>
        </p:nvSpPr>
        <p:spPr>
          <a:xfrm>
            <a:off x="4937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8 (block 0, warp 3)"/>
          <p:cNvSpPr/>
          <p:nvPr/>
        </p:nvSpPr>
        <p:spPr>
          <a:xfrm>
            <a:off x="5394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9 (block 0, warp 3) selected"/>
          <p:cNvSpPr/>
          <p:nvPr/>
        </p:nvSpPr>
        <p:spPr>
          <a:xfrm>
            <a:off x="58521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20 (block 0, warp 3)"/>
          <p:cNvSpPr/>
          <p:nvPr/>
        </p:nvSpPr>
        <p:spPr>
          <a:xfrm>
            <a:off x="2651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21 (block 0, warp 3)"/>
          <p:cNvSpPr/>
          <p:nvPr/>
        </p:nvSpPr>
        <p:spPr>
          <a:xfrm>
            <a:off x="3108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22 (block 0, warp 3)"/>
          <p:cNvSpPr/>
          <p:nvPr/>
        </p:nvSpPr>
        <p:spPr>
          <a:xfrm>
            <a:off x="3566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23 (block 0, warp 3)"/>
          <p:cNvSpPr/>
          <p:nvPr/>
        </p:nvSpPr>
        <p:spPr>
          <a:xfrm>
            <a:off x="40233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24 (block 0, warp 3)"/>
          <p:cNvSpPr/>
          <p:nvPr/>
        </p:nvSpPr>
        <p:spPr>
          <a:xfrm>
            <a:off x="4480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25 (block 0, warp 3)"/>
          <p:cNvSpPr/>
          <p:nvPr/>
        </p:nvSpPr>
        <p:spPr>
          <a:xfrm>
            <a:off x="4937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26 (block 0, warp 3) selected"/>
          <p:cNvSpPr/>
          <p:nvPr/>
        </p:nvSpPr>
        <p:spPr>
          <a:xfrm>
            <a:off x="53949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27 (block 0, warp 3)"/>
          <p:cNvSpPr/>
          <p:nvPr/>
        </p:nvSpPr>
        <p:spPr>
          <a:xfrm>
            <a:off x="5852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Block 1"/>
          <p:cNvSpPr/>
          <p:nvPr/>
        </p:nvSpPr>
        <p:spPr>
          <a:xfrm>
            <a:off x="74980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38" name="Block 1: 128 threads"/>
          <p:cNvSpPr/>
          <p:nvPr/>
        </p:nvSpPr>
        <p:spPr>
          <a:xfrm>
            <a:off x="74980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39" name="Thread 0 (block 1, warp 0)"/>
          <p:cNvSpPr/>
          <p:nvPr/>
        </p:nvSpPr>
        <p:spPr>
          <a:xfrm>
            <a:off x="7818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0" name="Thread 1 (block 1, warp 0)"/>
          <p:cNvSpPr/>
          <p:nvPr/>
        </p:nvSpPr>
        <p:spPr>
          <a:xfrm>
            <a:off x="8275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1" name="Thread 2 (block 1, warp 0)"/>
          <p:cNvSpPr/>
          <p:nvPr/>
        </p:nvSpPr>
        <p:spPr>
          <a:xfrm>
            <a:off x="8732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2" name="Thread 3 (block 1, warp 0) selected"/>
          <p:cNvSpPr/>
          <p:nvPr/>
        </p:nvSpPr>
        <p:spPr>
          <a:xfrm>
            <a:off x="91897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4 (block 1, warp 0)"/>
          <p:cNvSpPr/>
          <p:nvPr/>
        </p:nvSpPr>
        <p:spPr>
          <a:xfrm>
            <a:off x="9646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4" name="Thread 5 (block 1, warp 0)"/>
          <p:cNvSpPr/>
          <p:nvPr/>
        </p:nvSpPr>
        <p:spPr>
          <a:xfrm>
            <a:off x="10104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5" name="Thread 6 (block 1, warp 0)"/>
          <p:cNvSpPr/>
          <p:nvPr/>
        </p:nvSpPr>
        <p:spPr>
          <a:xfrm>
            <a:off x="10561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6" name="Thread 7 (block 1, warp 0)"/>
          <p:cNvSpPr/>
          <p:nvPr/>
        </p:nvSpPr>
        <p:spPr>
          <a:xfrm>
            <a:off x="11018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7" name="Thread 8 (block 1, warp 0) selected"/>
          <p:cNvSpPr/>
          <p:nvPr/>
        </p:nvSpPr>
        <p:spPr>
          <a:xfrm>
            <a:off x="7818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Thread 9 (block 1, warp 0)"/>
          <p:cNvSpPr/>
          <p:nvPr/>
        </p:nvSpPr>
        <p:spPr>
          <a:xfrm>
            <a:off x="8275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9" name="Thread 10 (block 1, warp 0)"/>
          <p:cNvSpPr/>
          <p:nvPr/>
        </p:nvSpPr>
        <p:spPr>
          <a:xfrm>
            <a:off x="8732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0" name="Thread 11 (block 1, warp 0)"/>
          <p:cNvSpPr/>
          <p:nvPr/>
        </p:nvSpPr>
        <p:spPr>
          <a:xfrm>
            <a:off x="91897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1" name="Thread 12 (block 1, warp 0)"/>
          <p:cNvSpPr/>
          <p:nvPr/>
        </p:nvSpPr>
        <p:spPr>
          <a:xfrm>
            <a:off x="9646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2" name="Thread 13 (block 1, warp 0)"/>
          <p:cNvSpPr/>
          <p:nvPr/>
        </p:nvSpPr>
        <p:spPr>
          <a:xfrm>
            <a:off x="101041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3" name="Thread 14 (block 1, warp 0)"/>
          <p:cNvSpPr/>
          <p:nvPr/>
        </p:nvSpPr>
        <p:spPr>
          <a:xfrm>
            <a:off x="10561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4" name="Thread 15 (block 1, warp 0)"/>
          <p:cNvSpPr/>
          <p:nvPr/>
        </p:nvSpPr>
        <p:spPr>
          <a:xfrm>
            <a:off x="11018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5" name="Thread 16 (block 1, warp 0)"/>
          <p:cNvSpPr/>
          <p:nvPr/>
        </p:nvSpPr>
        <p:spPr>
          <a:xfrm>
            <a:off x="7818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6" name="Thread 17 (block 1, warp 0)"/>
          <p:cNvSpPr/>
          <p:nvPr/>
        </p:nvSpPr>
        <p:spPr>
          <a:xfrm>
            <a:off x="82753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7" name="Thread 18 (block 1, warp 0)"/>
          <p:cNvSpPr/>
          <p:nvPr/>
        </p:nvSpPr>
        <p:spPr>
          <a:xfrm>
            <a:off x="8732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8" name="Thread 19 (block 1, warp 0) selected"/>
          <p:cNvSpPr/>
          <p:nvPr/>
        </p:nvSpPr>
        <p:spPr>
          <a:xfrm>
            <a:off x="91897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20 (block 1, warp 0)"/>
          <p:cNvSpPr/>
          <p:nvPr/>
        </p:nvSpPr>
        <p:spPr>
          <a:xfrm>
            <a:off x="9646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0" name="Thread 21 (block 1, warp 0)"/>
          <p:cNvSpPr/>
          <p:nvPr/>
        </p:nvSpPr>
        <p:spPr>
          <a:xfrm>
            <a:off x="10104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1" name="Thread 22 (block 1, warp 0) selected"/>
          <p:cNvSpPr/>
          <p:nvPr/>
        </p:nvSpPr>
        <p:spPr>
          <a:xfrm>
            <a:off x="10561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23 (block 1, warp 0)"/>
          <p:cNvSpPr/>
          <p:nvPr/>
        </p:nvSpPr>
        <p:spPr>
          <a:xfrm>
            <a:off x="11018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3" name="Thread 24 (block 1, warp 0)"/>
          <p:cNvSpPr/>
          <p:nvPr/>
        </p:nvSpPr>
        <p:spPr>
          <a:xfrm>
            <a:off x="7818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4" name="Thread 25 (block 1, warp 0)"/>
          <p:cNvSpPr/>
          <p:nvPr/>
        </p:nvSpPr>
        <p:spPr>
          <a:xfrm>
            <a:off x="8275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5" name="Thread 26 (block 1, warp 0)"/>
          <p:cNvSpPr/>
          <p:nvPr/>
        </p:nvSpPr>
        <p:spPr>
          <a:xfrm>
            <a:off x="8732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6" name="Thread 27 (block 1, warp 0)"/>
          <p:cNvSpPr/>
          <p:nvPr/>
        </p:nvSpPr>
        <p:spPr>
          <a:xfrm>
            <a:off x="91897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7" name="Thread 28 (block 1, warp 0)"/>
          <p:cNvSpPr/>
          <p:nvPr/>
        </p:nvSpPr>
        <p:spPr>
          <a:xfrm>
            <a:off x="9646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8" name="Thread 29 (block 1, warp 0)"/>
          <p:cNvSpPr/>
          <p:nvPr/>
        </p:nvSpPr>
        <p:spPr>
          <a:xfrm>
            <a:off x="10104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9" name="Thread 30 (block 1, warp 0)"/>
          <p:cNvSpPr/>
          <p:nvPr/>
        </p:nvSpPr>
        <p:spPr>
          <a:xfrm>
            <a:off x="10561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0" name="Thread 31 (block 1, warp 0)"/>
          <p:cNvSpPr/>
          <p:nvPr/>
        </p:nvSpPr>
        <p:spPr>
          <a:xfrm>
            <a:off x="11018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1" name="Thread 32 (block 1, warp 1)"/>
          <p:cNvSpPr/>
          <p:nvPr/>
        </p:nvSpPr>
        <p:spPr>
          <a:xfrm>
            <a:off x="7818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2" name="Thread 33 (block 1, warp 1) selected"/>
          <p:cNvSpPr/>
          <p:nvPr/>
        </p:nvSpPr>
        <p:spPr>
          <a:xfrm>
            <a:off x="827532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34 (block 1, warp 1)"/>
          <p:cNvSpPr/>
          <p:nvPr/>
        </p:nvSpPr>
        <p:spPr>
          <a:xfrm>
            <a:off x="8732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4" name="Thread 35 (block 1, warp 1)"/>
          <p:cNvSpPr/>
          <p:nvPr/>
        </p:nvSpPr>
        <p:spPr>
          <a:xfrm>
            <a:off x="9189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5" name="Thread 36 (block 1, warp 1)"/>
          <p:cNvSpPr/>
          <p:nvPr/>
        </p:nvSpPr>
        <p:spPr>
          <a:xfrm>
            <a:off x="9646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6" name="Thread 37 (block 1, warp 1)"/>
          <p:cNvSpPr/>
          <p:nvPr/>
        </p:nvSpPr>
        <p:spPr>
          <a:xfrm>
            <a:off x="10104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7" name="Thread 38 (block 1, warp 1) selected"/>
          <p:cNvSpPr/>
          <p:nvPr/>
        </p:nvSpPr>
        <p:spPr>
          <a:xfrm>
            <a:off x="1056132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39 (block 1, warp 1)"/>
          <p:cNvSpPr/>
          <p:nvPr/>
        </p:nvSpPr>
        <p:spPr>
          <a:xfrm>
            <a:off x="11018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9" name="Thread 40 (block 1, warp 1)"/>
          <p:cNvSpPr/>
          <p:nvPr/>
        </p:nvSpPr>
        <p:spPr>
          <a:xfrm>
            <a:off x="7818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0" name="Thread 41 (block 1, warp 1)"/>
          <p:cNvSpPr/>
          <p:nvPr/>
        </p:nvSpPr>
        <p:spPr>
          <a:xfrm>
            <a:off x="8275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1" name="Thread 42 (block 1, warp 1)"/>
          <p:cNvSpPr/>
          <p:nvPr/>
        </p:nvSpPr>
        <p:spPr>
          <a:xfrm>
            <a:off x="8732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2" name="Thread 43 (block 1, warp 1)"/>
          <p:cNvSpPr/>
          <p:nvPr/>
        </p:nvSpPr>
        <p:spPr>
          <a:xfrm>
            <a:off x="9189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3" name="Thread 44 (block 1, warp 1)"/>
          <p:cNvSpPr/>
          <p:nvPr/>
        </p:nvSpPr>
        <p:spPr>
          <a:xfrm>
            <a:off x="9646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4" name="Thread 45 (block 1, warp 1)"/>
          <p:cNvSpPr/>
          <p:nvPr/>
        </p:nvSpPr>
        <p:spPr>
          <a:xfrm>
            <a:off x="10104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5" name="Thread 46 (block 1, warp 1) selected"/>
          <p:cNvSpPr/>
          <p:nvPr/>
        </p:nvSpPr>
        <p:spPr>
          <a:xfrm>
            <a:off x="1056132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Thread 47 (block 1, warp 1)"/>
          <p:cNvSpPr/>
          <p:nvPr/>
        </p:nvSpPr>
        <p:spPr>
          <a:xfrm>
            <a:off x="11018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7" name="Thread 48 (block 1, warp 1)"/>
          <p:cNvSpPr/>
          <p:nvPr/>
        </p:nvSpPr>
        <p:spPr>
          <a:xfrm>
            <a:off x="7818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49 (block 1, warp 1)"/>
          <p:cNvSpPr/>
          <p:nvPr/>
        </p:nvSpPr>
        <p:spPr>
          <a:xfrm>
            <a:off x="8275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50 (block 1, warp 1)"/>
          <p:cNvSpPr/>
          <p:nvPr/>
        </p:nvSpPr>
        <p:spPr>
          <a:xfrm>
            <a:off x="8732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51 (block 1, warp 1)"/>
          <p:cNvSpPr/>
          <p:nvPr/>
        </p:nvSpPr>
        <p:spPr>
          <a:xfrm>
            <a:off x="9189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52 (block 1, warp 1)"/>
          <p:cNvSpPr/>
          <p:nvPr/>
        </p:nvSpPr>
        <p:spPr>
          <a:xfrm>
            <a:off x="9646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53 (block 1, warp 1)"/>
          <p:cNvSpPr/>
          <p:nvPr/>
        </p:nvSpPr>
        <p:spPr>
          <a:xfrm>
            <a:off x="10104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54 (block 1, warp 1)"/>
          <p:cNvSpPr/>
          <p:nvPr/>
        </p:nvSpPr>
        <p:spPr>
          <a:xfrm>
            <a:off x="10561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55 (block 1, warp 1)"/>
          <p:cNvSpPr/>
          <p:nvPr/>
        </p:nvSpPr>
        <p:spPr>
          <a:xfrm>
            <a:off x="11018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56 (block 1, warp 1)"/>
          <p:cNvSpPr/>
          <p:nvPr/>
        </p:nvSpPr>
        <p:spPr>
          <a:xfrm>
            <a:off x="7818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57 (block 1, warp 1) selected"/>
          <p:cNvSpPr/>
          <p:nvPr/>
        </p:nvSpPr>
        <p:spPr>
          <a:xfrm>
            <a:off x="827532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58 (block 1, warp 1)"/>
          <p:cNvSpPr/>
          <p:nvPr/>
        </p:nvSpPr>
        <p:spPr>
          <a:xfrm>
            <a:off x="8732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59 (block 1, warp 1)"/>
          <p:cNvSpPr/>
          <p:nvPr/>
        </p:nvSpPr>
        <p:spPr>
          <a:xfrm>
            <a:off x="9189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60 (block 1, warp 1)"/>
          <p:cNvSpPr/>
          <p:nvPr/>
        </p:nvSpPr>
        <p:spPr>
          <a:xfrm>
            <a:off x="9646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61 (block 1, warp 1)"/>
          <p:cNvSpPr/>
          <p:nvPr/>
        </p:nvSpPr>
        <p:spPr>
          <a:xfrm>
            <a:off x="10104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62 (block 1, warp 1)"/>
          <p:cNvSpPr/>
          <p:nvPr/>
        </p:nvSpPr>
        <p:spPr>
          <a:xfrm>
            <a:off x="10561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63 (block 1, warp 1)"/>
          <p:cNvSpPr/>
          <p:nvPr/>
        </p:nvSpPr>
        <p:spPr>
          <a:xfrm>
            <a:off x="11018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64 (block 1, warp 2)"/>
          <p:cNvSpPr/>
          <p:nvPr/>
        </p:nvSpPr>
        <p:spPr>
          <a:xfrm>
            <a:off x="7818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4" name="Thread 65 (block 1, warp 2) selected"/>
          <p:cNvSpPr/>
          <p:nvPr/>
        </p:nvSpPr>
        <p:spPr>
          <a:xfrm>
            <a:off x="8275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66 (block 1, warp 2)"/>
          <p:cNvSpPr/>
          <p:nvPr/>
        </p:nvSpPr>
        <p:spPr>
          <a:xfrm>
            <a:off x="8732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6" name="Thread 67 (block 1, warp 2)"/>
          <p:cNvSpPr/>
          <p:nvPr/>
        </p:nvSpPr>
        <p:spPr>
          <a:xfrm>
            <a:off x="91897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7" name="Thread 68 (block 1, warp 2)"/>
          <p:cNvSpPr/>
          <p:nvPr/>
        </p:nvSpPr>
        <p:spPr>
          <a:xfrm>
            <a:off x="9646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8" name="Thread 69 (block 1, warp 2)"/>
          <p:cNvSpPr/>
          <p:nvPr/>
        </p:nvSpPr>
        <p:spPr>
          <a:xfrm>
            <a:off x="10104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9" name="Thread 70 (block 1, warp 2)"/>
          <p:cNvSpPr/>
          <p:nvPr/>
        </p:nvSpPr>
        <p:spPr>
          <a:xfrm>
            <a:off x="105613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0" name="Thread 71 (block 1, warp 2)"/>
          <p:cNvSpPr/>
          <p:nvPr/>
        </p:nvSpPr>
        <p:spPr>
          <a:xfrm>
            <a:off x="11018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72 (block 1, warp 2)"/>
          <p:cNvSpPr/>
          <p:nvPr/>
        </p:nvSpPr>
        <p:spPr>
          <a:xfrm>
            <a:off x="7818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2" name="Thread 73 (block 1, warp 2) selected"/>
          <p:cNvSpPr/>
          <p:nvPr/>
        </p:nvSpPr>
        <p:spPr>
          <a:xfrm>
            <a:off x="8275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74 (block 1, warp 2)"/>
          <p:cNvSpPr/>
          <p:nvPr/>
        </p:nvSpPr>
        <p:spPr>
          <a:xfrm>
            <a:off x="8732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4" name="Thread 75 (block 1, warp 2)"/>
          <p:cNvSpPr/>
          <p:nvPr/>
        </p:nvSpPr>
        <p:spPr>
          <a:xfrm>
            <a:off x="91897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5" name="Thread 76 (block 1, warp 2)"/>
          <p:cNvSpPr/>
          <p:nvPr/>
        </p:nvSpPr>
        <p:spPr>
          <a:xfrm>
            <a:off x="9646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6" name="Thread 77 (block 1, warp 2)"/>
          <p:cNvSpPr/>
          <p:nvPr/>
        </p:nvSpPr>
        <p:spPr>
          <a:xfrm>
            <a:off x="10104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7" name="Thread 78 (block 1, warp 2)"/>
          <p:cNvSpPr/>
          <p:nvPr/>
        </p:nvSpPr>
        <p:spPr>
          <a:xfrm>
            <a:off x="105613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8" name="Thread 79 (block 1, warp 2)"/>
          <p:cNvSpPr/>
          <p:nvPr/>
        </p:nvSpPr>
        <p:spPr>
          <a:xfrm>
            <a:off x="11018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9" name="Thread 80 (block 1, warp 2)"/>
          <p:cNvSpPr/>
          <p:nvPr/>
        </p:nvSpPr>
        <p:spPr>
          <a:xfrm>
            <a:off x="7818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0" name="Thread 81 (block 1, warp 2)"/>
          <p:cNvSpPr/>
          <p:nvPr/>
        </p:nvSpPr>
        <p:spPr>
          <a:xfrm>
            <a:off x="8275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1" name="Thread 82 (block 1, warp 2)"/>
          <p:cNvSpPr/>
          <p:nvPr/>
        </p:nvSpPr>
        <p:spPr>
          <a:xfrm>
            <a:off x="87325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2" name="Thread 83 (block 1, warp 2)"/>
          <p:cNvSpPr/>
          <p:nvPr/>
        </p:nvSpPr>
        <p:spPr>
          <a:xfrm>
            <a:off x="91897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3" name="Thread 84 (block 1, warp 2)"/>
          <p:cNvSpPr/>
          <p:nvPr/>
        </p:nvSpPr>
        <p:spPr>
          <a:xfrm>
            <a:off x="9646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4" name="Thread 85 (block 1, warp 2)"/>
          <p:cNvSpPr/>
          <p:nvPr/>
        </p:nvSpPr>
        <p:spPr>
          <a:xfrm>
            <a:off x="10104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5" name="Thread 86 (block 1, warp 2)"/>
          <p:cNvSpPr/>
          <p:nvPr/>
        </p:nvSpPr>
        <p:spPr>
          <a:xfrm>
            <a:off x="10561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6" name="Thread 87 (block 1, warp 2) selected"/>
          <p:cNvSpPr/>
          <p:nvPr/>
        </p:nvSpPr>
        <p:spPr>
          <a:xfrm>
            <a:off x="11018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88 (block 1, warp 2)"/>
          <p:cNvSpPr/>
          <p:nvPr/>
        </p:nvSpPr>
        <p:spPr>
          <a:xfrm>
            <a:off x="7818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8" name="Thread 89 (block 1, warp 2)"/>
          <p:cNvSpPr/>
          <p:nvPr/>
        </p:nvSpPr>
        <p:spPr>
          <a:xfrm>
            <a:off x="82753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9" name="Thread 90 (block 1, warp 2)"/>
          <p:cNvSpPr/>
          <p:nvPr/>
        </p:nvSpPr>
        <p:spPr>
          <a:xfrm>
            <a:off x="8732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0" name="Thread 91 (block 1, warp 2)"/>
          <p:cNvSpPr/>
          <p:nvPr/>
        </p:nvSpPr>
        <p:spPr>
          <a:xfrm>
            <a:off x="91897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1" name="Thread 92 (block 1, warp 2)"/>
          <p:cNvSpPr/>
          <p:nvPr/>
        </p:nvSpPr>
        <p:spPr>
          <a:xfrm>
            <a:off x="9646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2" name="Thread 93 (block 1, warp 2)"/>
          <p:cNvSpPr/>
          <p:nvPr/>
        </p:nvSpPr>
        <p:spPr>
          <a:xfrm>
            <a:off x="10104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3" name="Thread 94 (block 1, warp 2) selected"/>
          <p:cNvSpPr/>
          <p:nvPr/>
        </p:nvSpPr>
        <p:spPr>
          <a:xfrm>
            <a:off x="10561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95 (block 1, warp 2)"/>
          <p:cNvSpPr/>
          <p:nvPr/>
        </p:nvSpPr>
        <p:spPr>
          <a:xfrm>
            <a:off x="11018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5" name="Thread 96 (block 1, warp 3)"/>
          <p:cNvSpPr/>
          <p:nvPr/>
        </p:nvSpPr>
        <p:spPr>
          <a:xfrm>
            <a:off x="7818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6" name="Thread 97 (block 1, warp 3)"/>
          <p:cNvSpPr/>
          <p:nvPr/>
        </p:nvSpPr>
        <p:spPr>
          <a:xfrm>
            <a:off x="8275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7" name="Thread 98 (block 1, warp 3)"/>
          <p:cNvSpPr/>
          <p:nvPr/>
        </p:nvSpPr>
        <p:spPr>
          <a:xfrm>
            <a:off x="8732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8" name="Thread 99 (block 1, warp 3)"/>
          <p:cNvSpPr/>
          <p:nvPr/>
        </p:nvSpPr>
        <p:spPr>
          <a:xfrm>
            <a:off x="9189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9" name="Thread 100 (block 1, warp 3)"/>
          <p:cNvSpPr/>
          <p:nvPr/>
        </p:nvSpPr>
        <p:spPr>
          <a:xfrm>
            <a:off x="9646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0" name="Thread 101 (block 1, warp 3)"/>
          <p:cNvSpPr/>
          <p:nvPr/>
        </p:nvSpPr>
        <p:spPr>
          <a:xfrm>
            <a:off x="10104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1" name="Thread 102 (block 1, warp 3)"/>
          <p:cNvSpPr/>
          <p:nvPr/>
        </p:nvSpPr>
        <p:spPr>
          <a:xfrm>
            <a:off x="10561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2" name="Thread 103 (block 1, warp 3) selected"/>
          <p:cNvSpPr/>
          <p:nvPr/>
        </p:nvSpPr>
        <p:spPr>
          <a:xfrm>
            <a:off x="1101852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104 (block 1, warp 3)"/>
          <p:cNvSpPr/>
          <p:nvPr/>
        </p:nvSpPr>
        <p:spPr>
          <a:xfrm>
            <a:off x="7818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4" name="Thread 105 (block 1, warp 3)"/>
          <p:cNvSpPr/>
          <p:nvPr/>
        </p:nvSpPr>
        <p:spPr>
          <a:xfrm>
            <a:off x="8275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5" name="Thread 106 (block 1, warp 3)"/>
          <p:cNvSpPr/>
          <p:nvPr/>
        </p:nvSpPr>
        <p:spPr>
          <a:xfrm>
            <a:off x="8732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6" name="Thread 107 (block 1, warp 3)"/>
          <p:cNvSpPr/>
          <p:nvPr/>
        </p:nvSpPr>
        <p:spPr>
          <a:xfrm>
            <a:off x="9189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7" name="Thread 108 (block 1, warp 3)"/>
          <p:cNvSpPr/>
          <p:nvPr/>
        </p:nvSpPr>
        <p:spPr>
          <a:xfrm>
            <a:off x="9646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8" name="Thread 109 (block 1, warp 3)"/>
          <p:cNvSpPr/>
          <p:nvPr/>
        </p:nvSpPr>
        <p:spPr>
          <a:xfrm>
            <a:off x="10104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9" name="Thread 110 (block 1, warp 3) selected"/>
          <p:cNvSpPr/>
          <p:nvPr/>
        </p:nvSpPr>
        <p:spPr>
          <a:xfrm>
            <a:off x="1056132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111 (block 1, warp 3)"/>
          <p:cNvSpPr/>
          <p:nvPr/>
        </p:nvSpPr>
        <p:spPr>
          <a:xfrm>
            <a:off x="11018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1" name="Thread 112 (block 1, warp 3)"/>
          <p:cNvSpPr/>
          <p:nvPr/>
        </p:nvSpPr>
        <p:spPr>
          <a:xfrm>
            <a:off x="7818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2" name="Thread 113 (block 1, warp 3)"/>
          <p:cNvSpPr/>
          <p:nvPr/>
        </p:nvSpPr>
        <p:spPr>
          <a:xfrm>
            <a:off x="8275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3" name="Thread 114 (block 1, warp 3)"/>
          <p:cNvSpPr/>
          <p:nvPr/>
        </p:nvSpPr>
        <p:spPr>
          <a:xfrm>
            <a:off x="8732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4" name="Thread 115 (block 1, warp 3)"/>
          <p:cNvSpPr/>
          <p:nvPr/>
        </p:nvSpPr>
        <p:spPr>
          <a:xfrm>
            <a:off x="9189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5" name="Thread 116 (block 1, warp 3)"/>
          <p:cNvSpPr/>
          <p:nvPr/>
        </p:nvSpPr>
        <p:spPr>
          <a:xfrm>
            <a:off x="9646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6" name="Thread 117 (block 1, warp 3)"/>
          <p:cNvSpPr/>
          <p:nvPr/>
        </p:nvSpPr>
        <p:spPr>
          <a:xfrm>
            <a:off x="10104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118 (block 1, warp 3)"/>
          <p:cNvSpPr/>
          <p:nvPr/>
        </p:nvSpPr>
        <p:spPr>
          <a:xfrm>
            <a:off x="10561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119 (block 1, warp 3)"/>
          <p:cNvSpPr/>
          <p:nvPr/>
        </p:nvSpPr>
        <p:spPr>
          <a:xfrm>
            <a:off x="11018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120 (block 1, warp 3)"/>
          <p:cNvSpPr/>
          <p:nvPr/>
        </p:nvSpPr>
        <p:spPr>
          <a:xfrm>
            <a:off x="7818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21 (block 1, warp 3) selected"/>
          <p:cNvSpPr/>
          <p:nvPr/>
        </p:nvSpPr>
        <p:spPr>
          <a:xfrm>
            <a:off x="827532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22 (block 1, warp 3)"/>
          <p:cNvSpPr/>
          <p:nvPr/>
        </p:nvSpPr>
        <p:spPr>
          <a:xfrm>
            <a:off x="8732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23 (block 1, warp 3)"/>
          <p:cNvSpPr/>
          <p:nvPr/>
        </p:nvSpPr>
        <p:spPr>
          <a:xfrm>
            <a:off x="9189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24 (block 1, warp 3)"/>
          <p:cNvSpPr/>
          <p:nvPr/>
        </p:nvSpPr>
        <p:spPr>
          <a:xfrm>
            <a:off x="9646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25 (block 1, warp 3)"/>
          <p:cNvSpPr/>
          <p:nvPr/>
        </p:nvSpPr>
        <p:spPr>
          <a:xfrm>
            <a:off x="10104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26 (block 1, warp 3)"/>
          <p:cNvSpPr/>
          <p:nvPr/>
        </p:nvSpPr>
        <p:spPr>
          <a:xfrm>
            <a:off x="10561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27 (block 1, warp 3)"/>
          <p:cNvSpPr/>
          <p:nvPr/>
        </p:nvSpPr>
        <p:spPr>
          <a:xfrm>
            <a:off x="11018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No upper boundary specified"/>
          <p:cNvSpPr/>
          <p:nvPr/>
        </p:nvSpPr>
        <p:spPr>
          <a:xfrm>
            <a:off x="20574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0">
                <a:solidFill>
                  <a:schemeClr val="dk2"/>
                </a:solidFill>
                <a:latin typeface="NVIDIA Sans"/>
              </a:rPr>
              <a:t xml:space="preserve">No upper boundary specified</a:t>
            </a:r>
          </a:p>
        </p:txBody>
      </p:sp>
      <p:sp>
        <p:nvSpPr>
          <p:cNvPr id="268" name="Membership spans both blocks"/>
          <p:cNvSpPr/>
          <p:nvPr/>
        </p:nvSpPr>
        <p:spPr>
          <a:xfrm>
            <a:off x="20574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Membership spans both blocks</a:t>
            </a:r>
          </a:p>
        </p:txBody>
      </p:sp>
      <p:sp>
        <p:nvSpPr>
          <p:cNvPr id="269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70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271" name="Block 0"/>
          <p:cNvSpPr/>
          <p:nvPr/>
        </p:nvSpPr>
        <p:spPr>
          <a:xfrm>
            <a:off x="135331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272" name="Block 0: 128 threads"/>
          <p:cNvSpPr/>
          <p:nvPr/>
        </p:nvSpPr>
        <p:spPr>
          <a:xfrm>
            <a:off x="135331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73" name="Upper boundary: block 0"/>
          <p:cNvSpPr/>
          <p:nvPr/>
        </p:nvSpPr>
        <p:spPr>
          <a:xfrm>
            <a:off x="133731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274" name="Thread 0 (block 0, warp 0)"/>
          <p:cNvSpPr/>
          <p:nvPr/>
        </p:nvSpPr>
        <p:spPr>
          <a:xfrm>
            <a:off x="138531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5" name="Thread 1 (block 0, warp 0) selected"/>
          <p:cNvSpPr/>
          <p:nvPr/>
        </p:nvSpPr>
        <p:spPr>
          <a:xfrm>
            <a:off x="14310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2 (block 0, warp 0)"/>
          <p:cNvSpPr/>
          <p:nvPr/>
        </p:nvSpPr>
        <p:spPr>
          <a:xfrm>
            <a:off x="147675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7" name="Thread 3 (block 0, warp 0)"/>
          <p:cNvSpPr/>
          <p:nvPr/>
        </p:nvSpPr>
        <p:spPr>
          <a:xfrm>
            <a:off x="152247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8" name="Thread 4 (block 0, warp 0)"/>
          <p:cNvSpPr/>
          <p:nvPr/>
        </p:nvSpPr>
        <p:spPr>
          <a:xfrm>
            <a:off x="156819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9" name="Thread 5 (block 0, warp 0)"/>
          <p:cNvSpPr/>
          <p:nvPr/>
        </p:nvSpPr>
        <p:spPr>
          <a:xfrm>
            <a:off x="161391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0" name="Thread 6 (block 0, warp 0) selected"/>
          <p:cNvSpPr/>
          <p:nvPr/>
        </p:nvSpPr>
        <p:spPr>
          <a:xfrm>
            <a:off x="16596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7 (block 0, warp 0)"/>
          <p:cNvSpPr/>
          <p:nvPr/>
        </p:nvSpPr>
        <p:spPr>
          <a:xfrm>
            <a:off x="170535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2" name="Thread 8 (block 0, warp 0)"/>
          <p:cNvSpPr/>
          <p:nvPr/>
        </p:nvSpPr>
        <p:spPr>
          <a:xfrm>
            <a:off x="138531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3" name="Thread 9 (block 0, warp 0)"/>
          <p:cNvSpPr/>
          <p:nvPr/>
        </p:nvSpPr>
        <p:spPr>
          <a:xfrm>
            <a:off x="143103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4" name="Thread 10 (block 0, warp 0)"/>
          <p:cNvSpPr/>
          <p:nvPr/>
        </p:nvSpPr>
        <p:spPr>
          <a:xfrm>
            <a:off x="147675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5" name="Thread 11 (block 0, warp 0) selected"/>
          <p:cNvSpPr/>
          <p:nvPr/>
        </p:nvSpPr>
        <p:spPr>
          <a:xfrm>
            <a:off x="15224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12 (block 0, warp 0)"/>
          <p:cNvSpPr/>
          <p:nvPr/>
        </p:nvSpPr>
        <p:spPr>
          <a:xfrm>
            <a:off x="156819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7" name="Thread 13 (block 0, warp 0)"/>
          <p:cNvSpPr/>
          <p:nvPr/>
        </p:nvSpPr>
        <p:spPr>
          <a:xfrm>
            <a:off x="161391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8" name="Thread 14 (block 0, warp 0)"/>
          <p:cNvSpPr/>
          <p:nvPr/>
        </p:nvSpPr>
        <p:spPr>
          <a:xfrm>
            <a:off x="165963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9" name="Thread 15 (block 0, warp 0)"/>
          <p:cNvSpPr/>
          <p:nvPr/>
        </p:nvSpPr>
        <p:spPr>
          <a:xfrm>
            <a:off x="170535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0" name="Thread 16 (block 0, warp 0)"/>
          <p:cNvSpPr/>
          <p:nvPr/>
        </p:nvSpPr>
        <p:spPr>
          <a:xfrm>
            <a:off x="138531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1" name="Thread 17 (block 0, warp 0)"/>
          <p:cNvSpPr/>
          <p:nvPr/>
        </p:nvSpPr>
        <p:spPr>
          <a:xfrm>
            <a:off x="143103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2" name="Thread 18 (block 0, warp 0)"/>
          <p:cNvSpPr/>
          <p:nvPr/>
        </p:nvSpPr>
        <p:spPr>
          <a:xfrm>
            <a:off x="147675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3" name="Thread 19 (block 0, warp 0)"/>
          <p:cNvSpPr/>
          <p:nvPr/>
        </p:nvSpPr>
        <p:spPr>
          <a:xfrm>
            <a:off x="152247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4" name="Thread 20 (block 0, warp 0) selected"/>
          <p:cNvSpPr/>
          <p:nvPr/>
        </p:nvSpPr>
        <p:spPr>
          <a:xfrm>
            <a:off x="15681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21 (block 0, warp 0)"/>
          <p:cNvSpPr/>
          <p:nvPr/>
        </p:nvSpPr>
        <p:spPr>
          <a:xfrm>
            <a:off x="161391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6" name="Thread 22 (block 0, warp 0)"/>
          <p:cNvSpPr/>
          <p:nvPr/>
        </p:nvSpPr>
        <p:spPr>
          <a:xfrm>
            <a:off x="165963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7" name="Thread 23 (block 0, warp 0)"/>
          <p:cNvSpPr/>
          <p:nvPr/>
        </p:nvSpPr>
        <p:spPr>
          <a:xfrm>
            <a:off x="170535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8" name="Thread 24 (block 0, warp 0)"/>
          <p:cNvSpPr/>
          <p:nvPr/>
        </p:nvSpPr>
        <p:spPr>
          <a:xfrm>
            <a:off x="138531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9" name="Thread 25 (block 0, warp 0)"/>
          <p:cNvSpPr/>
          <p:nvPr/>
        </p:nvSpPr>
        <p:spPr>
          <a:xfrm>
            <a:off x="143103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0" name="Thread 26 (block 0, warp 0)"/>
          <p:cNvSpPr/>
          <p:nvPr/>
        </p:nvSpPr>
        <p:spPr>
          <a:xfrm>
            <a:off x="147675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1" name="Thread 27 (block 0, warp 0)"/>
          <p:cNvSpPr/>
          <p:nvPr/>
        </p:nvSpPr>
        <p:spPr>
          <a:xfrm>
            <a:off x="152247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2" name="Thread 28 (block 0, warp 0) selected"/>
          <p:cNvSpPr/>
          <p:nvPr/>
        </p:nvSpPr>
        <p:spPr>
          <a:xfrm>
            <a:off x="15681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9 (block 0, warp 0)"/>
          <p:cNvSpPr/>
          <p:nvPr/>
        </p:nvSpPr>
        <p:spPr>
          <a:xfrm>
            <a:off x="161391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4" name="Thread 30 (block 0, warp 0)"/>
          <p:cNvSpPr/>
          <p:nvPr/>
        </p:nvSpPr>
        <p:spPr>
          <a:xfrm>
            <a:off x="165963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5" name="Thread 31 (block 0, warp 0)"/>
          <p:cNvSpPr/>
          <p:nvPr/>
        </p:nvSpPr>
        <p:spPr>
          <a:xfrm>
            <a:off x="170535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6" name="Thread 32 (block 0, warp 1)"/>
          <p:cNvSpPr/>
          <p:nvPr/>
        </p:nvSpPr>
        <p:spPr>
          <a:xfrm>
            <a:off x="13853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7" name="Thread 33 (block 0, warp 1)"/>
          <p:cNvSpPr/>
          <p:nvPr/>
        </p:nvSpPr>
        <p:spPr>
          <a:xfrm>
            <a:off x="14310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8" name="Thread 34 (block 0, warp 1)"/>
          <p:cNvSpPr/>
          <p:nvPr/>
        </p:nvSpPr>
        <p:spPr>
          <a:xfrm>
            <a:off x="14767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9" name="Thread 35 (block 0, warp 1)"/>
          <p:cNvSpPr/>
          <p:nvPr/>
        </p:nvSpPr>
        <p:spPr>
          <a:xfrm>
            <a:off x="15224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0" name="Thread 36 (block 0, warp 1)"/>
          <p:cNvSpPr/>
          <p:nvPr/>
        </p:nvSpPr>
        <p:spPr>
          <a:xfrm>
            <a:off x="15681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1" name="Thread 37 (block 0, warp 1)"/>
          <p:cNvSpPr/>
          <p:nvPr/>
        </p:nvSpPr>
        <p:spPr>
          <a:xfrm>
            <a:off x="16139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2" name="Thread 38 (block 0, warp 1)"/>
          <p:cNvSpPr/>
          <p:nvPr/>
        </p:nvSpPr>
        <p:spPr>
          <a:xfrm>
            <a:off x="16596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3" name="Thread 39 (block 0, warp 1) selected"/>
          <p:cNvSpPr/>
          <p:nvPr/>
        </p:nvSpPr>
        <p:spPr>
          <a:xfrm>
            <a:off x="170535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4" name="Thread 40 (block 0, warp 1)"/>
          <p:cNvSpPr/>
          <p:nvPr/>
        </p:nvSpPr>
        <p:spPr>
          <a:xfrm>
            <a:off x="13853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5" name="Thread 41 (block 0, warp 1)"/>
          <p:cNvSpPr/>
          <p:nvPr/>
        </p:nvSpPr>
        <p:spPr>
          <a:xfrm>
            <a:off x="14310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6" name="Thread 42 (block 0, warp 1) selected"/>
          <p:cNvSpPr/>
          <p:nvPr/>
        </p:nvSpPr>
        <p:spPr>
          <a:xfrm>
            <a:off x="147675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7" name="Thread 43 (block 0, warp 1)"/>
          <p:cNvSpPr/>
          <p:nvPr/>
        </p:nvSpPr>
        <p:spPr>
          <a:xfrm>
            <a:off x="15224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8" name="Thread 44 (block 0, warp 1)"/>
          <p:cNvSpPr/>
          <p:nvPr/>
        </p:nvSpPr>
        <p:spPr>
          <a:xfrm>
            <a:off x="15681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9" name="Thread 45 (block 0, warp 1)"/>
          <p:cNvSpPr/>
          <p:nvPr/>
        </p:nvSpPr>
        <p:spPr>
          <a:xfrm>
            <a:off x="16139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0" name="Thread 46 (block 0, warp 1)"/>
          <p:cNvSpPr/>
          <p:nvPr/>
        </p:nvSpPr>
        <p:spPr>
          <a:xfrm>
            <a:off x="16596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1" name="Thread 47 (block 0, warp 1)"/>
          <p:cNvSpPr/>
          <p:nvPr/>
        </p:nvSpPr>
        <p:spPr>
          <a:xfrm>
            <a:off x="17053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2" name="Thread 48 (block 0, warp 1)"/>
          <p:cNvSpPr/>
          <p:nvPr/>
        </p:nvSpPr>
        <p:spPr>
          <a:xfrm>
            <a:off x="13853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3" name="Thread 49 (block 0, warp 1)"/>
          <p:cNvSpPr/>
          <p:nvPr/>
        </p:nvSpPr>
        <p:spPr>
          <a:xfrm>
            <a:off x="14310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4" name="Thread 50 (block 0, warp 1)"/>
          <p:cNvSpPr/>
          <p:nvPr/>
        </p:nvSpPr>
        <p:spPr>
          <a:xfrm>
            <a:off x="14767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5" name="Thread 51 (block 0, warp 1)"/>
          <p:cNvSpPr/>
          <p:nvPr/>
        </p:nvSpPr>
        <p:spPr>
          <a:xfrm>
            <a:off x="15224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6" name="Thread 52 (block 0, warp 1)"/>
          <p:cNvSpPr/>
          <p:nvPr/>
        </p:nvSpPr>
        <p:spPr>
          <a:xfrm>
            <a:off x="15681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7" name="Thread 53 (block 0, warp 1) selected"/>
          <p:cNvSpPr/>
          <p:nvPr/>
        </p:nvSpPr>
        <p:spPr>
          <a:xfrm>
            <a:off x="161391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8" name="Thread 54 (block 0, warp 1)"/>
          <p:cNvSpPr/>
          <p:nvPr/>
        </p:nvSpPr>
        <p:spPr>
          <a:xfrm>
            <a:off x="16596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9" name="Thread 55 (block 0, warp 1)"/>
          <p:cNvSpPr/>
          <p:nvPr/>
        </p:nvSpPr>
        <p:spPr>
          <a:xfrm>
            <a:off x="17053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0" name="Thread 56 (block 0, warp 1)"/>
          <p:cNvSpPr/>
          <p:nvPr/>
        </p:nvSpPr>
        <p:spPr>
          <a:xfrm>
            <a:off x="13853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1" name="Thread 57 (block 0, warp 1)"/>
          <p:cNvSpPr/>
          <p:nvPr/>
        </p:nvSpPr>
        <p:spPr>
          <a:xfrm>
            <a:off x="143103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2" name="Thread 58 (block 0, warp 1)"/>
          <p:cNvSpPr/>
          <p:nvPr/>
        </p:nvSpPr>
        <p:spPr>
          <a:xfrm>
            <a:off x="14767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3" name="Thread 59 (block 0, warp 1)"/>
          <p:cNvSpPr/>
          <p:nvPr/>
        </p:nvSpPr>
        <p:spPr>
          <a:xfrm>
            <a:off x="15224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4" name="Thread 60 (block 0, warp 1) selected"/>
          <p:cNvSpPr/>
          <p:nvPr/>
        </p:nvSpPr>
        <p:spPr>
          <a:xfrm>
            <a:off x="156819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5" name="Thread 61 (block 0, warp 1)"/>
          <p:cNvSpPr/>
          <p:nvPr/>
        </p:nvSpPr>
        <p:spPr>
          <a:xfrm>
            <a:off x="16139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6" name="Thread 62 (block 0, warp 1)"/>
          <p:cNvSpPr/>
          <p:nvPr/>
        </p:nvSpPr>
        <p:spPr>
          <a:xfrm>
            <a:off x="165963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7" name="Thread 63 (block 0, warp 1)"/>
          <p:cNvSpPr/>
          <p:nvPr/>
        </p:nvSpPr>
        <p:spPr>
          <a:xfrm>
            <a:off x="17053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8" name="Thread 64 (block 0, warp 2)"/>
          <p:cNvSpPr/>
          <p:nvPr/>
        </p:nvSpPr>
        <p:spPr>
          <a:xfrm>
            <a:off x="138531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9" name="Thread 65 (block 0, warp 2)"/>
          <p:cNvSpPr/>
          <p:nvPr/>
        </p:nvSpPr>
        <p:spPr>
          <a:xfrm>
            <a:off x="143103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0" name="Thread 66 (block 0, warp 2) selected"/>
          <p:cNvSpPr/>
          <p:nvPr/>
        </p:nvSpPr>
        <p:spPr>
          <a:xfrm>
            <a:off x="14767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67 (block 0, warp 2)"/>
          <p:cNvSpPr/>
          <p:nvPr/>
        </p:nvSpPr>
        <p:spPr>
          <a:xfrm>
            <a:off x="152247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2" name="Thread 68 (block 0, warp 2)"/>
          <p:cNvSpPr/>
          <p:nvPr/>
        </p:nvSpPr>
        <p:spPr>
          <a:xfrm>
            <a:off x="156819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3" name="Thread 69 (block 0, warp 2)"/>
          <p:cNvSpPr/>
          <p:nvPr/>
        </p:nvSpPr>
        <p:spPr>
          <a:xfrm>
            <a:off x="161391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4" name="Thread 70 (block 0, warp 2)"/>
          <p:cNvSpPr/>
          <p:nvPr/>
        </p:nvSpPr>
        <p:spPr>
          <a:xfrm>
            <a:off x="165963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5" name="Thread 71 (block 0, warp 2)"/>
          <p:cNvSpPr/>
          <p:nvPr/>
        </p:nvSpPr>
        <p:spPr>
          <a:xfrm>
            <a:off x="170535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6" name="Thread 72 (block 0, warp 2)"/>
          <p:cNvSpPr/>
          <p:nvPr/>
        </p:nvSpPr>
        <p:spPr>
          <a:xfrm>
            <a:off x="138531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7" name="Thread 73 (block 0, warp 2)"/>
          <p:cNvSpPr/>
          <p:nvPr/>
        </p:nvSpPr>
        <p:spPr>
          <a:xfrm>
            <a:off x="143103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8" name="Thread 74 (block 0, warp 2)"/>
          <p:cNvSpPr/>
          <p:nvPr/>
        </p:nvSpPr>
        <p:spPr>
          <a:xfrm>
            <a:off x="147675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9" name="Thread 75 (block 0, warp 2) selected"/>
          <p:cNvSpPr/>
          <p:nvPr/>
        </p:nvSpPr>
        <p:spPr>
          <a:xfrm>
            <a:off x="15224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76 (block 0, warp 2)"/>
          <p:cNvSpPr/>
          <p:nvPr/>
        </p:nvSpPr>
        <p:spPr>
          <a:xfrm>
            <a:off x="156819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1" name="Thread 77 (block 0, warp 2)"/>
          <p:cNvSpPr/>
          <p:nvPr/>
        </p:nvSpPr>
        <p:spPr>
          <a:xfrm>
            <a:off x="161391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2" name="Thread 78 (block 0, warp 2)"/>
          <p:cNvSpPr/>
          <p:nvPr/>
        </p:nvSpPr>
        <p:spPr>
          <a:xfrm>
            <a:off x="165963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3" name="Thread 79 (block 0, warp 2)"/>
          <p:cNvSpPr/>
          <p:nvPr/>
        </p:nvSpPr>
        <p:spPr>
          <a:xfrm>
            <a:off x="170535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4" name="Thread 80 (block 0, warp 2)"/>
          <p:cNvSpPr/>
          <p:nvPr/>
        </p:nvSpPr>
        <p:spPr>
          <a:xfrm>
            <a:off x="138531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5" name="Thread 81 (block 0, warp 2) selected"/>
          <p:cNvSpPr/>
          <p:nvPr/>
        </p:nvSpPr>
        <p:spPr>
          <a:xfrm>
            <a:off x="14310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82 (block 0, warp 2)"/>
          <p:cNvSpPr/>
          <p:nvPr/>
        </p:nvSpPr>
        <p:spPr>
          <a:xfrm>
            <a:off x="147675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7" name="Thread 83 (block 0, warp 2)"/>
          <p:cNvSpPr/>
          <p:nvPr/>
        </p:nvSpPr>
        <p:spPr>
          <a:xfrm>
            <a:off x="152247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8" name="Thread 84 (block 0, warp 2)"/>
          <p:cNvSpPr/>
          <p:nvPr/>
        </p:nvSpPr>
        <p:spPr>
          <a:xfrm>
            <a:off x="156819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9" name="Thread 85 (block 0, warp 2)"/>
          <p:cNvSpPr/>
          <p:nvPr/>
        </p:nvSpPr>
        <p:spPr>
          <a:xfrm>
            <a:off x="161391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0" name="Thread 86 (block 0, warp 2)"/>
          <p:cNvSpPr/>
          <p:nvPr/>
        </p:nvSpPr>
        <p:spPr>
          <a:xfrm>
            <a:off x="165963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1" name="Thread 87 (block 0, warp 2)"/>
          <p:cNvSpPr/>
          <p:nvPr/>
        </p:nvSpPr>
        <p:spPr>
          <a:xfrm>
            <a:off x="170535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2" name="Thread 88 (block 0, warp 2)"/>
          <p:cNvSpPr/>
          <p:nvPr/>
        </p:nvSpPr>
        <p:spPr>
          <a:xfrm>
            <a:off x="138531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3" name="Thread 89 (block 0, warp 2)"/>
          <p:cNvSpPr/>
          <p:nvPr/>
        </p:nvSpPr>
        <p:spPr>
          <a:xfrm>
            <a:off x="143103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4" name="Thread 90 (block 0, warp 2)"/>
          <p:cNvSpPr/>
          <p:nvPr/>
        </p:nvSpPr>
        <p:spPr>
          <a:xfrm>
            <a:off x="147675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5" name="Thread 91 (block 0, warp 2)"/>
          <p:cNvSpPr/>
          <p:nvPr/>
        </p:nvSpPr>
        <p:spPr>
          <a:xfrm>
            <a:off x="152247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6" name="Thread 92 (block 0, warp 2)"/>
          <p:cNvSpPr/>
          <p:nvPr/>
        </p:nvSpPr>
        <p:spPr>
          <a:xfrm>
            <a:off x="156819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7" name="Thread 93 (block 0, warp 2) selected"/>
          <p:cNvSpPr/>
          <p:nvPr/>
        </p:nvSpPr>
        <p:spPr>
          <a:xfrm>
            <a:off x="16139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94 (block 0, warp 2)"/>
          <p:cNvSpPr/>
          <p:nvPr/>
        </p:nvSpPr>
        <p:spPr>
          <a:xfrm>
            <a:off x="165963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9" name="Thread 95 (block 0, warp 2)"/>
          <p:cNvSpPr/>
          <p:nvPr/>
        </p:nvSpPr>
        <p:spPr>
          <a:xfrm>
            <a:off x="170535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0" name="Thread 96 (block 0, warp 3)"/>
          <p:cNvSpPr/>
          <p:nvPr/>
        </p:nvSpPr>
        <p:spPr>
          <a:xfrm>
            <a:off x="13853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1" name="Thread 97 (block 0, warp 3)"/>
          <p:cNvSpPr/>
          <p:nvPr/>
        </p:nvSpPr>
        <p:spPr>
          <a:xfrm>
            <a:off x="143103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2" name="Thread 98 (block 0, warp 3)"/>
          <p:cNvSpPr/>
          <p:nvPr/>
        </p:nvSpPr>
        <p:spPr>
          <a:xfrm>
            <a:off x="14767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3" name="Thread 99 (block 0, warp 3)"/>
          <p:cNvSpPr/>
          <p:nvPr/>
        </p:nvSpPr>
        <p:spPr>
          <a:xfrm>
            <a:off x="15224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4" name="Thread 100 (block 0, warp 3) selected"/>
          <p:cNvSpPr/>
          <p:nvPr/>
        </p:nvSpPr>
        <p:spPr>
          <a:xfrm>
            <a:off x="156819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5" name="Thread 101 (block 0, warp 3)"/>
          <p:cNvSpPr/>
          <p:nvPr/>
        </p:nvSpPr>
        <p:spPr>
          <a:xfrm>
            <a:off x="16139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6" name="Thread 102 (block 0, warp 3)"/>
          <p:cNvSpPr/>
          <p:nvPr/>
        </p:nvSpPr>
        <p:spPr>
          <a:xfrm>
            <a:off x="165963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7" name="Thread 103 (block 0, warp 3)"/>
          <p:cNvSpPr/>
          <p:nvPr/>
        </p:nvSpPr>
        <p:spPr>
          <a:xfrm>
            <a:off x="17053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8" name="Thread 104 (block 0, warp 3)"/>
          <p:cNvSpPr/>
          <p:nvPr/>
        </p:nvSpPr>
        <p:spPr>
          <a:xfrm>
            <a:off x="13853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9" name="Thread 105 (block 0, warp 3)"/>
          <p:cNvSpPr/>
          <p:nvPr/>
        </p:nvSpPr>
        <p:spPr>
          <a:xfrm>
            <a:off x="143103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0" name="Thread 106 (block 0, warp 3)"/>
          <p:cNvSpPr/>
          <p:nvPr/>
        </p:nvSpPr>
        <p:spPr>
          <a:xfrm>
            <a:off x="14767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1" name="Thread 107 (block 0, warp 3)"/>
          <p:cNvSpPr/>
          <p:nvPr/>
        </p:nvSpPr>
        <p:spPr>
          <a:xfrm>
            <a:off x="15224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2" name="Thread 108 (block 0, warp 3) selected"/>
          <p:cNvSpPr/>
          <p:nvPr/>
        </p:nvSpPr>
        <p:spPr>
          <a:xfrm>
            <a:off x="156819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3" name="Thread 109 (block 0, warp 3)"/>
          <p:cNvSpPr/>
          <p:nvPr/>
        </p:nvSpPr>
        <p:spPr>
          <a:xfrm>
            <a:off x="16139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4" name="Thread 110 (block 0, warp 3)"/>
          <p:cNvSpPr/>
          <p:nvPr/>
        </p:nvSpPr>
        <p:spPr>
          <a:xfrm>
            <a:off x="165963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5" name="Thread 111 (block 0, warp 3)"/>
          <p:cNvSpPr/>
          <p:nvPr/>
        </p:nvSpPr>
        <p:spPr>
          <a:xfrm>
            <a:off x="17053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6" name="Thread 112 (block 0, warp 3)"/>
          <p:cNvSpPr/>
          <p:nvPr/>
        </p:nvSpPr>
        <p:spPr>
          <a:xfrm>
            <a:off x="13853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7" name="Thread 113 (block 0, warp 3)"/>
          <p:cNvSpPr/>
          <p:nvPr/>
        </p:nvSpPr>
        <p:spPr>
          <a:xfrm>
            <a:off x="14310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8" name="Thread 114 (block 0, warp 3)"/>
          <p:cNvSpPr/>
          <p:nvPr/>
        </p:nvSpPr>
        <p:spPr>
          <a:xfrm>
            <a:off x="14767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9" name="Thread 115 (block 0, warp 3)"/>
          <p:cNvSpPr/>
          <p:nvPr/>
        </p:nvSpPr>
        <p:spPr>
          <a:xfrm>
            <a:off x="15224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0" name="Thread 116 (block 0, warp 3)"/>
          <p:cNvSpPr/>
          <p:nvPr/>
        </p:nvSpPr>
        <p:spPr>
          <a:xfrm>
            <a:off x="15681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1" name="Thread 117 (block 0, warp 3)"/>
          <p:cNvSpPr/>
          <p:nvPr/>
        </p:nvSpPr>
        <p:spPr>
          <a:xfrm>
            <a:off x="16139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2" name="Thread 118 (block 0, warp 3)"/>
          <p:cNvSpPr/>
          <p:nvPr/>
        </p:nvSpPr>
        <p:spPr>
          <a:xfrm>
            <a:off x="16596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3" name="Thread 119 (block 0, warp 3) selected"/>
          <p:cNvSpPr/>
          <p:nvPr/>
        </p:nvSpPr>
        <p:spPr>
          <a:xfrm>
            <a:off x="170535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4" name="Thread 120 (block 0, warp 3)"/>
          <p:cNvSpPr/>
          <p:nvPr/>
        </p:nvSpPr>
        <p:spPr>
          <a:xfrm>
            <a:off x="13853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5" name="Thread 121 (block 0, warp 3)"/>
          <p:cNvSpPr/>
          <p:nvPr/>
        </p:nvSpPr>
        <p:spPr>
          <a:xfrm>
            <a:off x="143103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6" name="Thread 122 (block 0, warp 3)"/>
          <p:cNvSpPr/>
          <p:nvPr/>
        </p:nvSpPr>
        <p:spPr>
          <a:xfrm>
            <a:off x="14767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7" name="Thread 123 (block 0, warp 3)"/>
          <p:cNvSpPr/>
          <p:nvPr/>
        </p:nvSpPr>
        <p:spPr>
          <a:xfrm>
            <a:off x="15224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8" name="Thread 124 (block 0, warp 3)"/>
          <p:cNvSpPr/>
          <p:nvPr/>
        </p:nvSpPr>
        <p:spPr>
          <a:xfrm>
            <a:off x="15681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9" name="Thread 125 (block 0, warp 3)"/>
          <p:cNvSpPr/>
          <p:nvPr/>
        </p:nvSpPr>
        <p:spPr>
          <a:xfrm>
            <a:off x="16139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0" name="Thread 126 (block 0, warp 3) selected"/>
          <p:cNvSpPr/>
          <p:nvPr/>
        </p:nvSpPr>
        <p:spPr>
          <a:xfrm>
            <a:off x="165963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1" name="Thread 127 (block 0, warp 3)"/>
          <p:cNvSpPr/>
          <p:nvPr/>
        </p:nvSpPr>
        <p:spPr>
          <a:xfrm>
            <a:off x="17053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2" name="Block 1"/>
          <p:cNvSpPr/>
          <p:nvPr/>
        </p:nvSpPr>
        <p:spPr>
          <a:xfrm>
            <a:off x="186994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403" name="Block 1: 128 threads"/>
          <p:cNvSpPr/>
          <p:nvPr/>
        </p:nvSpPr>
        <p:spPr>
          <a:xfrm>
            <a:off x="186994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04" name="Thread 0 (block 1, warp 0)"/>
          <p:cNvSpPr/>
          <p:nvPr/>
        </p:nvSpPr>
        <p:spPr>
          <a:xfrm>
            <a:off x="19019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5" name="Thread 1 (block 1, warp 0)"/>
          <p:cNvSpPr/>
          <p:nvPr/>
        </p:nvSpPr>
        <p:spPr>
          <a:xfrm>
            <a:off x="194767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6" name="Thread 2 (block 1, warp 0)"/>
          <p:cNvSpPr/>
          <p:nvPr/>
        </p:nvSpPr>
        <p:spPr>
          <a:xfrm>
            <a:off x="19933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7" name="Thread 3 (block 1, warp 0)"/>
          <p:cNvSpPr/>
          <p:nvPr/>
        </p:nvSpPr>
        <p:spPr>
          <a:xfrm>
            <a:off x="20391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8" name="Thread 4 (block 1, warp 0)"/>
          <p:cNvSpPr/>
          <p:nvPr/>
        </p:nvSpPr>
        <p:spPr>
          <a:xfrm>
            <a:off x="20848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9" name="Thread 5 (block 1, warp 0)"/>
          <p:cNvSpPr/>
          <p:nvPr/>
        </p:nvSpPr>
        <p:spPr>
          <a:xfrm>
            <a:off x="21305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0" name="Thread 6 (block 1, warp 0)"/>
          <p:cNvSpPr/>
          <p:nvPr/>
        </p:nvSpPr>
        <p:spPr>
          <a:xfrm>
            <a:off x="217627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1" name="Thread 7 (block 1, warp 0)"/>
          <p:cNvSpPr/>
          <p:nvPr/>
        </p:nvSpPr>
        <p:spPr>
          <a:xfrm>
            <a:off x="22219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2" name="Thread 8 (block 1, warp 0)"/>
          <p:cNvSpPr/>
          <p:nvPr/>
        </p:nvSpPr>
        <p:spPr>
          <a:xfrm>
            <a:off x="19019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3" name="Thread 9 (block 1, warp 0)"/>
          <p:cNvSpPr/>
          <p:nvPr/>
        </p:nvSpPr>
        <p:spPr>
          <a:xfrm>
            <a:off x="194767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4" name="Thread 10 (block 1, warp 0)"/>
          <p:cNvSpPr/>
          <p:nvPr/>
        </p:nvSpPr>
        <p:spPr>
          <a:xfrm>
            <a:off x="19933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5" name="Thread 11 (block 1, warp 0)"/>
          <p:cNvSpPr/>
          <p:nvPr/>
        </p:nvSpPr>
        <p:spPr>
          <a:xfrm>
            <a:off x="203911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6" name="Thread 12 (block 1, warp 0)"/>
          <p:cNvSpPr/>
          <p:nvPr/>
        </p:nvSpPr>
        <p:spPr>
          <a:xfrm>
            <a:off x="20848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7" name="Thread 13 (block 1, warp 0)"/>
          <p:cNvSpPr/>
          <p:nvPr/>
        </p:nvSpPr>
        <p:spPr>
          <a:xfrm>
            <a:off x="21305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8" name="Thread 14 (block 1, warp 0)"/>
          <p:cNvSpPr/>
          <p:nvPr/>
        </p:nvSpPr>
        <p:spPr>
          <a:xfrm>
            <a:off x="217627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9" name="Thread 15 (block 1, warp 0)"/>
          <p:cNvSpPr/>
          <p:nvPr/>
        </p:nvSpPr>
        <p:spPr>
          <a:xfrm>
            <a:off x="22219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0" name="Thread 16 (block 1, warp 0)"/>
          <p:cNvSpPr/>
          <p:nvPr/>
        </p:nvSpPr>
        <p:spPr>
          <a:xfrm>
            <a:off x="19019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1" name="Thread 17 (block 1, warp 0)"/>
          <p:cNvSpPr/>
          <p:nvPr/>
        </p:nvSpPr>
        <p:spPr>
          <a:xfrm>
            <a:off x="194767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2" name="Thread 18 (block 1, warp 0)"/>
          <p:cNvSpPr/>
          <p:nvPr/>
        </p:nvSpPr>
        <p:spPr>
          <a:xfrm>
            <a:off x="19933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3" name="Thread 19 (block 1, warp 0)"/>
          <p:cNvSpPr/>
          <p:nvPr/>
        </p:nvSpPr>
        <p:spPr>
          <a:xfrm>
            <a:off x="20391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4" name="Thread 20 (block 1, warp 0)"/>
          <p:cNvSpPr/>
          <p:nvPr/>
        </p:nvSpPr>
        <p:spPr>
          <a:xfrm>
            <a:off x="208483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5" name="Thread 21 (block 1, warp 0)"/>
          <p:cNvSpPr/>
          <p:nvPr/>
        </p:nvSpPr>
        <p:spPr>
          <a:xfrm>
            <a:off x="21305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6" name="Thread 22 (block 1, warp 0)"/>
          <p:cNvSpPr/>
          <p:nvPr/>
        </p:nvSpPr>
        <p:spPr>
          <a:xfrm>
            <a:off x="217627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7" name="Thread 23 (block 1, warp 0)"/>
          <p:cNvSpPr/>
          <p:nvPr/>
        </p:nvSpPr>
        <p:spPr>
          <a:xfrm>
            <a:off x="22219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8" name="Thread 24 (block 1, warp 0)"/>
          <p:cNvSpPr/>
          <p:nvPr/>
        </p:nvSpPr>
        <p:spPr>
          <a:xfrm>
            <a:off x="19019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9" name="Thread 25 (block 1, warp 0)"/>
          <p:cNvSpPr/>
          <p:nvPr/>
        </p:nvSpPr>
        <p:spPr>
          <a:xfrm>
            <a:off x="194767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0" name="Thread 26 (block 1, warp 0)"/>
          <p:cNvSpPr/>
          <p:nvPr/>
        </p:nvSpPr>
        <p:spPr>
          <a:xfrm>
            <a:off x="19933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1" name="Thread 27 (block 1, warp 0)"/>
          <p:cNvSpPr/>
          <p:nvPr/>
        </p:nvSpPr>
        <p:spPr>
          <a:xfrm>
            <a:off x="20391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2" name="Thread 28 (block 1, warp 0)"/>
          <p:cNvSpPr/>
          <p:nvPr/>
        </p:nvSpPr>
        <p:spPr>
          <a:xfrm>
            <a:off x="20848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3" name="Thread 29 (block 1, warp 0)"/>
          <p:cNvSpPr/>
          <p:nvPr/>
        </p:nvSpPr>
        <p:spPr>
          <a:xfrm>
            <a:off x="21305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4" name="Thread 30 (block 1, warp 0)"/>
          <p:cNvSpPr/>
          <p:nvPr/>
        </p:nvSpPr>
        <p:spPr>
          <a:xfrm>
            <a:off x="217627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5" name="Thread 31 (block 1, warp 0)"/>
          <p:cNvSpPr/>
          <p:nvPr/>
        </p:nvSpPr>
        <p:spPr>
          <a:xfrm>
            <a:off x="22219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6" name="Thread 32 (block 1, warp 1)"/>
          <p:cNvSpPr/>
          <p:nvPr/>
        </p:nvSpPr>
        <p:spPr>
          <a:xfrm>
            <a:off x="19019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7" name="Thread 33 (block 1, warp 1)"/>
          <p:cNvSpPr/>
          <p:nvPr/>
        </p:nvSpPr>
        <p:spPr>
          <a:xfrm>
            <a:off x="19476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8" name="Thread 34 (block 1, warp 1)"/>
          <p:cNvSpPr/>
          <p:nvPr/>
        </p:nvSpPr>
        <p:spPr>
          <a:xfrm>
            <a:off x="19933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9" name="Thread 35 (block 1, warp 1)"/>
          <p:cNvSpPr/>
          <p:nvPr/>
        </p:nvSpPr>
        <p:spPr>
          <a:xfrm>
            <a:off x="20391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0" name="Thread 36 (block 1, warp 1)"/>
          <p:cNvSpPr/>
          <p:nvPr/>
        </p:nvSpPr>
        <p:spPr>
          <a:xfrm>
            <a:off x="20848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1" name="Thread 37 (block 1, warp 1)"/>
          <p:cNvSpPr/>
          <p:nvPr/>
        </p:nvSpPr>
        <p:spPr>
          <a:xfrm>
            <a:off x="21305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2" name="Thread 38 (block 1, warp 1)"/>
          <p:cNvSpPr/>
          <p:nvPr/>
        </p:nvSpPr>
        <p:spPr>
          <a:xfrm>
            <a:off x="21762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3" name="Thread 39 (block 1, warp 1)"/>
          <p:cNvSpPr/>
          <p:nvPr/>
        </p:nvSpPr>
        <p:spPr>
          <a:xfrm>
            <a:off x="22219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4" name="Thread 40 (block 1, warp 1)"/>
          <p:cNvSpPr/>
          <p:nvPr/>
        </p:nvSpPr>
        <p:spPr>
          <a:xfrm>
            <a:off x="19019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5" name="Thread 41 (block 1, warp 1)"/>
          <p:cNvSpPr/>
          <p:nvPr/>
        </p:nvSpPr>
        <p:spPr>
          <a:xfrm>
            <a:off x="19476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6" name="Thread 42 (block 1, warp 1)"/>
          <p:cNvSpPr/>
          <p:nvPr/>
        </p:nvSpPr>
        <p:spPr>
          <a:xfrm>
            <a:off x="19933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7" name="Thread 43 (block 1, warp 1)"/>
          <p:cNvSpPr/>
          <p:nvPr/>
        </p:nvSpPr>
        <p:spPr>
          <a:xfrm>
            <a:off x="20391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8" name="Thread 44 (block 1, warp 1)"/>
          <p:cNvSpPr/>
          <p:nvPr/>
        </p:nvSpPr>
        <p:spPr>
          <a:xfrm>
            <a:off x="20848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9" name="Thread 45 (block 1, warp 1)"/>
          <p:cNvSpPr/>
          <p:nvPr/>
        </p:nvSpPr>
        <p:spPr>
          <a:xfrm>
            <a:off x="21305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0" name="Thread 46 (block 1, warp 1)"/>
          <p:cNvSpPr/>
          <p:nvPr/>
        </p:nvSpPr>
        <p:spPr>
          <a:xfrm>
            <a:off x="21762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1" name="Thread 47 (block 1, warp 1)"/>
          <p:cNvSpPr/>
          <p:nvPr/>
        </p:nvSpPr>
        <p:spPr>
          <a:xfrm>
            <a:off x="22219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2" name="Thread 48 (block 1, warp 1)"/>
          <p:cNvSpPr/>
          <p:nvPr/>
        </p:nvSpPr>
        <p:spPr>
          <a:xfrm>
            <a:off x="19019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3" name="Thread 49 (block 1, warp 1)"/>
          <p:cNvSpPr/>
          <p:nvPr/>
        </p:nvSpPr>
        <p:spPr>
          <a:xfrm>
            <a:off x="19476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4" name="Thread 50 (block 1, warp 1)"/>
          <p:cNvSpPr/>
          <p:nvPr/>
        </p:nvSpPr>
        <p:spPr>
          <a:xfrm>
            <a:off x="19933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5" name="Thread 51 (block 1, warp 1)"/>
          <p:cNvSpPr/>
          <p:nvPr/>
        </p:nvSpPr>
        <p:spPr>
          <a:xfrm>
            <a:off x="20391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6" name="Thread 52 (block 1, warp 1)"/>
          <p:cNvSpPr/>
          <p:nvPr/>
        </p:nvSpPr>
        <p:spPr>
          <a:xfrm>
            <a:off x="20848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7" name="Thread 53 (block 1, warp 1)"/>
          <p:cNvSpPr/>
          <p:nvPr/>
        </p:nvSpPr>
        <p:spPr>
          <a:xfrm>
            <a:off x="21305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8" name="Thread 54 (block 1, warp 1)"/>
          <p:cNvSpPr/>
          <p:nvPr/>
        </p:nvSpPr>
        <p:spPr>
          <a:xfrm>
            <a:off x="21762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9" name="Thread 55 (block 1, warp 1)"/>
          <p:cNvSpPr/>
          <p:nvPr/>
        </p:nvSpPr>
        <p:spPr>
          <a:xfrm>
            <a:off x="22219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0" name="Thread 56 (block 1, warp 1)"/>
          <p:cNvSpPr/>
          <p:nvPr/>
        </p:nvSpPr>
        <p:spPr>
          <a:xfrm>
            <a:off x="19019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1" name="Thread 57 (block 1, warp 1)"/>
          <p:cNvSpPr/>
          <p:nvPr/>
        </p:nvSpPr>
        <p:spPr>
          <a:xfrm>
            <a:off x="19476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2" name="Thread 58 (block 1, warp 1)"/>
          <p:cNvSpPr/>
          <p:nvPr/>
        </p:nvSpPr>
        <p:spPr>
          <a:xfrm>
            <a:off x="19933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3" name="Thread 59 (block 1, warp 1)"/>
          <p:cNvSpPr/>
          <p:nvPr/>
        </p:nvSpPr>
        <p:spPr>
          <a:xfrm>
            <a:off x="20391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4" name="Thread 60 (block 1, warp 1)"/>
          <p:cNvSpPr/>
          <p:nvPr/>
        </p:nvSpPr>
        <p:spPr>
          <a:xfrm>
            <a:off x="20848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5" name="Thread 61 (block 1, warp 1)"/>
          <p:cNvSpPr/>
          <p:nvPr/>
        </p:nvSpPr>
        <p:spPr>
          <a:xfrm>
            <a:off x="21305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6" name="Thread 62 (block 1, warp 1)"/>
          <p:cNvSpPr/>
          <p:nvPr/>
        </p:nvSpPr>
        <p:spPr>
          <a:xfrm>
            <a:off x="21762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7" name="Thread 63 (block 1, warp 1)"/>
          <p:cNvSpPr/>
          <p:nvPr/>
        </p:nvSpPr>
        <p:spPr>
          <a:xfrm>
            <a:off x="22219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8" name="Thread 64 (block 1, warp 2)"/>
          <p:cNvSpPr/>
          <p:nvPr/>
        </p:nvSpPr>
        <p:spPr>
          <a:xfrm>
            <a:off x="19019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9" name="Thread 65 (block 1, warp 2)"/>
          <p:cNvSpPr/>
          <p:nvPr/>
        </p:nvSpPr>
        <p:spPr>
          <a:xfrm>
            <a:off x="194767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0" name="Thread 66 (block 1, warp 2)"/>
          <p:cNvSpPr/>
          <p:nvPr/>
        </p:nvSpPr>
        <p:spPr>
          <a:xfrm>
            <a:off x="19933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1" name="Thread 67 (block 1, warp 2)"/>
          <p:cNvSpPr/>
          <p:nvPr/>
        </p:nvSpPr>
        <p:spPr>
          <a:xfrm>
            <a:off x="20391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2" name="Thread 68 (block 1, warp 2)"/>
          <p:cNvSpPr/>
          <p:nvPr/>
        </p:nvSpPr>
        <p:spPr>
          <a:xfrm>
            <a:off x="208483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3" name="Thread 69 (block 1, warp 2)"/>
          <p:cNvSpPr/>
          <p:nvPr/>
        </p:nvSpPr>
        <p:spPr>
          <a:xfrm>
            <a:off x="21305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4" name="Thread 70 (block 1, warp 2)"/>
          <p:cNvSpPr/>
          <p:nvPr/>
        </p:nvSpPr>
        <p:spPr>
          <a:xfrm>
            <a:off x="217627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5" name="Thread 71 (block 1, warp 2)"/>
          <p:cNvSpPr/>
          <p:nvPr/>
        </p:nvSpPr>
        <p:spPr>
          <a:xfrm>
            <a:off x="22219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6" name="Thread 72 (block 1, warp 2)"/>
          <p:cNvSpPr/>
          <p:nvPr/>
        </p:nvSpPr>
        <p:spPr>
          <a:xfrm>
            <a:off x="19019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7" name="Thread 73 (block 1, warp 2)"/>
          <p:cNvSpPr/>
          <p:nvPr/>
        </p:nvSpPr>
        <p:spPr>
          <a:xfrm>
            <a:off x="194767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8" name="Thread 74 (block 1, warp 2)"/>
          <p:cNvSpPr/>
          <p:nvPr/>
        </p:nvSpPr>
        <p:spPr>
          <a:xfrm>
            <a:off x="19933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9" name="Thread 75 (block 1, warp 2)"/>
          <p:cNvSpPr/>
          <p:nvPr/>
        </p:nvSpPr>
        <p:spPr>
          <a:xfrm>
            <a:off x="20391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0" name="Thread 76 (block 1, warp 2)"/>
          <p:cNvSpPr/>
          <p:nvPr/>
        </p:nvSpPr>
        <p:spPr>
          <a:xfrm>
            <a:off x="208483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1" name="Thread 77 (block 1, warp 2)"/>
          <p:cNvSpPr/>
          <p:nvPr/>
        </p:nvSpPr>
        <p:spPr>
          <a:xfrm>
            <a:off x="21305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2" name="Thread 78 (block 1, warp 2)"/>
          <p:cNvSpPr/>
          <p:nvPr/>
        </p:nvSpPr>
        <p:spPr>
          <a:xfrm>
            <a:off x="217627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3" name="Thread 79 (block 1, warp 2)"/>
          <p:cNvSpPr/>
          <p:nvPr/>
        </p:nvSpPr>
        <p:spPr>
          <a:xfrm>
            <a:off x="22219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4" name="Thread 80 (block 1, warp 2)"/>
          <p:cNvSpPr/>
          <p:nvPr/>
        </p:nvSpPr>
        <p:spPr>
          <a:xfrm>
            <a:off x="190195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5" name="Thread 81 (block 1, warp 2)"/>
          <p:cNvSpPr/>
          <p:nvPr/>
        </p:nvSpPr>
        <p:spPr>
          <a:xfrm>
            <a:off x="194767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6" name="Thread 82 (block 1, warp 2)"/>
          <p:cNvSpPr/>
          <p:nvPr/>
        </p:nvSpPr>
        <p:spPr>
          <a:xfrm>
            <a:off x="19933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7" name="Thread 83 (block 1, warp 2)"/>
          <p:cNvSpPr/>
          <p:nvPr/>
        </p:nvSpPr>
        <p:spPr>
          <a:xfrm>
            <a:off x="20391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8" name="Thread 84 (block 1, warp 2)"/>
          <p:cNvSpPr/>
          <p:nvPr/>
        </p:nvSpPr>
        <p:spPr>
          <a:xfrm>
            <a:off x="20848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9" name="Thread 85 (block 1, warp 2)"/>
          <p:cNvSpPr/>
          <p:nvPr/>
        </p:nvSpPr>
        <p:spPr>
          <a:xfrm>
            <a:off x="213055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0" name="Thread 86 (block 1, warp 2)"/>
          <p:cNvSpPr/>
          <p:nvPr/>
        </p:nvSpPr>
        <p:spPr>
          <a:xfrm>
            <a:off x="217627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1" name="Thread 87 (block 1, warp 2)"/>
          <p:cNvSpPr/>
          <p:nvPr/>
        </p:nvSpPr>
        <p:spPr>
          <a:xfrm>
            <a:off x="22219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2" name="Thread 88 (block 1, warp 2)"/>
          <p:cNvSpPr/>
          <p:nvPr/>
        </p:nvSpPr>
        <p:spPr>
          <a:xfrm>
            <a:off x="19019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3" name="Thread 89 (block 1, warp 2)"/>
          <p:cNvSpPr/>
          <p:nvPr/>
        </p:nvSpPr>
        <p:spPr>
          <a:xfrm>
            <a:off x="194767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4" name="Thread 90 (block 1, warp 2)"/>
          <p:cNvSpPr/>
          <p:nvPr/>
        </p:nvSpPr>
        <p:spPr>
          <a:xfrm>
            <a:off x="19933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5" name="Thread 91 (block 1, warp 2)"/>
          <p:cNvSpPr/>
          <p:nvPr/>
        </p:nvSpPr>
        <p:spPr>
          <a:xfrm>
            <a:off x="20391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6" name="Thread 92 (block 1, warp 2)"/>
          <p:cNvSpPr/>
          <p:nvPr/>
        </p:nvSpPr>
        <p:spPr>
          <a:xfrm>
            <a:off x="208483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7" name="Thread 93 (block 1, warp 2)"/>
          <p:cNvSpPr/>
          <p:nvPr/>
        </p:nvSpPr>
        <p:spPr>
          <a:xfrm>
            <a:off x="21305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8" name="Thread 94 (block 1, warp 2)"/>
          <p:cNvSpPr/>
          <p:nvPr/>
        </p:nvSpPr>
        <p:spPr>
          <a:xfrm>
            <a:off x="217627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9" name="Thread 95 (block 1, warp 2)"/>
          <p:cNvSpPr/>
          <p:nvPr/>
        </p:nvSpPr>
        <p:spPr>
          <a:xfrm>
            <a:off x="22219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0" name="Thread 96 (block 1, warp 3)"/>
          <p:cNvSpPr/>
          <p:nvPr/>
        </p:nvSpPr>
        <p:spPr>
          <a:xfrm>
            <a:off x="19019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1" name="Thread 97 (block 1, warp 3)"/>
          <p:cNvSpPr/>
          <p:nvPr/>
        </p:nvSpPr>
        <p:spPr>
          <a:xfrm>
            <a:off x="19476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2" name="Thread 98 (block 1, warp 3)"/>
          <p:cNvSpPr/>
          <p:nvPr/>
        </p:nvSpPr>
        <p:spPr>
          <a:xfrm>
            <a:off x="19933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3" name="Thread 99 (block 1, warp 3)"/>
          <p:cNvSpPr/>
          <p:nvPr/>
        </p:nvSpPr>
        <p:spPr>
          <a:xfrm>
            <a:off x="20391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4" name="Thread 100 (block 1, warp 3)"/>
          <p:cNvSpPr/>
          <p:nvPr/>
        </p:nvSpPr>
        <p:spPr>
          <a:xfrm>
            <a:off x="20848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5" name="Thread 101 (block 1, warp 3)"/>
          <p:cNvSpPr/>
          <p:nvPr/>
        </p:nvSpPr>
        <p:spPr>
          <a:xfrm>
            <a:off x="21305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6" name="Thread 102 (block 1, warp 3)"/>
          <p:cNvSpPr/>
          <p:nvPr/>
        </p:nvSpPr>
        <p:spPr>
          <a:xfrm>
            <a:off x="21762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7" name="Thread 103 (block 1, warp 3)"/>
          <p:cNvSpPr/>
          <p:nvPr/>
        </p:nvSpPr>
        <p:spPr>
          <a:xfrm>
            <a:off x="22219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8" name="Thread 104 (block 1, warp 3)"/>
          <p:cNvSpPr/>
          <p:nvPr/>
        </p:nvSpPr>
        <p:spPr>
          <a:xfrm>
            <a:off x="19019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9" name="Thread 105 (block 1, warp 3)"/>
          <p:cNvSpPr/>
          <p:nvPr/>
        </p:nvSpPr>
        <p:spPr>
          <a:xfrm>
            <a:off x="19476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0" name="Thread 106 (block 1, warp 3)"/>
          <p:cNvSpPr/>
          <p:nvPr/>
        </p:nvSpPr>
        <p:spPr>
          <a:xfrm>
            <a:off x="19933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1" name="Thread 107 (block 1, warp 3)"/>
          <p:cNvSpPr/>
          <p:nvPr/>
        </p:nvSpPr>
        <p:spPr>
          <a:xfrm>
            <a:off x="20391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2" name="Thread 108 (block 1, warp 3)"/>
          <p:cNvSpPr/>
          <p:nvPr/>
        </p:nvSpPr>
        <p:spPr>
          <a:xfrm>
            <a:off x="20848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3" name="Thread 109 (block 1, warp 3)"/>
          <p:cNvSpPr/>
          <p:nvPr/>
        </p:nvSpPr>
        <p:spPr>
          <a:xfrm>
            <a:off x="21305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4" name="Thread 110 (block 1, warp 3)"/>
          <p:cNvSpPr/>
          <p:nvPr/>
        </p:nvSpPr>
        <p:spPr>
          <a:xfrm>
            <a:off x="21762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5" name="Thread 111 (block 1, warp 3)"/>
          <p:cNvSpPr/>
          <p:nvPr/>
        </p:nvSpPr>
        <p:spPr>
          <a:xfrm>
            <a:off x="22219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6" name="Thread 112 (block 1, warp 3)"/>
          <p:cNvSpPr/>
          <p:nvPr/>
        </p:nvSpPr>
        <p:spPr>
          <a:xfrm>
            <a:off x="19019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7" name="Thread 113 (block 1, warp 3)"/>
          <p:cNvSpPr/>
          <p:nvPr/>
        </p:nvSpPr>
        <p:spPr>
          <a:xfrm>
            <a:off x="19476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8" name="Thread 114 (block 1, warp 3)"/>
          <p:cNvSpPr/>
          <p:nvPr/>
        </p:nvSpPr>
        <p:spPr>
          <a:xfrm>
            <a:off x="19933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9" name="Thread 115 (block 1, warp 3)"/>
          <p:cNvSpPr/>
          <p:nvPr/>
        </p:nvSpPr>
        <p:spPr>
          <a:xfrm>
            <a:off x="20391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0" name="Thread 116 (block 1, warp 3)"/>
          <p:cNvSpPr/>
          <p:nvPr/>
        </p:nvSpPr>
        <p:spPr>
          <a:xfrm>
            <a:off x="20848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1" name="Thread 117 (block 1, warp 3)"/>
          <p:cNvSpPr/>
          <p:nvPr/>
        </p:nvSpPr>
        <p:spPr>
          <a:xfrm>
            <a:off x="21305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2" name="Thread 118 (block 1, warp 3)"/>
          <p:cNvSpPr/>
          <p:nvPr/>
        </p:nvSpPr>
        <p:spPr>
          <a:xfrm>
            <a:off x="21762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3" name="Thread 119 (block 1, warp 3)"/>
          <p:cNvSpPr/>
          <p:nvPr/>
        </p:nvSpPr>
        <p:spPr>
          <a:xfrm>
            <a:off x="22219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4" name="Thread 120 (block 1, warp 3)"/>
          <p:cNvSpPr/>
          <p:nvPr/>
        </p:nvSpPr>
        <p:spPr>
          <a:xfrm>
            <a:off x="19019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5" name="Thread 121 (block 1, warp 3)"/>
          <p:cNvSpPr/>
          <p:nvPr/>
        </p:nvSpPr>
        <p:spPr>
          <a:xfrm>
            <a:off x="19476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6" name="Thread 122 (block 1, warp 3)"/>
          <p:cNvSpPr/>
          <p:nvPr/>
        </p:nvSpPr>
        <p:spPr>
          <a:xfrm>
            <a:off x="19933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7" name="Thread 123 (block 1, warp 3)"/>
          <p:cNvSpPr/>
          <p:nvPr/>
        </p:nvSpPr>
        <p:spPr>
          <a:xfrm>
            <a:off x="20391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8" name="Thread 124 (block 1, warp 3)"/>
          <p:cNvSpPr/>
          <p:nvPr/>
        </p:nvSpPr>
        <p:spPr>
          <a:xfrm>
            <a:off x="20848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9" name="Thread 125 (block 1, warp 3)"/>
          <p:cNvSpPr/>
          <p:nvPr/>
        </p:nvSpPr>
        <p:spPr>
          <a:xfrm>
            <a:off x="21305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0" name="Thread 126 (block 1, warp 3)"/>
          <p:cNvSpPr/>
          <p:nvPr/>
        </p:nvSpPr>
        <p:spPr>
          <a:xfrm>
            <a:off x="21762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1" name="Thread 127 (block 1, warp 3)"/>
          <p:cNvSpPr/>
          <p:nvPr/>
        </p:nvSpPr>
        <p:spPr>
          <a:xfrm>
            <a:off x="22219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2" name="Upper boundary: block"/>
          <p:cNvSpPr/>
          <p:nvPr/>
        </p:nvSpPr>
        <p:spPr>
          <a:xfrm>
            <a:off x="132588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533" name="Threads within one block"/>
          <p:cNvSpPr/>
          <p:nvPr/>
        </p:nvSpPr>
        <p:spPr>
          <a:xfrm>
            <a:off x="132588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Threads within one block</a:t>
            </a:r>
          </a:p>
        </p:txBody>
      </p:sp>
      <p:sp>
        <p:nvSpPr>
          <p:cNvPr id="534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535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536" name="Block 0"/>
          <p:cNvSpPr/>
          <p:nvPr/>
        </p:nvSpPr>
        <p:spPr>
          <a:xfrm>
            <a:off x="247345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537" name="Block 0: 128 threads"/>
          <p:cNvSpPr/>
          <p:nvPr/>
        </p:nvSpPr>
        <p:spPr>
          <a:xfrm>
            <a:off x="247345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538" name="Upper boundary: block 0"/>
          <p:cNvSpPr/>
          <p:nvPr/>
        </p:nvSpPr>
        <p:spPr>
          <a:xfrm>
            <a:off x="245745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539" name="Thread 0 (block 0, warp 0)"/>
          <p:cNvSpPr/>
          <p:nvPr/>
        </p:nvSpPr>
        <p:spPr>
          <a:xfrm>
            <a:off x="250545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0" name="Thread 1 (block 0, warp 0) selected"/>
          <p:cNvSpPr/>
          <p:nvPr/>
        </p:nvSpPr>
        <p:spPr>
          <a:xfrm>
            <a:off x="2551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1" name="Thread 2 (block 0, warp 0)"/>
          <p:cNvSpPr/>
          <p:nvPr/>
        </p:nvSpPr>
        <p:spPr>
          <a:xfrm>
            <a:off x="259689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2" name="Thread 3 (block 0, warp 0)"/>
          <p:cNvSpPr/>
          <p:nvPr/>
        </p:nvSpPr>
        <p:spPr>
          <a:xfrm>
            <a:off x="264261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3" name="Thread 4 (block 0, warp 0)"/>
          <p:cNvSpPr/>
          <p:nvPr/>
        </p:nvSpPr>
        <p:spPr>
          <a:xfrm>
            <a:off x="268833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4" name="Thread 5 (block 0, warp 0)"/>
          <p:cNvSpPr/>
          <p:nvPr/>
        </p:nvSpPr>
        <p:spPr>
          <a:xfrm>
            <a:off x="273405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5" name="Thread 6 (block 0, warp 0) selected"/>
          <p:cNvSpPr/>
          <p:nvPr/>
        </p:nvSpPr>
        <p:spPr>
          <a:xfrm>
            <a:off x="2779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6" name="Thread 7 (block 0, warp 0)"/>
          <p:cNvSpPr/>
          <p:nvPr/>
        </p:nvSpPr>
        <p:spPr>
          <a:xfrm>
            <a:off x="282549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7" name="Thread 8 (block 0, warp 0)"/>
          <p:cNvSpPr/>
          <p:nvPr/>
        </p:nvSpPr>
        <p:spPr>
          <a:xfrm>
            <a:off x="250545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8" name="Thread 9 (block 0, warp 0)"/>
          <p:cNvSpPr/>
          <p:nvPr/>
        </p:nvSpPr>
        <p:spPr>
          <a:xfrm>
            <a:off x="255117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9" name="Thread 10 (block 0, warp 0)"/>
          <p:cNvSpPr/>
          <p:nvPr/>
        </p:nvSpPr>
        <p:spPr>
          <a:xfrm>
            <a:off x="259689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0" name="Thread 11 (block 0, warp 0) selected"/>
          <p:cNvSpPr/>
          <p:nvPr/>
        </p:nvSpPr>
        <p:spPr>
          <a:xfrm>
            <a:off x="2642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1" name="Thread 12 (block 0, warp 0)"/>
          <p:cNvSpPr/>
          <p:nvPr/>
        </p:nvSpPr>
        <p:spPr>
          <a:xfrm>
            <a:off x="268833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2" name="Thread 13 (block 0, warp 0)"/>
          <p:cNvSpPr/>
          <p:nvPr/>
        </p:nvSpPr>
        <p:spPr>
          <a:xfrm>
            <a:off x="273405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3" name="Thread 14 (block 0, warp 0)"/>
          <p:cNvSpPr/>
          <p:nvPr/>
        </p:nvSpPr>
        <p:spPr>
          <a:xfrm>
            <a:off x="277977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4" name="Thread 15 (block 0, warp 0)"/>
          <p:cNvSpPr/>
          <p:nvPr/>
        </p:nvSpPr>
        <p:spPr>
          <a:xfrm>
            <a:off x="282549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5" name="Thread 16 (block 0, warp 0)"/>
          <p:cNvSpPr/>
          <p:nvPr/>
        </p:nvSpPr>
        <p:spPr>
          <a:xfrm>
            <a:off x="250545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6" name="Thread 17 (block 0, warp 0)"/>
          <p:cNvSpPr/>
          <p:nvPr/>
        </p:nvSpPr>
        <p:spPr>
          <a:xfrm>
            <a:off x="255117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7" name="Thread 18 (block 0, warp 0)"/>
          <p:cNvSpPr/>
          <p:nvPr/>
        </p:nvSpPr>
        <p:spPr>
          <a:xfrm>
            <a:off x="259689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8" name="Thread 19 (block 0, warp 0)"/>
          <p:cNvSpPr/>
          <p:nvPr/>
        </p:nvSpPr>
        <p:spPr>
          <a:xfrm>
            <a:off x="264261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9" name="Thread 20 (block 0, warp 0) selected"/>
          <p:cNvSpPr/>
          <p:nvPr/>
        </p:nvSpPr>
        <p:spPr>
          <a:xfrm>
            <a:off x="2688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0" name="Thread 21 (block 0, warp 0)"/>
          <p:cNvSpPr/>
          <p:nvPr/>
        </p:nvSpPr>
        <p:spPr>
          <a:xfrm>
            <a:off x="273405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1" name="Thread 22 (block 0, warp 0)"/>
          <p:cNvSpPr/>
          <p:nvPr/>
        </p:nvSpPr>
        <p:spPr>
          <a:xfrm>
            <a:off x="277977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2" name="Thread 23 (block 0, warp 0)"/>
          <p:cNvSpPr/>
          <p:nvPr/>
        </p:nvSpPr>
        <p:spPr>
          <a:xfrm>
            <a:off x="282549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3" name="Thread 24 (block 0, warp 0)"/>
          <p:cNvSpPr/>
          <p:nvPr/>
        </p:nvSpPr>
        <p:spPr>
          <a:xfrm>
            <a:off x="250545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4" name="Thread 25 (block 0, warp 0)"/>
          <p:cNvSpPr/>
          <p:nvPr/>
        </p:nvSpPr>
        <p:spPr>
          <a:xfrm>
            <a:off x="255117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5" name="Thread 26 (block 0, warp 0)"/>
          <p:cNvSpPr/>
          <p:nvPr/>
        </p:nvSpPr>
        <p:spPr>
          <a:xfrm>
            <a:off x="259689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6" name="Thread 27 (block 0, warp 0)"/>
          <p:cNvSpPr/>
          <p:nvPr/>
        </p:nvSpPr>
        <p:spPr>
          <a:xfrm>
            <a:off x="264261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7" name="Thread 28 (block 0, warp 0) selected"/>
          <p:cNvSpPr/>
          <p:nvPr/>
        </p:nvSpPr>
        <p:spPr>
          <a:xfrm>
            <a:off x="2688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8" name="Thread 29 (block 0, warp 0)"/>
          <p:cNvSpPr/>
          <p:nvPr/>
        </p:nvSpPr>
        <p:spPr>
          <a:xfrm>
            <a:off x="273405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9" name="Thread 30 (block 0, warp 0)"/>
          <p:cNvSpPr/>
          <p:nvPr/>
        </p:nvSpPr>
        <p:spPr>
          <a:xfrm>
            <a:off x="277977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0" name="Thread 31 (block 0, warp 0)"/>
          <p:cNvSpPr/>
          <p:nvPr/>
        </p:nvSpPr>
        <p:spPr>
          <a:xfrm>
            <a:off x="282549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1" name="Thread 32 (block 0, warp 1)"/>
          <p:cNvSpPr/>
          <p:nvPr/>
        </p:nvSpPr>
        <p:spPr>
          <a:xfrm>
            <a:off x="25054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2" name="Thread 33 (block 0, warp 1)"/>
          <p:cNvSpPr/>
          <p:nvPr/>
        </p:nvSpPr>
        <p:spPr>
          <a:xfrm>
            <a:off x="25511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3" name="Thread 34 (block 0, warp 1)"/>
          <p:cNvSpPr/>
          <p:nvPr/>
        </p:nvSpPr>
        <p:spPr>
          <a:xfrm>
            <a:off x="25968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4" name="Thread 35 (block 0, warp 1)"/>
          <p:cNvSpPr/>
          <p:nvPr/>
        </p:nvSpPr>
        <p:spPr>
          <a:xfrm>
            <a:off x="26426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5" name="Thread 36 (block 0, warp 1)"/>
          <p:cNvSpPr/>
          <p:nvPr/>
        </p:nvSpPr>
        <p:spPr>
          <a:xfrm>
            <a:off x="26883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6" name="Thread 37 (block 0, warp 1)"/>
          <p:cNvSpPr/>
          <p:nvPr/>
        </p:nvSpPr>
        <p:spPr>
          <a:xfrm>
            <a:off x="27340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7" name="Thread 38 (block 0, warp 1)"/>
          <p:cNvSpPr/>
          <p:nvPr/>
        </p:nvSpPr>
        <p:spPr>
          <a:xfrm>
            <a:off x="27797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8" name="Thread 39 (block 0, warp 1) selected"/>
          <p:cNvSpPr/>
          <p:nvPr/>
        </p:nvSpPr>
        <p:spPr>
          <a:xfrm>
            <a:off x="282549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9" name="Thread 40 (block 0, warp 1)"/>
          <p:cNvSpPr/>
          <p:nvPr/>
        </p:nvSpPr>
        <p:spPr>
          <a:xfrm>
            <a:off x="25054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0" name="Thread 41 (block 0, warp 1)"/>
          <p:cNvSpPr/>
          <p:nvPr/>
        </p:nvSpPr>
        <p:spPr>
          <a:xfrm>
            <a:off x="25511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1" name="Thread 42 (block 0, warp 1) selected"/>
          <p:cNvSpPr/>
          <p:nvPr/>
        </p:nvSpPr>
        <p:spPr>
          <a:xfrm>
            <a:off x="259689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82" name="Thread 43 (block 0, warp 1)"/>
          <p:cNvSpPr/>
          <p:nvPr/>
        </p:nvSpPr>
        <p:spPr>
          <a:xfrm>
            <a:off x="26426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3" name="Thread 44 (block 0, warp 1)"/>
          <p:cNvSpPr/>
          <p:nvPr/>
        </p:nvSpPr>
        <p:spPr>
          <a:xfrm>
            <a:off x="26883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4" name="Thread 45 (block 0, warp 1)"/>
          <p:cNvSpPr/>
          <p:nvPr/>
        </p:nvSpPr>
        <p:spPr>
          <a:xfrm>
            <a:off x="27340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5" name="Thread 46 (block 0, warp 1)"/>
          <p:cNvSpPr/>
          <p:nvPr/>
        </p:nvSpPr>
        <p:spPr>
          <a:xfrm>
            <a:off x="27797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6" name="Thread 47 (block 0, warp 1)"/>
          <p:cNvSpPr/>
          <p:nvPr/>
        </p:nvSpPr>
        <p:spPr>
          <a:xfrm>
            <a:off x="28254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7" name="Thread 48 (block 0, warp 1)"/>
          <p:cNvSpPr/>
          <p:nvPr/>
        </p:nvSpPr>
        <p:spPr>
          <a:xfrm>
            <a:off x="25054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8" name="Thread 49 (block 0, warp 1)"/>
          <p:cNvSpPr/>
          <p:nvPr/>
        </p:nvSpPr>
        <p:spPr>
          <a:xfrm>
            <a:off x="25511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9" name="Thread 50 (block 0, warp 1)"/>
          <p:cNvSpPr/>
          <p:nvPr/>
        </p:nvSpPr>
        <p:spPr>
          <a:xfrm>
            <a:off x="25968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0" name="Thread 51 (block 0, warp 1)"/>
          <p:cNvSpPr/>
          <p:nvPr/>
        </p:nvSpPr>
        <p:spPr>
          <a:xfrm>
            <a:off x="26426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1" name="Thread 52 (block 0, warp 1)"/>
          <p:cNvSpPr/>
          <p:nvPr/>
        </p:nvSpPr>
        <p:spPr>
          <a:xfrm>
            <a:off x="26883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2" name="Thread 53 (block 0, warp 1) selected"/>
          <p:cNvSpPr/>
          <p:nvPr/>
        </p:nvSpPr>
        <p:spPr>
          <a:xfrm>
            <a:off x="273405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93" name="Thread 54 (block 0, warp 1)"/>
          <p:cNvSpPr/>
          <p:nvPr/>
        </p:nvSpPr>
        <p:spPr>
          <a:xfrm>
            <a:off x="27797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4" name="Thread 55 (block 0, warp 1)"/>
          <p:cNvSpPr/>
          <p:nvPr/>
        </p:nvSpPr>
        <p:spPr>
          <a:xfrm>
            <a:off x="28254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5" name="Thread 56 (block 0, warp 1)"/>
          <p:cNvSpPr/>
          <p:nvPr/>
        </p:nvSpPr>
        <p:spPr>
          <a:xfrm>
            <a:off x="25054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6" name="Thread 57 (block 0, warp 1)"/>
          <p:cNvSpPr/>
          <p:nvPr/>
        </p:nvSpPr>
        <p:spPr>
          <a:xfrm>
            <a:off x="25511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7" name="Thread 58 (block 0, warp 1)"/>
          <p:cNvSpPr/>
          <p:nvPr/>
        </p:nvSpPr>
        <p:spPr>
          <a:xfrm>
            <a:off x="25968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8" name="Thread 59 (block 0, warp 1)"/>
          <p:cNvSpPr/>
          <p:nvPr/>
        </p:nvSpPr>
        <p:spPr>
          <a:xfrm>
            <a:off x="26426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9" name="Thread 60 (block 0, warp 1) selected"/>
          <p:cNvSpPr/>
          <p:nvPr/>
        </p:nvSpPr>
        <p:spPr>
          <a:xfrm>
            <a:off x="268833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0" name="Thread 61 (block 0, warp 1)"/>
          <p:cNvSpPr/>
          <p:nvPr/>
        </p:nvSpPr>
        <p:spPr>
          <a:xfrm>
            <a:off x="27340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1" name="Thread 62 (block 0, warp 1)"/>
          <p:cNvSpPr/>
          <p:nvPr/>
        </p:nvSpPr>
        <p:spPr>
          <a:xfrm>
            <a:off x="27797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2" name="Thread 63 (block 0, warp 1)"/>
          <p:cNvSpPr/>
          <p:nvPr/>
        </p:nvSpPr>
        <p:spPr>
          <a:xfrm>
            <a:off x="28254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3" name="Thread 64 (block 0, warp 2)"/>
          <p:cNvSpPr/>
          <p:nvPr/>
        </p:nvSpPr>
        <p:spPr>
          <a:xfrm>
            <a:off x="250545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4" name="Thread 65 (block 0, warp 2)"/>
          <p:cNvSpPr/>
          <p:nvPr/>
        </p:nvSpPr>
        <p:spPr>
          <a:xfrm>
            <a:off x="255117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5" name="Thread 66 (block 0, warp 2) selected"/>
          <p:cNvSpPr/>
          <p:nvPr/>
        </p:nvSpPr>
        <p:spPr>
          <a:xfrm>
            <a:off x="2596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6" name="Thread 67 (block 0, warp 2)"/>
          <p:cNvSpPr/>
          <p:nvPr/>
        </p:nvSpPr>
        <p:spPr>
          <a:xfrm>
            <a:off x="264261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7" name="Thread 68 (block 0, warp 2)"/>
          <p:cNvSpPr/>
          <p:nvPr/>
        </p:nvSpPr>
        <p:spPr>
          <a:xfrm>
            <a:off x="268833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8" name="Thread 69 (block 0, warp 2)"/>
          <p:cNvSpPr/>
          <p:nvPr/>
        </p:nvSpPr>
        <p:spPr>
          <a:xfrm>
            <a:off x="273405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9" name="Thread 70 (block 0, warp 2)"/>
          <p:cNvSpPr/>
          <p:nvPr/>
        </p:nvSpPr>
        <p:spPr>
          <a:xfrm>
            <a:off x="277977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0" name="Thread 71 (block 0, warp 2)"/>
          <p:cNvSpPr/>
          <p:nvPr/>
        </p:nvSpPr>
        <p:spPr>
          <a:xfrm>
            <a:off x="282549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1" name="Thread 72 (block 0, warp 2)"/>
          <p:cNvSpPr/>
          <p:nvPr/>
        </p:nvSpPr>
        <p:spPr>
          <a:xfrm>
            <a:off x="250545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2" name="Thread 73 (block 0, warp 2)"/>
          <p:cNvSpPr/>
          <p:nvPr/>
        </p:nvSpPr>
        <p:spPr>
          <a:xfrm>
            <a:off x="255117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3" name="Thread 74 (block 0, warp 2)"/>
          <p:cNvSpPr/>
          <p:nvPr/>
        </p:nvSpPr>
        <p:spPr>
          <a:xfrm>
            <a:off x="259689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4" name="Thread 75 (block 0, warp 2) selected"/>
          <p:cNvSpPr/>
          <p:nvPr/>
        </p:nvSpPr>
        <p:spPr>
          <a:xfrm>
            <a:off x="2642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5" name="Thread 76 (block 0, warp 2)"/>
          <p:cNvSpPr/>
          <p:nvPr/>
        </p:nvSpPr>
        <p:spPr>
          <a:xfrm>
            <a:off x="268833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6" name="Thread 77 (block 0, warp 2)"/>
          <p:cNvSpPr/>
          <p:nvPr/>
        </p:nvSpPr>
        <p:spPr>
          <a:xfrm>
            <a:off x="273405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7" name="Thread 78 (block 0, warp 2)"/>
          <p:cNvSpPr/>
          <p:nvPr/>
        </p:nvSpPr>
        <p:spPr>
          <a:xfrm>
            <a:off x="277977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8" name="Thread 79 (block 0, warp 2)"/>
          <p:cNvSpPr/>
          <p:nvPr/>
        </p:nvSpPr>
        <p:spPr>
          <a:xfrm>
            <a:off x="282549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9" name="Thread 80 (block 0, warp 2)"/>
          <p:cNvSpPr/>
          <p:nvPr/>
        </p:nvSpPr>
        <p:spPr>
          <a:xfrm>
            <a:off x="250545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0" name="Thread 81 (block 0, warp 2) selected"/>
          <p:cNvSpPr/>
          <p:nvPr/>
        </p:nvSpPr>
        <p:spPr>
          <a:xfrm>
            <a:off x="2551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1" name="Thread 82 (block 0, warp 2)"/>
          <p:cNvSpPr/>
          <p:nvPr/>
        </p:nvSpPr>
        <p:spPr>
          <a:xfrm>
            <a:off x="259689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2" name="Thread 83 (block 0, warp 2)"/>
          <p:cNvSpPr/>
          <p:nvPr/>
        </p:nvSpPr>
        <p:spPr>
          <a:xfrm>
            <a:off x="264261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3" name="Thread 84 (block 0, warp 2)"/>
          <p:cNvSpPr/>
          <p:nvPr/>
        </p:nvSpPr>
        <p:spPr>
          <a:xfrm>
            <a:off x="268833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4" name="Thread 85 (block 0, warp 2)"/>
          <p:cNvSpPr/>
          <p:nvPr/>
        </p:nvSpPr>
        <p:spPr>
          <a:xfrm>
            <a:off x="273405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5" name="Thread 86 (block 0, warp 2)"/>
          <p:cNvSpPr/>
          <p:nvPr/>
        </p:nvSpPr>
        <p:spPr>
          <a:xfrm>
            <a:off x="277977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6" name="Thread 87 (block 0, warp 2)"/>
          <p:cNvSpPr/>
          <p:nvPr/>
        </p:nvSpPr>
        <p:spPr>
          <a:xfrm>
            <a:off x="282549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7" name="Thread 88 (block 0, warp 2)"/>
          <p:cNvSpPr/>
          <p:nvPr/>
        </p:nvSpPr>
        <p:spPr>
          <a:xfrm>
            <a:off x="250545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8" name="Thread 89 (block 0, warp 2)"/>
          <p:cNvSpPr/>
          <p:nvPr/>
        </p:nvSpPr>
        <p:spPr>
          <a:xfrm>
            <a:off x="255117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9" name="Thread 90 (block 0, warp 2)"/>
          <p:cNvSpPr/>
          <p:nvPr/>
        </p:nvSpPr>
        <p:spPr>
          <a:xfrm>
            <a:off x="259689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0" name="Thread 91 (block 0, warp 2)"/>
          <p:cNvSpPr/>
          <p:nvPr/>
        </p:nvSpPr>
        <p:spPr>
          <a:xfrm>
            <a:off x="264261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1" name="Thread 92 (block 0, warp 2)"/>
          <p:cNvSpPr/>
          <p:nvPr/>
        </p:nvSpPr>
        <p:spPr>
          <a:xfrm>
            <a:off x="268833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2" name="Thread 93 (block 0, warp 2) selected"/>
          <p:cNvSpPr/>
          <p:nvPr/>
        </p:nvSpPr>
        <p:spPr>
          <a:xfrm>
            <a:off x="2734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3" name="Thread 94 (block 0, warp 2)"/>
          <p:cNvSpPr/>
          <p:nvPr/>
        </p:nvSpPr>
        <p:spPr>
          <a:xfrm>
            <a:off x="277977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4" name="Thread 95 (block 0, warp 2)"/>
          <p:cNvSpPr/>
          <p:nvPr/>
        </p:nvSpPr>
        <p:spPr>
          <a:xfrm>
            <a:off x="282549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5" name="Thread 96 (block 0, warp 3)"/>
          <p:cNvSpPr/>
          <p:nvPr/>
        </p:nvSpPr>
        <p:spPr>
          <a:xfrm>
            <a:off x="25054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6" name="Thread 97 (block 0, warp 3)"/>
          <p:cNvSpPr/>
          <p:nvPr/>
        </p:nvSpPr>
        <p:spPr>
          <a:xfrm>
            <a:off x="25511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7" name="Thread 98 (block 0, warp 3)"/>
          <p:cNvSpPr/>
          <p:nvPr/>
        </p:nvSpPr>
        <p:spPr>
          <a:xfrm>
            <a:off x="25968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8" name="Thread 99 (block 0, warp 3)"/>
          <p:cNvSpPr/>
          <p:nvPr/>
        </p:nvSpPr>
        <p:spPr>
          <a:xfrm>
            <a:off x="26426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9" name="Thread 100 (block 0, warp 3) selected"/>
          <p:cNvSpPr/>
          <p:nvPr/>
        </p:nvSpPr>
        <p:spPr>
          <a:xfrm>
            <a:off x="268833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0" name="Thread 101 (block 0, warp 3)"/>
          <p:cNvSpPr/>
          <p:nvPr/>
        </p:nvSpPr>
        <p:spPr>
          <a:xfrm>
            <a:off x="27340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1" name="Thread 102 (block 0, warp 3)"/>
          <p:cNvSpPr/>
          <p:nvPr/>
        </p:nvSpPr>
        <p:spPr>
          <a:xfrm>
            <a:off x="27797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2" name="Thread 103 (block 0, warp 3)"/>
          <p:cNvSpPr/>
          <p:nvPr/>
        </p:nvSpPr>
        <p:spPr>
          <a:xfrm>
            <a:off x="28254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3" name="Thread 104 (block 0, warp 3)"/>
          <p:cNvSpPr/>
          <p:nvPr/>
        </p:nvSpPr>
        <p:spPr>
          <a:xfrm>
            <a:off x="25054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4" name="Thread 105 (block 0, warp 3)"/>
          <p:cNvSpPr/>
          <p:nvPr/>
        </p:nvSpPr>
        <p:spPr>
          <a:xfrm>
            <a:off x="25511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5" name="Thread 106 (block 0, warp 3)"/>
          <p:cNvSpPr/>
          <p:nvPr/>
        </p:nvSpPr>
        <p:spPr>
          <a:xfrm>
            <a:off x="25968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6" name="Thread 107 (block 0, warp 3)"/>
          <p:cNvSpPr/>
          <p:nvPr/>
        </p:nvSpPr>
        <p:spPr>
          <a:xfrm>
            <a:off x="26426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7" name="Thread 108 (block 0, warp 3) selected"/>
          <p:cNvSpPr/>
          <p:nvPr/>
        </p:nvSpPr>
        <p:spPr>
          <a:xfrm>
            <a:off x="268833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8" name="Thread 109 (block 0, warp 3)"/>
          <p:cNvSpPr/>
          <p:nvPr/>
        </p:nvSpPr>
        <p:spPr>
          <a:xfrm>
            <a:off x="27340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9" name="Thread 110 (block 0, warp 3)"/>
          <p:cNvSpPr/>
          <p:nvPr/>
        </p:nvSpPr>
        <p:spPr>
          <a:xfrm>
            <a:off x="27797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0" name="Thread 111 (block 0, warp 3)"/>
          <p:cNvSpPr/>
          <p:nvPr/>
        </p:nvSpPr>
        <p:spPr>
          <a:xfrm>
            <a:off x="28254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1" name="Thread 112 (block 0, warp 3)"/>
          <p:cNvSpPr/>
          <p:nvPr/>
        </p:nvSpPr>
        <p:spPr>
          <a:xfrm>
            <a:off x="25054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2" name="Thread 113 (block 0, warp 3)"/>
          <p:cNvSpPr/>
          <p:nvPr/>
        </p:nvSpPr>
        <p:spPr>
          <a:xfrm>
            <a:off x="25511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3" name="Thread 114 (block 0, warp 3)"/>
          <p:cNvSpPr/>
          <p:nvPr/>
        </p:nvSpPr>
        <p:spPr>
          <a:xfrm>
            <a:off x="25968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4" name="Thread 115 (block 0, warp 3)"/>
          <p:cNvSpPr/>
          <p:nvPr/>
        </p:nvSpPr>
        <p:spPr>
          <a:xfrm>
            <a:off x="26426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5" name="Thread 116 (block 0, warp 3)"/>
          <p:cNvSpPr/>
          <p:nvPr/>
        </p:nvSpPr>
        <p:spPr>
          <a:xfrm>
            <a:off x="26883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6" name="Thread 117 (block 0, warp 3)"/>
          <p:cNvSpPr/>
          <p:nvPr/>
        </p:nvSpPr>
        <p:spPr>
          <a:xfrm>
            <a:off x="27340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7" name="Thread 118 (block 0, warp 3)"/>
          <p:cNvSpPr/>
          <p:nvPr/>
        </p:nvSpPr>
        <p:spPr>
          <a:xfrm>
            <a:off x="27797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8" name="Thread 119 (block 0, warp 3) selected"/>
          <p:cNvSpPr/>
          <p:nvPr/>
        </p:nvSpPr>
        <p:spPr>
          <a:xfrm>
            <a:off x="282549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59" name="Thread 120 (block 0, warp 3)"/>
          <p:cNvSpPr/>
          <p:nvPr/>
        </p:nvSpPr>
        <p:spPr>
          <a:xfrm>
            <a:off x="25054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0" name="Thread 121 (block 0, warp 3)"/>
          <p:cNvSpPr/>
          <p:nvPr/>
        </p:nvSpPr>
        <p:spPr>
          <a:xfrm>
            <a:off x="25511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1" name="Thread 122 (block 0, warp 3)"/>
          <p:cNvSpPr/>
          <p:nvPr/>
        </p:nvSpPr>
        <p:spPr>
          <a:xfrm>
            <a:off x="25968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2" name="Thread 123 (block 0, warp 3)"/>
          <p:cNvSpPr/>
          <p:nvPr/>
        </p:nvSpPr>
        <p:spPr>
          <a:xfrm>
            <a:off x="26426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3" name="Thread 124 (block 0, warp 3)"/>
          <p:cNvSpPr/>
          <p:nvPr/>
        </p:nvSpPr>
        <p:spPr>
          <a:xfrm>
            <a:off x="268833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4" name="Thread 125 (block 0, warp 3)"/>
          <p:cNvSpPr/>
          <p:nvPr/>
        </p:nvSpPr>
        <p:spPr>
          <a:xfrm>
            <a:off x="27340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5" name="Thread 126 (block 0, warp 3) selected"/>
          <p:cNvSpPr/>
          <p:nvPr/>
        </p:nvSpPr>
        <p:spPr>
          <a:xfrm>
            <a:off x="277977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66" name="Thread 127 (block 0, warp 3)"/>
          <p:cNvSpPr/>
          <p:nvPr/>
        </p:nvSpPr>
        <p:spPr>
          <a:xfrm>
            <a:off x="28254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7" name="Block 1"/>
          <p:cNvSpPr/>
          <p:nvPr/>
        </p:nvSpPr>
        <p:spPr>
          <a:xfrm>
            <a:off x="299008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668" name="Block 1: 128 threads"/>
          <p:cNvSpPr/>
          <p:nvPr/>
        </p:nvSpPr>
        <p:spPr>
          <a:xfrm>
            <a:off x="299008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669" name="Thread 0 (block 1, warp 0)"/>
          <p:cNvSpPr/>
          <p:nvPr/>
        </p:nvSpPr>
        <p:spPr>
          <a:xfrm>
            <a:off x="30220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0" name="Thread 1 (block 1, warp 0)"/>
          <p:cNvSpPr/>
          <p:nvPr/>
        </p:nvSpPr>
        <p:spPr>
          <a:xfrm>
            <a:off x="30678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1" name="Thread 2 (block 1, warp 0)"/>
          <p:cNvSpPr/>
          <p:nvPr/>
        </p:nvSpPr>
        <p:spPr>
          <a:xfrm>
            <a:off x="31135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2" name="Thread 3 (block 1, warp 0)"/>
          <p:cNvSpPr/>
          <p:nvPr/>
        </p:nvSpPr>
        <p:spPr>
          <a:xfrm>
            <a:off x="31592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3" name="Thread 4 (block 1, warp 0)"/>
          <p:cNvSpPr/>
          <p:nvPr/>
        </p:nvSpPr>
        <p:spPr>
          <a:xfrm>
            <a:off x="320497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4" name="Thread 5 (block 1, warp 0)"/>
          <p:cNvSpPr/>
          <p:nvPr/>
        </p:nvSpPr>
        <p:spPr>
          <a:xfrm>
            <a:off x="32506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5" name="Thread 6 (block 1, warp 0)"/>
          <p:cNvSpPr/>
          <p:nvPr/>
        </p:nvSpPr>
        <p:spPr>
          <a:xfrm>
            <a:off x="32964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6" name="Thread 7 (block 1, warp 0)"/>
          <p:cNvSpPr/>
          <p:nvPr/>
        </p:nvSpPr>
        <p:spPr>
          <a:xfrm>
            <a:off x="33421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7" name="Thread 8 (block 1, warp 0)"/>
          <p:cNvSpPr/>
          <p:nvPr/>
        </p:nvSpPr>
        <p:spPr>
          <a:xfrm>
            <a:off x="30220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8" name="Thread 9 (block 1, warp 0)"/>
          <p:cNvSpPr/>
          <p:nvPr/>
        </p:nvSpPr>
        <p:spPr>
          <a:xfrm>
            <a:off x="306781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9" name="Thread 10 (block 1, warp 0)"/>
          <p:cNvSpPr/>
          <p:nvPr/>
        </p:nvSpPr>
        <p:spPr>
          <a:xfrm>
            <a:off x="31135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0" name="Thread 11 (block 1, warp 0)"/>
          <p:cNvSpPr/>
          <p:nvPr/>
        </p:nvSpPr>
        <p:spPr>
          <a:xfrm>
            <a:off x="31592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1" name="Thread 12 (block 1, warp 0)"/>
          <p:cNvSpPr/>
          <p:nvPr/>
        </p:nvSpPr>
        <p:spPr>
          <a:xfrm>
            <a:off x="320497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2" name="Thread 13 (block 1, warp 0)"/>
          <p:cNvSpPr/>
          <p:nvPr/>
        </p:nvSpPr>
        <p:spPr>
          <a:xfrm>
            <a:off x="32506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3" name="Thread 14 (block 1, warp 0)"/>
          <p:cNvSpPr/>
          <p:nvPr/>
        </p:nvSpPr>
        <p:spPr>
          <a:xfrm>
            <a:off x="329641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4" name="Thread 15 (block 1, warp 0)"/>
          <p:cNvSpPr/>
          <p:nvPr/>
        </p:nvSpPr>
        <p:spPr>
          <a:xfrm>
            <a:off x="33421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5" name="Thread 16 (block 1, warp 0)"/>
          <p:cNvSpPr/>
          <p:nvPr/>
        </p:nvSpPr>
        <p:spPr>
          <a:xfrm>
            <a:off x="30220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6" name="Thread 17 (block 1, warp 0)"/>
          <p:cNvSpPr/>
          <p:nvPr/>
        </p:nvSpPr>
        <p:spPr>
          <a:xfrm>
            <a:off x="30678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7" name="Thread 18 (block 1, warp 0)"/>
          <p:cNvSpPr/>
          <p:nvPr/>
        </p:nvSpPr>
        <p:spPr>
          <a:xfrm>
            <a:off x="311353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8" name="Thread 19 (block 1, warp 0)"/>
          <p:cNvSpPr/>
          <p:nvPr/>
        </p:nvSpPr>
        <p:spPr>
          <a:xfrm>
            <a:off x="31592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9" name="Thread 20 (block 1, warp 0)"/>
          <p:cNvSpPr/>
          <p:nvPr/>
        </p:nvSpPr>
        <p:spPr>
          <a:xfrm>
            <a:off x="320497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0" name="Thread 21 (block 1, warp 0)"/>
          <p:cNvSpPr/>
          <p:nvPr/>
        </p:nvSpPr>
        <p:spPr>
          <a:xfrm>
            <a:off x="32506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1" name="Thread 22 (block 1, warp 0)"/>
          <p:cNvSpPr/>
          <p:nvPr/>
        </p:nvSpPr>
        <p:spPr>
          <a:xfrm>
            <a:off x="32964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2" name="Thread 23 (block 1, warp 0)"/>
          <p:cNvSpPr/>
          <p:nvPr/>
        </p:nvSpPr>
        <p:spPr>
          <a:xfrm>
            <a:off x="334213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3" name="Thread 24 (block 1, warp 0)"/>
          <p:cNvSpPr/>
          <p:nvPr/>
        </p:nvSpPr>
        <p:spPr>
          <a:xfrm>
            <a:off x="30220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4" name="Thread 25 (block 1, warp 0)"/>
          <p:cNvSpPr/>
          <p:nvPr/>
        </p:nvSpPr>
        <p:spPr>
          <a:xfrm>
            <a:off x="30678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5" name="Thread 26 (block 1, warp 0)"/>
          <p:cNvSpPr/>
          <p:nvPr/>
        </p:nvSpPr>
        <p:spPr>
          <a:xfrm>
            <a:off x="31135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6" name="Thread 27 (block 1, warp 0)"/>
          <p:cNvSpPr/>
          <p:nvPr/>
        </p:nvSpPr>
        <p:spPr>
          <a:xfrm>
            <a:off x="31592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7" name="Thread 28 (block 1, warp 0)"/>
          <p:cNvSpPr/>
          <p:nvPr/>
        </p:nvSpPr>
        <p:spPr>
          <a:xfrm>
            <a:off x="320497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8" name="Thread 29 (block 1, warp 0)"/>
          <p:cNvSpPr/>
          <p:nvPr/>
        </p:nvSpPr>
        <p:spPr>
          <a:xfrm>
            <a:off x="32506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9" name="Thread 30 (block 1, warp 0)"/>
          <p:cNvSpPr/>
          <p:nvPr/>
        </p:nvSpPr>
        <p:spPr>
          <a:xfrm>
            <a:off x="32964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0" name="Thread 31 (block 1, warp 0)"/>
          <p:cNvSpPr/>
          <p:nvPr/>
        </p:nvSpPr>
        <p:spPr>
          <a:xfrm>
            <a:off x="33421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1" name="Thread 32 (block 1, warp 1)"/>
          <p:cNvSpPr/>
          <p:nvPr/>
        </p:nvSpPr>
        <p:spPr>
          <a:xfrm>
            <a:off x="30220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2" name="Thread 33 (block 1, warp 1)"/>
          <p:cNvSpPr/>
          <p:nvPr/>
        </p:nvSpPr>
        <p:spPr>
          <a:xfrm>
            <a:off x="30678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3" name="Thread 34 (block 1, warp 1)"/>
          <p:cNvSpPr/>
          <p:nvPr/>
        </p:nvSpPr>
        <p:spPr>
          <a:xfrm>
            <a:off x="31135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4" name="Thread 35 (block 1, warp 1)"/>
          <p:cNvSpPr/>
          <p:nvPr/>
        </p:nvSpPr>
        <p:spPr>
          <a:xfrm>
            <a:off x="31592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5" name="Thread 36 (block 1, warp 1)"/>
          <p:cNvSpPr/>
          <p:nvPr/>
        </p:nvSpPr>
        <p:spPr>
          <a:xfrm>
            <a:off x="32049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6" name="Thread 37 (block 1, warp 1)"/>
          <p:cNvSpPr/>
          <p:nvPr/>
        </p:nvSpPr>
        <p:spPr>
          <a:xfrm>
            <a:off x="32506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7" name="Thread 38 (block 1, warp 1)"/>
          <p:cNvSpPr/>
          <p:nvPr/>
        </p:nvSpPr>
        <p:spPr>
          <a:xfrm>
            <a:off x="32964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8" name="Thread 39 (block 1, warp 1)"/>
          <p:cNvSpPr/>
          <p:nvPr/>
        </p:nvSpPr>
        <p:spPr>
          <a:xfrm>
            <a:off x="33421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9" name="Thread 40 (block 1, warp 1)"/>
          <p:cNvSpPr/>
          <p:nvPr/>
        </p:nvSpPr>
        <p:spPr>
          <a:xfrm>
            <a:off x="30220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0" name="Thread 41 (block 1, warp 1)"/>
          <p:cNvSpPr/>
          <p:nvPr/>
        </p:nvSpPr>
        <p:spPr>
          <a:xfrm>
            <a:off x="30678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1" name="Thread 42 (block 1, warp 1)"/>
          <p:cNvSpPr/>
          <p:nvPr/>
        </p:nvSpPr>
        <p:spPr>
          <a:xfrm>
            <a:off x="31135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2" name="Thread 43 (block 1, warp 1)"/>
          <p:cNvSpPr/>
          <p:nvPr/>
        </p:nvSpPr>
        <p:spPr>
          <a:xfrm>
            <a:off x="31592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3" name="Thread 44 (block 1, warp 1)"/>
          <p:cNvSpPr/>
          <p:nvPr/>
        </p:nvSpPr>
        <p:spPr>
          <a:xfrm>
            <a:off x="32049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4" name="Thread 45 (block 1, warp 1)"/>
          <p:cNvSpPr/>
          <p:nvPr/>
        </p:nvSpPr>
        <p:spPr>
          <a:xfrm>
            <a:off x="32506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5" name="Thread 46 (block 1, warp 1)"/>
          <p:cNvSpPr/>
          <p:nvPr/>
        </p:nvSpPr>
        <p:spPr>
          <a:xfrm>
            <a:off x="32964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6" name="Thread 47 (block 1, warp 1)"/>
          <p:cNvSpPr/>
          <p:nvPr/>
        </p:nvSpPr>
        <p:spPr>
          <a:xfrm>
            <a:off x="33421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7" name="Thread 48 (block 1, warp 1)"/>
          <p:cNvSpPr/>
          <p:nvPr/>
        </p:nvSpPr>
        <p:spPr>
          <a:xfrm>
            <a:off x="30220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8" name="Thread 49 (block 1, warp 1)"/>
          <p:cNvSpPr/>
          <p:nvPr/>
        </p:nvSpPr>
        <p:spPr>
          <a:xfrm>
            <a:off x="30678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9" name="Thread 50 (block 1, warp 1)"/>
          <p:cNvSpPr/>
          <p:nvPr/>
        </p:nvSpPr>
        <p:spPr>
          <a:xfrm>
            <a:off x="31135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0" name="Thread 51 (block 1, warp 1)"/>
          <p:cNvSpPr/>
          <p:nvPr/>
        </p:nvSpPr>
        <p:spPr>
          <a:xfrm>
            <a:off x="31592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1" name="Thread 52 (block 1, warp 1)"/>
          <p:cNvSpPr/>
          <p:nvPr/>
        </p:nvSpPr>
        <p:spPr>
          <a:xfrm>
            <a:off x="32049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2" name="Thread 53 (block 1, warp 1)"/>
          <p:cNvSpPr/>
          <p:nvPr/>
        </p:nvSpPr>
        <p:spPr>
          <a:xfrm>
            <a:off x="32506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3" name="Thread 54 (block 1, warp 1)"/>
          <p:cNvSpPr/>
          <p:nvPr/>
        </p:nvSpPr>
        <p:spPr>
          <a:xfrm>
            <a:off x="32964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4" name="Thread 55 (block 1, warp 1)"/>
          <p:cNvSpPr/>
          <p:nvPr/>
        </p:nvSpPr>
        <p:spPr>
          <a:xfrm>
            <a:off x="33421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5" name="Thread 56 (block 1, warp 1)"/>
          <p:cNvSpPr/>
          <p:nvPr/>
        </p:nvSpPr>
        <p:spPr>
          <a:xfrm>
            <a:off x="30220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6" name="Thread 57 (block 1, warp 1)"/>
          <p:cNvSpPr/>
          <p:nvPr/>
        </p:nvSpPr>
        <p:spPr>
          <a:xfrm>
            <a:off x="30678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7" name="Thread 58 (block 1, warp 1)"/>
          <p:cNvSpPr/>
          <p:nvPr/>
        </p:nvSpPr>
        <p:spPr>
          <a:xfrm>
            <a:off x="31135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8" name="Thread 59 (block 1, warp 1)"/>
          <p:cNvSpPr/>
          <p:nvPr/>
        </p:nvSpPr>
        <p:spPr>
          <a:xfrm>
            <a:off x="31592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9" name="Thread 60 (block 1, warp 1)"/>
          <p:cNvSpPr/>
          <p:nvPr/>
        </p:nvSpPr>
        <p:spPr>
          <a:xfrm>
            <a:off x="32049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0" name="Thread 61 (block 1, warp 1)"/>
          <p:cNvSpPr/>
          <p:nvPr/>
        </p:nvSpPr>
        <p:spPr>
          <a:xfrm>
            <a:off x="32506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1" name="Thread 62 (block 1, warp 1)"/>
          <p:cNvSpPr/>
          <p:nvPr/>
        </p:nvSpPr>
        <p:spPr>
          <a:xfrm>
            <a:off x="32964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2" name="Thread 63 (block 1, warp 1)"/>
          <p:cNvSpPr/>
          <p:nvPr/>
        </p:nvSpPr>
        <p:spPr>
          <a:xfrm>
            <a:off x="33421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3" name="Thread 64 (block 1, warp 2)"/>
          <p:cNvSpPr/>
          <p:nvPr/>
        </p:nvSpPr>
        <p:spPr>
          <a:xfrm>
            <a:off x="30220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4" name="Thread 65 (block 1, warp 2)"/>
          <p:cNvSpPr/>
          <p:nvPr/>
        </p:nvSpPr>
        <p:spPr>
          <a:xfrm>
            <a:off x="30678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5" name="Thread 66 (block 1, warp 2)"/>
          <p:cNvSpPr/>
          <p:nvPr/>
        </p:nvSpPr>
        <p:spPr>
          <a:xfrm>
            <a:off x="311353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6" name="Thread 67 (block 1, warp 2)"/>
          <p:cNvSpPr/>
          <p:nvPr/>
        </p:nvSpPr>
        <p:spPr>
          <a:xfrm>
            <a:off x="31592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7" name="Thread 68 (block 1, warp 2)"/>
          <p:cNvSpPr/>
          <p:nvPr/>
        </p:nvSpPr>
        <p:spPr>
          <a:xfrm>
            <a:off x="320497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8" name="Thread 69 (block 1, warp 2)"/>
          <p:cNvSpPr/>
          <p:nvPr/>
        </p:nvSpPr>
        <p:spPr>
          <a:xfrm>
            <a:off x="32506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9" name="Thread 70 (block 1, warp 2)"/>
          <p:cNvSpPr/>
          <p:nvPr/>
        </p:nvSpPr>
        <p:spPr>
          <a:xfrm>
            <a:off x="32964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0" name="Thread 71 (block 1, warp 2)"/>
          <p:cNvSpPr/>
          <p:nvPr/>
        </p:nvSpPr>
        <p:spPr>
          <a:xfrm>
            <a:off x="334213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1" name="Thread 72 (block 1, warp 2)"/>
          <p:cNvSpPr/>
          <p:nvPr/>
        </p:nvSpPr>
        <p:spPr>
          <a:xfrm>
            <a:off x="30220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2" name="Thread 73 (block 1, warp 2)"/>
          <p:cNvSpPr/>
          <p:nvPr/>
        </p:nvSpPr>
        <p:spPr>
          <a:xfrm>
            <a:off x="30678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3" name="Thread 74 (block 1, warp 2)"/>
          <p:cNvSpPr/>
          <p:nvPr/>
        </p:nvSpPr>
        <p:spPr>
          <a:xfrm>
            <a:off x="311353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4" name="Thread 75 (block 1, warp 2)"/>
          <p:cNvSpPr/>
          <p:nvPr/>
        </p:nvSpPr>
        <p:spPr>
          <a:xfrm>
            <a:off x="31592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5" name="Thread 76 (block 1, warp 2)"/>
          <p:cNvSpPr/>
          <p:nvPr/>
        </p:nvSpPr>
        <p:spPr>
          <a:xfrm>
            <a:off x="320497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6" name="Thread 77 (block 1, warp 2)"/>
          <p:cNvSpPr/>
          <p:nvPr/>
        </p:nvSpPr>
        <p:spPr>
          <a:xfrm>
            <a:off x="32506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7" name="Thread 78 (block 1, warp 2)"/>
          <p:cNvSpPr/>
          <p:nvPr/>
        </p:nvSpPr>
        <p:spPr>
          <a:xfrm>
            <a:off x="32964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8" name="Thread 79 (block 1, warp 2)"/>
          <p:cNvSpPr/>
          <p:nvPr/>
        </p:nvSpPr>
        <p:spPr>
          <a:xfrm>
            <a:off x="334213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9" name="Thread 80 (block 1, warp 2)"/>
          <p:cNvSpPr/>
          <p:nvPr/>
        </p:nvSpPr>
        <p:spPr>
          <a:xfrm>
            <a:off x="30220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0" name="Thread 81 (block 1, warp 2)"/>
          <p:cNvSpPr/>
          <p:nvPr/>
        </p:nvSpPr>
        <p:spPr>
          <a:xfrm>
            <a:off x="30678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1" name="Thread 82 (block 1, warp 2)"/>
          <p:cNvSpPr/>
          <p:nvPr/>
        </p:nvSpPr>
        <p:spPr>
          <a:xfrm>
            <a:off x="31135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2" name="Thread 83 (block 1, warp 2)"/>
          <p:cNvSpPr/>
          <p:nvPr/>
        </p:nvSpPr>
        <p:spPr>
          <a:xfrm>
            <a:off x="315925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3" name="Thread 84 (block 1, warp 2)"/>
          <p:cNvSpPr/>
          <p:nvPr/>
        </p:nvSpPr>
        <p:spPr>
          <a:xfrm>
            <a:off x="320497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4" name="Thread 85 (block 1, warp 2)"/>
          <p:cNvSpPr/>
          <p:nvPr/>
        </p:nvSpPr>
        <p:spPr>
          <a:xfrm>
            <a:off x="32506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5" name="Thread 86 (block 1, warp 2)"/>
          <p:cNvSpPr/>
          <p:nvPr/>
        </p:nvSpPr>
        <p:spPr>
          <a:xfrm>
            <a:off x="32964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6" name="Thread 87 (block 1, warp 2)"/>
          <p:cNvSpPr/>
          <p:nvPr/>
        </p:nvSpPr>
        <p:spPr>
          <a:xfrm>
            <a:off x="33421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7" name="Thread 88 (block 1, warp 2)"/>
          <p:cNvSpPr/>
          <p:nvPr/>
        </p:nvSpPr>
        <p:spPr>
          <a:xfrm>
            <a:off x="30220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8" name="Thread 89 (block 1, warp 2)"/>
          <p:cNvSpPr/>
          <p:nvPr/>
        </p:nvSpPr>
        <p:spPr>
          <a:xfrm>
            <a:off x="30678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9" name="Thread 90 (block 1, warp 2)"/>
          <p:cNvSpPr/>
          <p:nvPr/>
        </p:nvSpPr>
        <p:spPr>
          <a:xfrm>
            <a:off x="311353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0" name="Thread 91 (block 1, warp 2)"/>
          <p:cNvSpPr/>
          <p:nvPr/>
        </p:nvSpPr>
        <p:spPr>
          <a:xfrm>
            <a:off x="31592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1" name="Thread 92 (block 1, warp 2)"/>
          <p:cNvSpPr/>
          <p:nvPr/>
        </p:nvSpPr>
        <p:spPr>
          <a:xfrm>
            <a:off x="320497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2" name="Thread 93 (block 1, warp 2)"/>
          <p:cNvSpPr/>
          <p:nvPr/>
        </p:nvSpPr>
        <p:spPr>
          <a:xfrm>
            <a:off x="32506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3" name="Thread 94 (block 1, warp 2)"/>
          <p:cNvSpPr/>
          <p:nvPr/>
        </p:nvSpPr>
        <p:spPr>
          <a:xfrm>
            <a:off x="32964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4" name="Thread 95 (block 1, warp 2)"/>
          <p:cNvSpPr/>
          <p:nvPr/>
        </p:nvSpPr>
        <p:spPr>
          <a:xfrm>
            <a:off x="334213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5" name="Thread 96 (block 1, warp 3)"/>
          <p:cNvSpPr/>
          <p:nvPr/>
        </p:nvSpPr>
        <p:spPr>
          <a:xfrm>
            <a:off x="30220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6" name="Thread 97 (block 1, warp 3)"/>
          <p:cNvSpPr/>
          <p:nvPr/>
        </p:nvSpPr>
        <p:spPr>
          <a:xfrm>
            <a:off x="30678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7" name="Thread 98 (block 1, warp 3)"/>
          <p:cNvSpPr/>
          <p:nvPr/>
        </p:nvSpPr>
        <p:spPr>
          <a:xfrm>
            <a:off x="31135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8" name="Thread 99 (block 1, warp 3)"/>
          <p:cNvSpPr/>
          <p:nvPr/>
        </p:nvSpPr>
        <p:spPr>
          <a:xfrm>
            <a:off x="31592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9" name="Thread 100 (block 1, warp 3)"/>
          <p:cNvSpPr/>
          <p:nvPr/>
        </p:nvSpPr>
        <p:spPr>
          <a:xfrm>
            <a:off x="32049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0" name="Thread 101 (block 1, warp 3)"/>
          <p:cNvSpPr/>
          <p:nvPr/>
        </p:nvSpPr>
        <p:spPr>
          <a:xfrm>
            <a:off x="32506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1" name="Thread 102 (block 1, warp 3)"/>
          <p:cNvSpPr/>
          <p:nvPr/>
        </p:nvSpPr>
        <p:spPr>
          <a:xfrm>
            <a:off x="32964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2" name="Thread 103 (block 1, warp 3)"/>
          <p:cNvSpPr/>
          <p:nvPr/>
        </p:nvSpPr>
        <p:spPr>
          <a:xfrm>
            <a:off x="33421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3" name="Thread 104 (block 1, warp 3)"/>
          <p:cNvSpPr/>
          <p:nvPr/>
        </p:nvSpPr>
        <p:spPr>
          <a:xfrm>
            <a:off x="30220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4" name="Thread 105 (block 1, warp 3)"/>
          <p:cNvSpPr/>
          <p:nvPr/>
        </p:nvSpPr>
        <p:spPr>
          <a:xfrm>
            <a:off x="30678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5" name="Thread 106 (block 1, warp 3)"/>
          <p:cNvSpPr/>
          <p:nvPr/>
        </p:nvSpPr>
        <p:spPr>
          <a:xfrm>
            <a:off x="31135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6" name="Thread 107 (block 1, warp 3)"/>
          <p:cNvSpPr/>
          <p:nvPr/>
        </p:nvSpPr>
        <p:spPr>
          <a:xfrm>
            <a:off x="31592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7" name="Thread 108 (block 1, warp 3)"/>
          <p:cNvSpPr/>
          <p:nvPr/>
        </p:nvSpPr>
        <p:spPr>
          <a:xfrm>
            <a:off x="32049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8" name="Thread 109 (block 1, warp 3)"/>
          <p:cNvSpPr/>
          <p:nvPr/>
        </p:nvSpPr>
        <p:spPr>
          <a:xfrm>
            <a:off x="32506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9" name="Thread 110 (block 1, warp 3)"/>
          <p:cNvSpPr/>
          <p:nvPr/>
        </p:nvSpPr>
        <p:spPr>
          <a:xfrm>
            <a:off x="32964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0" name="Thread 111 (block 1, warp 3)"/>
          <p:cNvSpPr/>
          <p:nvPr/>
        </p:nvSpPr>
        <p:spPr>
          <a:xfrm>
            <a:off x="33421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1" name="Thread 112 (block 1, warp 3)"/>
          <p:cNvSpPr/>
          <p:nvPr/>
        </p:nvSpPr>
        <p:spPr>
          <a:xfrm>
            <a:off x="30220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2" name="Thread 113 (block 1, warp 3)"/>
          <p:cNvSpPr/>
          <p:nvPr/>
        </p:nvSpPr>
        <p:spPr>
          <a:xfrm>
            <a:off x="30678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3" name="Thread 114 (block 1, warp 3)"/>
          <p:cNvSpPr/>
          <p:nvPr/>
        </p:nvSpPr>
        <p:spPr>
          <a:xfrm>
            <a:off x="31135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4" name="Thread 115 (block 1, warp 3)"/>
          <p:cNvSpPr/>
          <p:nvPr/>
        </p:nvSpPr>
        <p:spPr>
          <a:xfrm>
            <a:off x="31592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5" name="Thread 116 (block 1, warp 3)"/>
          <p:cNvSpPr/>
          <p:nvPr/>
        </p:nvSpPr>
        <p:spPr>
          <a:xfrm>
            <a:off x="32049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6" name="Thread 117 (block 1, warp 3)"/>
          <p:cNvSpPr/>
          <p:nvPr/>
        </p:nvSpPr>
        <p:spPr>
          <a:xfrm>
            <a:off x="32506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7" name="Thread 118 (block 1, warp 3)"/>
          <p:cNvSpPr/>
          <p:nvPr/>
        </p:nvSpPr>
        <p:spPr>
          <a:xfrm>
            <a:off x="32964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8" name="Thread 119 (block 1, warp 3)"/>
          <p:cNvSpPr/>
          <p:nvPr/>
        </p:nvSpPr>
        <p:spPr>
          <a:xfrm>
            <a:off x="33421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9" name="Thread 120 (block 1, warp 3)"/>
          <p:cNvSpPr/>
          <p:nvPr/>
        </p:nvSpPr>
        <p:spPr>
          <a:xfrm>
            <a:off x="30220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0" name="Thread 121 (block 1, warp 3)"/>
          <p:cNvSpPr/>
          <p:nvPr/>
        </p:nvSpPr>
        <p:spPr>
          <a:xfrm>
            <a:off x="30678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1" name="Thread 122 (block 1, warp 3)"/>
          <p:cNvSpPr/>
          <p:nvPr/>
        </p:nvSpPr>
        <p:spPr>
          <a:xfrm>
            <a:off x="31135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2" name="Thread 123 (block 1, warp 3)"/>
          <p:cNvSpPr/>
          <p:nvPr/>
        </p:nvSpPr>
        <p:spPr>
          <a:xfrm>
            <a:off x="31592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3" name="Thread 124 (block 1, warp 3)"/>
          <p:cNvSpPr/>
          <p:nvPr/>
        </p:nvSpPr>
        <p:spPr>
          <a:xfrm>
            <a:off x="32049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4" name="Thread 125 (block 1, warp 3)"/>
          <p:cNvSpPr/>
          <p:nvPr/>
        </p:nvSpPr>
        <p:spPr>
          <a:xfrm>
            <a:off x="32506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5" name="Thread 126 (block 1, warp 3)"/>
          <p:cNvSpPr/>
          <p:nvPr/>
        </p:nvSpPr>
        <p:spPr>
          <a:xfrm>
            <a:off x="32964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6" name="Thread 127 (block 1, warp 3)"/>
          <p:cNvSpPr/>
          <p:nvPr/>
        </p:nvSpPr>
        <p:spPr>
          <a:xfrm>
            <a:off x="33421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7" name="Upper boundary: block"/>
          <p:cNvSpPr/>
          <p:nvPr/>
        </p:nvSpPr>
        <p:spPr>
          <a:xfrm>
            <a:off x="244602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798" name="Units: threads within the block"/>
          <p:cNvSpPr/>
          <p:nvPr/>
        </p:nvSpPr>
        <p:spPr>
          <a:xfrm>
            <a:off x="244602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Units: threads within the block</a:t>
            </a:r>
          </a:p>
        </p:txBody>
      </p:sp>
      <p:sp>
        <p:nvSpPr>
          <p:cNvPr id="799" name="Shape"/>
          <p:cNvSpPr/>
          <p:nvPr/>
        </p:nvSpPr>
        <p:spPr>
          <a:xfrm>
            <a:off x="126873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0" name="Shape"/>
          <p:cNvSpPr/>
          <p:nvPr/>
        </p:nvSpPr>
        <p:spPr>
          <a:xfrm>
            <a:off x="238887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1" name="Shape"/>
          <p:cNvSpPr/>
          <p:nvPr/>
        </p:nvSpPr>
        <p:spPr>
          <a:xfrm>
            <a:off x="1874520" y="192252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2" name="Thread in the group"/>
          <p:cNvSpPr/>
          <p:nvPr/>
        </p:nvSpPr>
        <p:spPr>
          <a:xfrm>
            <a:off x="237744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803" name="Shape"/>
          <p:cNvSpPr/>
          <p:nvPr/>
        </p:nvSpPr>
        <p:spPr>
          <a:xfrm>
            <a:off x="7040880" y="192252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4" name="Other thread"/>
          <p:cNvSpPr/>
          <p:nvPr/>
        </p:nvSpPr>
        <p:spPr>
          <a:xfrm>
            <a:off x="7543800" y="19088100"/>
            <a:ext cx="3429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Other thread</a:t>
            </a:r>
          </a:p>
        </p:txBody>
      </p:sp>
      <p:sp>
        <p:nvSpPr>
          <p:cNvPr id="805" name="Shape"/>
          <p:cNvSpPr/>
          <p:nvPr/>
        </p:nvSpPr>
        <p:spPr>
          <a:xfrm>
            <a:off x="11407140" y="19110960"/>
            <a:ext cx="640080" cy="4572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dk2"/>
            </a:solidFill>
            <a:prstDash val="dash"/>
          </a:ln>
        </p:spPr>
      </p:sp>
      <p:sp>
        <p:nvSpPr>
          <p:cNvPr id="806" name="Upper boundary"/>
          <p:cNvSpPr/>
          <p:nvPr/>
        </p:nvSpPr>
        <p:spPr>
          <a:xfrm>
            <a:off x="12367260" y="19088100"/>
            <a:ext cx="4572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Upper boundary</a:t>
            </a:r>
          </a:p>
        </p:txBody>
      </p:sp>
      <p:sp>
        <p:nvSpPr>
          <p:cNvPr id="807" name="128 threads / block · schematic layout"/>
          <p:cNvSpPr/>
          <p:nvPr/>
        </p:nvSpPr>
        <p:spPr>
          <a:xfrm>
            <a:off x="23088600" y="19088100"/>
            <a:ext cx="90297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128 threads / block · schematic layout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 name="What makes them different? — Warp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Definition · Selecting the first and third warps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Group Definition · Selecting the first and third warps</a:t>
            </a:r>
          </a:p>
        </p:txBody>
      </p:sp>
      <p:sp>
        <p:nvSpPr>
          <p:cNvPr id="4" name="0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07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Generic Group</a:t>
            </a:r>
          </a:p>
        </p:txBody>
      </p:sp>
      <p:sp>
        <p:nvSpPr>
          <p:cNvPr id="7" name="Block 0"/>
          <p:cNvSpPr/>
          <p:nvPr/>
        </p:nvSpPr>
        <p:spPr>
          <a:xfrm>
            <a:off x="23317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8" name="Block 0: 128 threads"/>
          <p:cNvSpPr/>
          <p:nvPr/>
        </p:nvSpPr>
        <p:spPr>
          <a:xfrm>
            <a:off x="23317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Thread 0 (block 0, warp 0) selected"/>
          <p:cNvSpPr/>
          <p:nvPr/>
        </p:nvSpPr>
        <p:spPr>
          <a:xfrm>
            <a:off x="265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" name="Thread 1 (block 0, warp 0) selected"/>
          <p:cNvSpPr/>
          <p:nvPr/>
        </p:nvSpPr>
        <p:spPr>
          <a:xfrm>
            <a:off x="310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Thread 2 (block 0, warp 0) selected"/>
          <p:cNvSpPr/>
          <p:nvPr/>
        </p:nvSpPr>
        <p:spPr>
          <a:xfrm>
            <a:off x="3566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3 (block 0, warp 0) selected"/>
          <p:cNvSpPr/>
          <p:nvPr/>
        </p:nvSpPr>
        <p:spPr>
          <a:xfrm>
            <a:off x="4023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4 (block 0, warp 0) selected"/>
          <p:cNvSpPr/>
          <p:nvPr/>
        </p:nvSpPr>
        <p:spPr>
          <a:xfrm>
            <a:off x="4480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5 (block 0, warp 0) selected"/>
          <p:cNvSpPr/>
          <p:nvPr/>
        </p:nvSpPr>
        <p:spPr>
          <a:xfrm>
            <a:off x="493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6 (block 0, warp 0) selected"/>
          <p:cNvSpPr/>
          <p:nvPr/>
        </p:nvSpPr>
        <p:spPr>
          <a:xfrm>
            <a:off x="539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7 (block 0, warp 0) selected"/>
          <p:cNvSpPr/>
          <p:nvPr/>
        </p:nvSpPr>
        <p:spPr>
          <a:xfrm>
            <a:off x="5852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8 (block 0, warp 0) selected"/>
          <p:cNvSpPr/>
          <p:nvPr/>
        </p:nvSpPr>
        <p:spPr>
          <a:xfrm>
            <a:off x="2651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9 (block 0, warp 0) selected"/>
          <p:cNvSpPr/>
          <p:nvPr/>
        </p:nvSpPr>
        <p:spPr>
          <a:xfrm>
            <a:off x="3108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10 (block 0, warp 0) selected"/>
          <p:cNvSpPr/>
          <p:nvPr/>
        </p:nvSpPr>
        <p:spPr>
          <a:xfrm>
            <a:off x="356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11 (block 0, warp 0) selected"/>
          <p:cNvSpPr/>
          <p:nvPr/>
        </p:nvSpPr>
        <p:spPr>
          <a:xfrm>
            <a:off x="402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2 (block 0, warp 0) selected"/>
          <p:cNvSpPr/>
          <p:nvPr/>
        </p:nvSpPr>
        <p:spPr>
          <a:xfrm>
            <a:off x="4480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3 (block 0, warp 0) selected"/>
          <p:cNvSpPr/>
          <p:nvPr/>
        </p:nvSpPr>
        <p:spPr>
          <a:xfrm>
            <a:off x="4937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4 (block 0, warp 0) selected"/>
          <p:cNvSpPr/>
          <p:nvPr/>
        </p:nvSpPr>
        <p:spPr>
          <a:xfrm>
            <a:off x="5394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5 (block 0, warp 0) selected"/>
          <p:cNvSpPr/>
          <p:nvPr/>
        </p:nvSpPr>
        <p:spPr>
          <a:xfrm>
            <a:off x="5852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6 (block 0, warp 0) selected"/>
          <p:cNvSpPr/>
          <p:nvPr/>
        </p:nvSpPr>
        <p:spPr>
          <a:xfrm>
            <a:off x="2651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7 (block 0, warp 0) selected"/>
          <p:cNvSpPr/>
          <p:nvPr/>
        </p:nvSpPr>
        <p:spPr>
          <a:xfrm>
            <a:off x="3108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8 (block 0, warp 0) selected"/>
          <p:cNvSpPr/>
          <p:nvPr/>
        </p:nvSpPr>
        <p:spPr>
          <a:xfrm>
            <a:off x="3566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9 (block 0, warp 0) selected"/>
          <p:cNvSpPr/>
          <p:nvPr/>
        </p:nvSpPr>
        <p:spPr>
          <a:xfrm>
            <a:off x="402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20 (block 0, warp 0) selected"/>
          <p:cNvSpPr/>
          <p:nvPr/>
        </p:nvSpPr>
        <p:spPr>
          <a:xfrm>
            <a:off x="448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21 (block 0, warp 0) selected"/>
          <p:cNvSpPr/>
          <p:nvPr/>
        </p:nvSpPr>
        <p:spPr>
          <a:xfrm>
            <a:off x="4937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2 (block 0, warp 0) selected"/>
          <p:cNvSpPr/>
          <p:nvPr/>
        </p:nvSpPr>
        <p:spPr>
          <a:xfrm>
            <a:off x="5394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3 (block 0, warp 0) selected"/>
          <p:cNvSpPr/>
          <p:nvPr/>
        </p:nvSpPr>
        <p:spPr>
          <a:xfrm>
            <a:off x="5852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4 (block 0, warp 0) selected"/>
          <p:cNvSpPr/>
          <p:nvPr/>
        </p:nvSpPr>
        <p:spPr>
          <a:xfrm>
            <a:off x="2651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5 (block 0, warp 0) selected"/>
          <p:cNvSpPr/>
          <p:nvPr/>
        </p:nvSpPr>
        <p:spPr>
          <a:xfrm>
            <a:off x="3108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6 (block 0, warp 0) selected"/>
          <p:cNvSpPr/>
          <p:nvPr/>
        </p:nvSpPr>
        <p:spPr>
          <a:xfrm>
            <a:off x="3566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7 (block 0, warp 0) selected"/>
          <p:cNvSpPr/>
          <p:nvPr/>
        </p:nvSpPr>
        <p:spPr>
          <a:xfrm>
            <a:off x="402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8 (block 0, warp 0) selected"/>
          <p:cNvSpPr/>
          <p:nvPr/>
        </p:nvSpPr>
        <p:spPr>
          <a:xfrm>
            <a:off x="448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9 (block 0, warp 0) selected"/>
          <p:cNvSpPr/>
          <p:nvPr/>
        </p:nvSpPr>
        <p:spPr>
          <a:xfrm>
            <a:off x="4937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30 (block 0, warp 0) selected"/>
          <p:cNvSpPr/>
          <p:nvPr/>
        </p:nvSpPr>
        <p:spPr>
          <a:xfrm>
            <a:off x="5394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31 (block 0, warp 0) selected"/>
          <p:cNvSpPr/>
          <p:nvPr/>
        </p:nvSpPr>
        <p:spPr>
          <a:xfrm>
            <a:off x="5852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2 (block 0, warp 1)"/>
          <p:cNvSpPr/>
          <p:nvPr/>
        </p:nvSpPr>
        <p:spPr>
          <a:xfrm>
            <a:off x="2651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" name="Thread 33 (block 0, warp 1)"/>
          <p:cNvSpPr/>
          <p:nvPr/>
        </p:nvSpPr>
        <p:spPr>
          <a:xfrm>
            <a:off x="3108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" name="Thread 34 (block 0, warp 1)"/>
          <p:cNvSpPr/>
          <p:nvPr/>
        </p:nvSpPr>
        <p:spPr>
          <a:xfrm>
            <a:off x="3566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" name="Thread 35 (block 0, warp 1)"/>
          <p:cNvSpPr/>
          <p:nvPr/>
        </p:nvSpPr>
        <p:spPr>
          <a:xfrm>
            <a:off x="4023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6 (block 0, warp 1)"/>
          <p:cNvSpPr/>
          <p:nvPr/>
        </p:nvSpPr>
        <p:spPr>
          <a:xfrm>
            <a:off x="4480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7 (block 0, warp 1)"/>
          <p:cNvSpPr/>
          <p:nvPr/>
        </p:nvSpPr>
        <p:spPr>
          <a:xfrm>
            <a:off x="4937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8 (block 0, warp 1)"/>
          <p:cNvSpPr/>
          <p:nvPr/>
        </p:nvSpPr>
        <p:spPr>
          <a:xfrm>
            <a:off x="5394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9 (block 0, warp 1)"/>
          <p:cNvSpPr/>
          <p:nvPr/>
        </p:nvSpPr>
        <p:spPr>
          <a:xfrm>
            <a:off x="5852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" name="Thread 40 (block 0, warp 1)"/>
          <p:cNvSpPr/>
          <p:nvPr/>
        </p:nvSpPr>
        <p:spPr>
          <a:xfrm>
            <a:off x="2651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41 (block 0, warp 1)"/>
          <p:cNvSpPr/>
          <p:nvPr/>
        </p:nvSpPr>
        <p:spPr>
          <a:xfrm>
            <a:off x="3108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42 (block 0, warp 1)"/>
          <p:cNvSpPr/>
          <p:nvPr/>
        </p:nvSpPr>
        <p:spPr>
          <a:xfrm>
            <a:off x="3566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" name="Thread 43 (block 0, warp 1)"/>
          <p:cNvSpPr/>
          <p:nvPr/>
        </p:nvSpPr>
        <p:spPr>
          <a:xfrm>
            <a:off x="4023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4 (block 0, warp 1)"/>
          <p:cNvSpPr/>
          <p:nvPr/>
        </p:nvSpPr>
        <p:spPr>
          <a:xfrm>
            <a:off x="4480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5 (block 0, warp 1)"/>
          <p:cNvSpPr/>
          <p:nvPr/>
        </p:nvSpPr>
        <p:spPr>
          <a:xfrm>
            <a:off x="4937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6 (block 0, warp 1)"/>
          <p:cNvSpPr/>
          <p:nvPr/>
        </p:nvSpPr>
        <p:spPr>
          <a:xfrm>
            <a:off x="5394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7 (block 0, warp 1)"/>
          <p:cNvSpPr/>
          <p:nvPr/>
        </p:nvSpPr>
        <p:spPr>
          <a:xfrm>
            <a:off x="5852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8 (block 0, warp 1)"/>
          <p:cNvSpPr/>
          <p:nvPr/>
        </p:nvSpPr>
        <p:spPr>
          <a:xfrm>
            <a:off x="2651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9 (block 0, warp 1)"/>
          <p:cNvSpPr/>
          <p:nvPr/>
        </p:nvSpPr>
        <p:spPr>
          <a:xfrm>
            <a:off x="3108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50 (block 0, warp 1)"/>
          <p:cNvSpPr/>
          <p:nvPr/>
        </p:nvSpPr>
        <p:spPr>
          <a:xfrm>
            <a:off x="3566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51 (block 0, warp 1)"/>
          <p:cNvSpPr/>
          <p:nvPr/>
        </p:nvSpPr>
        <p:spPr>
          <a:xfrm>
            <a:off x="4023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52 (block 0, warp 1)"/>
          <p:cNvSpPr/>
          <p:nvPr/>
        </p:nvSpPr>
        <p:spPr>
          <a:xfrm>
            <a:off x="4480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3 (block 0, warp 1)"/>
          <p:cNvSpPr/>
          <p:nvPr/>
        </p:nvSpPr>
        <p:spPr>
          <a:xfrm>
            <a:off x="4937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" name="Thread 54 (block 0, warp 1)"/>
          <p:cNvSpPr/>
          <p:nvPr/>
        </p:nvSpPr>
        <p:spPr>
          <a:xfrm>
            <a:off x="5394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5 (block 0, warp 1)"/>
          <p:cNvSpPr/>
          <p:nvPr/>
        </p:nvSpPr>
        <p:spPr>
          <a:xfrm>
            <a:off x="5852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6 (block 0, warp 1)"/>
          <p:cNvSpPr/>
          <p:nvPr/>
        </p:nvSpPr>
        <p:spPr>
          <a:xfrm>
            <a:off x="2651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7 (block 0, warp 1)"/>
          <p:cNvSpPr/>
          <p:nvPr/>
        </p:nvSpPr>
        <p:spPr>
          <a:xfrm>
            <a:off x="3108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8 (block 0, warp 1)"/>
          <p:cNvSpPr/>
          <p:nvPr/>
        </p:nvSpPr>
        <p:spPr>
          <a:xfrm>
            <a:off x="3566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9 (block 0, warp 1)"/>
          <p:cNvSpPr/>
          <p:nvPr/>
        </p:nvSpPr>
        <p:spPr>
          <a:xfrm>
            <a:off x="40233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60 (block 0, warp 1)"/>
          <p:cNvSpPr/>
          <p:nvPr/>
        </p:nvSpPr>
        <p:spPr>
          <a:xfrm>
            <a:off x="4480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" name="Thread 61 (block 0, warp 1)"/>
          <p:cNvSpPr/>
          <p:nvPr/>
        </p:nvSpPr>
        <p:spPr>
          <a:xfrm>
            <a:off x="4937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62 (block 0, warp 1)"/>
          <p:cNvSpPr/>
          <p:nvPr/>
        </p:nvSpPr>
        <p:spPr>
          <a:xfrm>
            <a:off x="5394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3 (block 0, warp 1)"/>
          <p:cNvSpPr/>
          <p:nvPr/>
        </p:nvSpPr>
        <p:spPr>
          <a:xfrm>
            <a:off x="5852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4 (block 0, warp 2) selected"/>
          <p:cNvSpPr/>
          <p:nvPr/>
        </p:nvSpPr>
        <p:spPr>
          <a:xfrm>
            <a:off x="2651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65 (block 0, warp 2) selected"/>
          <p:cNvSpPr/>
          <p:nvPr/>
        </p:nvSpPr>
        <p:spPr>
          <a:xfrm>
            <a:off x="310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66 (block 0, warp 2) selected"/>
          <p:cNvSpPr/>
          <p:nvPr/>
        </p:nvSpPr>
        <p:spPr>
          <a:xfrm>
            <a:off x="356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67 (block 0, warp 2) selected"/>
          <p:cNvSpPr/>
          <p:nvPr/>
        </p:nvSpPr>
        <p:spPr>
          <a:xfrm>
            <a:off x="4023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68 (block 0, warp 2) selected"/>
          <p:cNvSpPr/>
          <p:nvPr/>
        </p:nvSpPr>
        <p:spPr>
          <a:xfrm>
            <a:off x="4480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9 (block 0, warp 2) selected"/>
          <p:cNvSpPr/>
          <p:nvPr/>
        </p:nvSpPr>
        <p:spPr>
          <a:xfrm>
            <a:off x="4937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70 (block 0, warp 2) selected"/>
          <p:cNvSpPr/>
          <p:nvPr/>
        </p:nvSpPr>
        <p:spPr>
          <a:xfrm>
            <a:off x="5394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71 (block 0, warp 2) selected"/>
          <p:cNvSpPr/>
          <p:nvPr/>
        </p:nvSpPr>
        <p:spPr>
          <a:xfrm>
            <a:off x="5852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72 (block 0, warp 2) selected"/>
          <p:cNvSpPr/>
          <p:nvPr/>
        </p:nvSpPr>
        <p:spPr>
          <a:xfrm>
            <a:off x="2651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73 (block 0, warp 2) selected"/>
          <p:cNvSpPr/>
          <p:nvPr/>
        </p:nvSpPr>
        <p:spPr>
          <a:xfrm>
            <a:off x="3108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4 (block 0, warp 2) selected"/>
          <p:cNvSpPr/>
          <p:nvPr/>
        </p:nvSpPr>
        <p:spPr>
          <a:xfrm>
            <a:off x="356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5 (block 0, warp 2) selected"/>
          <p:cNvSpPr/>
          <p:nvPr/>
        </p:nvSpPr>
        <p:spPr>
          <a:xfrm>
            <a:off x="402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6 (block 0, warp 2) selected"/>
          <p:cNvSpPr/>
          <p:nvPr/>
        </p:nvSpPr>
        <p:spPr>
          <a:xfrm>
            <a:off x="4480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7 (block 0, warp 2) selected"/>
          <p:cNvSpPr/>
          <p:nvPr/>
        </p:nvSpPr>
        <p:spPr>
          <a:xfrm>
            <a:off x="4937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8 (block 0, warp 2) selected"/>
          <p:cNvSpPr/>
          <p:nvPr/>
        </p:nvSpPr>
        <p:spPr>
          <a:xfrm>
            <a:off x="5394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9 (block 0, warp 2) selected"/>
          <p:cNvSpPr/>
          <p:nvPr/>
        </p:nvSpPr>
        <p:spPr>
          <a:xfrm>
            <a:off x="5852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Thread 80 (block 0, warp 2) selected"/>
          <p:cNvSpPr/>
          <p:nvPr/>
        </p:nvSpPr>
        <p:spPr>
          <a:xfrm>
            <a:off x="265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Thread 81 (block 0, warp 2) selected"/>
          <p:cNvSpPr/>
          <p:nvPr/>
        </p:nvSpPr>
        <p:spPr>
          <a:xfrm>
            <a:off x="310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82 (block 0, warp 2) selected"/>
          <p:cNvSpPr/>
          <p:nvPr/>
        </p:nvSpPr>
        <p:spPr>
          <a:xfrm>
            <a:off x="3566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83 (block 0, warp 2) selected"/>
          <p:cNvSpPr/>
          <p:nvPr/>
        </p:nvSpPr>
        <p:spPr>
          <a:xfrm>
            <a:off x="4023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84 (block 0, warp 2) selected"/>
          <p:cNvSpPr/>
          <p:nvPr/>
        </p:nvSpPr>
        <p:spPr>
          <a:xfrm>
            <a:off x="4480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85 (block 0, warp 2) selected"/>
          <p:cNvSpPr/>
          <p:nvPr/>
        </p:nvSpPr>
        <p:spPr>
          <a:xfrm>
            <a:off x="4937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6 (block 0, warp 2) selected"/>
          <p:cNvSpPr/>
          <p:nvPr/>
        </p:nvSpPr>
        <p:spPr>
          <a:xfrm>
            <a:off x="5394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7 (block 0, warp 2) selected"/>
          <p:cNvSpPr/>
          <p:nvPr/>
        </p:nvSpPr>
        <p:spPr>
          <a:xfrm>
            <a:off x="5852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8 (block 0, warp 2) selected"/>
          <p:cNvSpPr/>
          <p:nvPr/>
        </p:nvSpPr>
        <p:spPr>
          <a:xfrm>
            <a:off x="2651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9 (block 0, warp 2) selected"/>
          <p:cNvSpPr/>
          <p:nvPr/>
        </p:nvSpPr>
        <p:spPr>
          <a:xfrm>
            <a:off x="3108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90 (block 0, warp 2) selected"/>
          <p:cNvSpPr/>
          <p:nvPr/>
        </p:nvSpPr>
        <p:spPr>
          <a:xfrm>
            <a:off x="3566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91 (block 0, warp 2) selected"/>
          <p:cNvSpPr/>
          <p:nvPr/>
        </p:nvSpPr>
        <p:spPr>
          <a:xfrm>
            <a:off x="4023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92 (block 0, warp 2) selected"/>
          <p:cNvSpPr/>
          <p:nvPr/>
        </p:nvSpPr>
        <p:spPr>
          <a:xfrm>
            <a:off x="448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93 (block 0, warp 2) selected"/>
          <p:cNvSpPr/>
          <p:nvPr/>
        </p:nvSpPr>
        <p:spPr>
          <a:xfrm>
            <a:off x="493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94 (block 0, warp 2) selected"/>
          <p:cNvSpPr/>
          <p:nvPr/>
        </p:nvSpPr>
        <p:spPr>
          <a:xfrm>
            <a:off x="5394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95 (block 0, warp 2) selected"/>
          <p:cNvSpPr/>
          <p:nvPr/>
        </p:nvSpPr>
        <p:spPr>
          <a:xfrm>
            <a:off x="5852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6 (block 0, warp 3)"/>
          <p:cNvSpPr/>
          <p:nvPr/>
        </p:nvSpPr>
        <p:spPr>
          <a:xfrm>
            <a:off x="2651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6" name="Thread 97 (block 0, warp 3)"/>
          <p:cNvSpPr/>
          <p:nvPr/>
        </p:nvSpPr>
        <p:spPr>
          <a:xfrm>
            <a:off x="3108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7" name="Thread 98 (block 0, warp 3)"/>
          <p:cNvSpPr/>
          <p:nvPr/>
        </p:nvSpPr>
        <p:spPr>
          <a:xfrm>
            <a:off x="3566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8" name="Thread 99 (block 0, warp 3)"/>
          <p:cNvSpPr/>
          <p:nvPr/>
        </p:nvSpPr>
        <p:spPr>
          <a:xfrm>
            <a:off x="40233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9" name="Thread 100 (block 0, warp 3)"/>
          <p:cNvSpPr/>
          <p:nvPr/>
        </p:nvSpPr>
        <p:spPr>
          <a:xfrm>
            <a:off x="4480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0" name="Thread 101 (block 0, warp 3)"/>
          <p:cNvSpPr/>
          <p:nvPr/>
        </p:nvSpPr>
        <p:spPr>
          <a:xfrm>
            <a:off x="4937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1" name="Thread 102 (block 0, warp 3)"/>
          <p:cNvSpPr/>
          <p:nvPr/>
        </p:nvSpPr>
        <p:spPr>
          <a:xfrm>
            <a:off x="5394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2" name="Thread 103 (block 0, warp 3)"/>
          <p:cNvSpPr/>
          <p:nvPr/>
        </p:nvSpPr>
        <p:spPr>
          <a:xfrm>
            <a:off x="5852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104 (block 0, warp 3)"/>
          <p:cNvSpPr/>
          <p:nvPr/>
        </p:nvSpPr>
        <p:spPr>
          <a:xfrm>
            <a:off x="2651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105 (block 0, warp 3)"/>
          <p:cNvSpPr/>
          <p:nvPr/>
        </p:nvSpPr>
        <p:spPr>
          <a:xfrm>
            <a:off x="3108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106 (block 0, warp 3)"/>
          <p:cNvSpPr/>
          <p:nvPr/>
        </p:nvSpPr>
        <p:spPr>
          <a:xfrm>
            <a:off x="3566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7 (block 0, warp 3)"/>
          <p:cNvSpPr/>
          <p:nvPr/>
        </p:nvSpPr>
        <p:spPr>
          <a:xfrm>
            <a:off x="40233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8 (block 0, warp 3)"/>
          <p:cNvSpPr/>
          <p:nvPr/>
        </p:nvSpPr>
        <p:spPr>
          <a:xfrm>
            <a:off x="4480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8" name="Thread 109 (block 0, warp 3)"/>
          <p:cNvSpPr/>
          <p:nvPr/>
        </p:nvSpPr>
        <p:spPr>
          <a:xfrm>
            <a:off x="4937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10 (block 0, warp 3)"/>
          <p:cNvSpPr/>
          <p:nvPr/>
        </p:nvSpPr>
        <p:spPr>
          <a:xfrm>
            <a:off x="5394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11 (block 0, warp 3)"/>
          <p:cNvSpPr/>
          <p:nvPr/>
        </p:nvSpPr>
        <p:spPr>
          <a:xfrm>
            <a:off x="5852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12 (block 0, warp 3)"/>
          <p:cNvSpPr/>
          <p:nvPr/>
        </p:nvSpPr>
        <p:spPr>
          <a:xfrm>
            <a:off x="2651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13 (block 0, warp 3)"/>
          <p:cNvSpPr/>
          <p:nvPr/>
        </p:nvSpPr>
        <p:spPr>
          <a:xfrm>
            <a:off x="3108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14 (block 0, warp 3)"/>
          <p:cNvSpPr/>
          <p:nvPr/>
        </p:nvSpPr>
        <p:spPr>
          <a:xfrm>
            <a:off x="3566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15 (block 0, warp 3)"/>
          <p:cNvSpPr/>
          <p:nvPr/>
        </p:nvSpPr>
        <p:spPr>
          <a:xfrm>
            <a:off x="4023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16 (block 0, warp 3)"/>
          <p:cNvSpPr/>
          <p:nvPr/>
        </p:nvSpPr>
        <p:spPr>
          <a:xfrm>
            <a:off x="4480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7 (block 0, warp 3)"/>
          <p:cNvSpPr/>
          <p:nvPr/>
        </p:nvSpPr>
        <p:spPr>
          <a:xfrm>
            <a:off x="4937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8 (block 0, warp 3)"/>
          <p:cNvSpPr/>
          <p:nvPr/>
        </p:nvSpPr>
        <p:spPr>
          <a:xfrm>
            <a:off x="5394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9 (block 0, warp 3)"/>
          <p:cNvSpPr/>
          <p:nvPr/>
        </p:nvSpPr>
        <p:spPr>
          <a:xfrm>
            <a:off x="5852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9" name="Thread 120 (block 0, warp 3)"/>
          <p:cNvSpPr/>
          <p:nvPr/>
        </p:nvSpPr>
        <p:spPr>
          <a:xfrm>
            <a:off x="2651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21 (block 0, warp 3)"/>
          <p:cNvSpPr/>
          <p:nvPr/>
        </p:nvSpPr>
        <p:spPr>
          <a:xfrm>
            <a:off x="3108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22 (block 0, warp 3)"/>
          <p:cNvSpPr/>
          <p:nvPr/>
        </p:nvSpPr>
        <p:spPr>
          <a:xfrm>
            <a:off x="3566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23 (block 0, warp 3)"/>
          <p:cNvSpPr/>
          <p:nvPr/>
        </p:nvSpPr>
        <p:spPr>
          <a:xfrm>
            <a:off x="40233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24 (block 0, warp 3)"/>
          <p:cNvSpPr/>
          <p:nvPr/>
        </p:nvSpPr>
        <p:spPr>
          <a:xfrm>
            <a:off x="4480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25 (block 0, warp 3)"/>
          <p:cNvSpPr/>
          <p:nvPr/>
        </p:nvSpPr>
        <p:spPr>
          <a:xfrm>
            <a:off x="4937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26 (block 0, warp 3)"/>
          <p:cNvSpPr/>
          <p:nvPr/>
        </p:nvSpPr>
        <p:spPr>
          <a:xfrm>
            <a:off x="5394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6" name="Thread 127 (block 0, warp 3)"/>
          <p:cNvSpPr/>
          <p:nvPr/>
        </p:nvSpPr>
        <p:spPr>
          <a:xfrm>
            <a:off x="5852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Block 1"/>
          <p:cNvSpPr/>
          <p:nvPr/>
        </p:nvSpPr>
        <p:spPr>
          <a:xfrm>
            <a:off x="74980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38" name="Block 1: 128 threads"/>
          <p:cNvSpPr/>
          <p:nvPr/>
        </p:nvSpPr>
        <p:spPr>
          <a:xfrm>
            <a:off x="74980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39" name="Thread 0 (block 1, warp 0) selected"/>
          <p:cNvSpPr/>
          <p:nvPr/>
        </p:nvSpPr>
        <p:spPr>
          <a:xfrm>
            <a:off x="78181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 (block 1, warp 0) selected"/>
          <p:cNvSpPr/>
          <p:nvPr/>
        </p:nvSpPr>
        <p:spPr>
          <a:xfrm>
            <a:off x="82753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2 (block 1, warp 0) selected"/>
          <p:cNvSpPr/>
          <p:nvPr/>
        </p:nvSpPr>
        <p:spPr>
          <a:xfrm>
            <a:off x="87325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3 (block 1, warp 0) selected"/>
          <p:cNvSpPr/>
          <p:nvPr/>
        </p:nvSpPr>
        <p:spPr>
          <a:xfrm>
            <a:off x="91897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4 (block 1, warp 0) selected"/>
          <p:cNvSpPr/>
          <p:nvPr/>
        </p:nvSpPr>
        <p:spPr>
          <a:xfrm>
            <a:off x="96469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Thread 5 (block 1, warp 0) selected"/>
          <p:cNvSpPr/>
          <p:nvPr/>
        </p:nvSpPr>
        <p:spPr>
          <a:xfrm>
            <a:off x="101041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Thread 6 (block 1, warp 0) selected"/>
          <p:cNvSpPr/>
          <p:nvPr/>
        </p:nvSpPr>
        <p:spPr>
          <a:xfrm>
            <a:off x="105613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Thread 7 (block 1, warp 0) selected"/>
          <p:cNvSpPr/>
          <p:nvPr/>
        </p:nvSpPr>
        <p:spPr>
          <a:xfrm>
            <a:off x="110185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Thread 8 (block 1, warp 0) selected"/>
          <p:cNvSpPr/>
          <p:nvPr/>
        </p:nvSpPr>
        <p:spPr>
          <a:xfrm>
            <a:off x="7818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Thread 9 (block 1, warp 0) selected"/>
          <p:cNvSpPr/>
          <p:nvPr/>
        </p:nvSpPr>
        <p:spPr>
          <a:xfrm>
            <a:off x="82753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Thread 10 (block 1, warp 0) selected"/>
          <p:cNvSpPr/>
          <p:nvPr/>
        </p:nvSpPr>
        <p:spPr>
          <a:xfrm>
            <a:off x="87325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Thread 11 (block 1, warp 0) selected"/>
          <p:cNvSpPr/>
          <p:nvPr/>
        </p:nvSpPr>
        <p:spPr>
          <a:xfrm>
            <a:off x="91897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Thread 12 (block 1, warp 0) selected"/>
          <p:cNvSpPr/>
          <p:nvPr/>
        </p:nvSpPr>
        <p:spPr>
          <a:xfrm>
            <a:off x="96469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Thread 13 (block 1, warp 0) selected"/>
          <p:cNvSpPr/>
          <p:nvPr/>
        </p:nvSpPr>
        <p:spPr>
          <a:xfrm>
            <a:off x="10104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Thread 14 (block 1, warp 0) selected"/>
          <p:cNvSpPr/>
          <p:nvPr/>
        </p:nvSpPr>
        <p:spPr>
          <a:xfrm>
            <a:off x="105613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15 (block 1, warp 0) selected"/>
          <p:cNvSpPr/>
          <p:nvPr/>
        </p:nvSpPr>
        <p:spPr>
          <a:xfrm>
            <a:off x="110185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16 (block 1, warp 0) selected"/>
          <p:cNvSpPr/>
          <p:nvPr/>
        </p:nvSpPr>
        <p:spPr>
          <a:xfrm>
            <a:off x="78181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17 (block 1, warp 0) selected"/>
          <p:cNvSpPr/>
          <p:nvPr/>
        </p:nvSpPr>
        <p:spPr>
          <a:xfrm>
            <a:off x="8275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18 (block 1, warp 0) selected"/>
          <p:cNvSpPr/>
          <p:nvPr/>
        </p:nvSpPr>
        <p:spPr>
          <a:xfrm>
            <a:off x="87325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19 (block 1, warp 0) selected"/>
          <p:cNvSpPr/>
          <p:nvPr/>
        </p:nvSpPr>
        <p:spPr>
          <a:xfrm>
            <a:off x="91897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20 (block 1, warp 0) selected"/>
          <p:cNvSpPr/>
          <p:nvPr/>
        </p:nvSpPr>
        <p:spPr>
          <a:xfrm>
            <a:off x="96469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21 (block 1, warp 0) selected"/>
          <p:cNvSpPr/>
          <p:nvPr/>
        </p:nvSpPr>
        <p:spPr>
          <a:xfrm>
            <a:off x="101041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22 (block 1, warp 0) selected"/>
          <p:cNvSpPr/>
          <p:nvPr/>
        </p:nvSpPr>
        <p:spPr>
          <a:xfrm>
            <a:off x="10561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23 (block 1, warp 0) selected"/>
          <p:cNvSpPr/>
          <p:nvPr/>
        </p:nvSpPr>
        <p:spPr>
          <a:xfrm>
            <a:off x="110185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24 (block 1, warp 0) selected"/>
          <p:cNvSpPr/>
          <p:nvPr/>
        </p:nvSpPr>
        <p:spPr>
          <a:xfrm>
            <a:off x="78181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25 (block 1, warp 0) selected"/>
          <p:cNvSpPr/>
          <p:nvPr/>
        </p:nvSpPr>
        <p:spPr>
          <a:xfrm>
            <a:off x="82753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26 (block 1, warp 0) selected"/>
          <p:cNvSpPr/>
          <p:nvPr/>
        </p:nvSpPr>
        <p:spPr>
          <a:xfrm>
            <a:off x="87325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27 (block 1, warp 0) selected"/>
          <p:cNvSpPr/>
          <p:nvPr/>
        </p:nvSpPr>
        <p:spPr>
          <a:xfrm>
            <a:off x="91897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28 (block 1, warp 0) selected"/>
          <p:cNvSpPr/>
          <p:nvPr/>
        </p:nvSpPr>
        <p:spPr>
          <a:xfrm>
            <a:off x="96469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29 (block 1, warp 0) selected"/>
          <p:cNvSpPr/>
          <p:nvPr/>
        </p:nvSpPr>
        <p:spPr>
          <a:xfrm>
            <a:off x="101041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30 (block 1, warp 0) selected"/>
          <p:cNvSpPr/>
          <p:nvPr/>
        </p:nvSpPr>
        <p:spPr>
          <a:xfrm>
            <a:off x="105613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31 (block 1, warp 0) selected"/>
          <p:cNvSpPr/>
          <p:nvPr/>
        </p:nvSpPr>
        <p:spPr>
          <a:xfrm>
            <a:off x="110185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32 (block 1, warp 1)"/>
          <p:cNvSpPr/>
          <p:nvPr/>
        </p:nvSpPr>
        <p:spPr>
          <a:xfrm>
            <a:off x="7818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2" name="Thread 33 (block 1, warp 1)"/>
          <p:cNvSpPr/>
          <p:nvPr/>
        </p:nvSpPr>
        <p:spPr>
          <a:xfrm>
            <a:off x="8275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3" name="Thread 34 (block 1, warp 1)"/>
          <p:cNvSpPr/>
          <p:nvPr/>
        </p:nvSpPr>
        <p:spPr>
          <a:xfrm>
            <a:off x="8732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4" name="Thread 35 (block 1, warp 1)"/>
          <p:cNvSpPr/>
          <p:nvPr/>
        </p:nvSpPr>
        <p:spPr>
          <a:xfrm>
            <a:off x="9189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5" name="Thread 36 (block 1, warp 1)"/>
          <p:cNvSpPr/>
          <p:nvPr/>
        </p:nvSpPr>
        <p:spPr>
          <a:xfrm>
            <a:off x="9646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6" name="Thread 37 (block 1, warp 1)"/>
          <p:cNvSpPr/>
          <p:nvPr/>
        </p:nvSpPr>
        <p:spPr>
          <a:xfrm>
            <a:off x="10104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7" name="Thread 38 (block 1, warp 1)"/>
          <p:cNvSpPr/>
          <p:nvPr/>
        </p:nvSpPr>
        <p:spPr>
          <a:xfrm>
            <a:off x="10561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8" name="Thread 39 (block 1, warp 1)"/>
          <p:cNvSpPr/>
          <p:nvPr/>
        </p:nvSpPr>
        <p:spPr>
          <a:xfrm>
            <a:off x="11018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9" name="Thread 40 (block 1, warp 1)"/>
          <p:cNvSpPr/>
          <p:nvPr/>
        </p:nvSpPr>
        <p:spPr>
          <a:xfrm>
            <a:off x="7818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0" name="Thread 41 (block 1, warp 1)"/>
          <p:cNvSpPr/>
          <p:nvPr/>
        </p:nvSpPr>
        <p:spPr>
          <a:xfrm>
            <a:off x="8275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1" name="Thread 42 (block 1, warp 1)"/>
          <p:cNvSpPr/>
          <p:nvPr/>
        </p:nvSpPr>
        <p:spPr>
          <a:xfrm>
            <a:off x="8732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2" name="Thread 43 (block 1, warp 1)"/>
          <p:cNvSpPr/>
          <p:nvPr/>
        </p:nvSpPr>
        <p:spPr>
          <a:xfrm>
            <a:off x="9189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3" name="Thread 44 (block 1, warp 1)"/>
          <p:cNvSpPr/>
          <p:nvPr/>
        </p:nvSpPr>
        <p:spPr>
          <a:xfrm>
            <a:off x="9646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4" name="Thread 45 (block 1, warp 1)"/>
          <p:cNvSpPr/>
          <p:nvPr/>
        </p:nvSpPr>
        <p:spPr>
          <a:xfrm>
            <a:off x="10104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5" name="Thread 46 (block 1, warp 1)"/>
          <p:cNvSpPr/>
          <p:nvPr/>
        </p:nvSpPr>
        <p:spPr>
          <a:xfrm>
            <a:off x="10561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6" name="Thread 47 (block 1, warp 1)"/>
          <p:cNvSpPr/>
          <p:nvPr/>
        </p:nvSpPr>
        <p:spPr>
          <a:xfrm>
            <a:off x="11018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7" name="Thread 48 (block 1, warp 1)"/>
          <p:cNvSpPr/>
          <p:nvPr/>
        </p:nvSpPr>
        <p:spPr>
          <a:xfrm>
            <a:off x="7818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49 (block 1, warp 1)"/>
          <p:cNvSpPr/>
          <p:nvPr/>
        </p:nvSpPr>
        <p:spPr>
          <a:xfrm>
            <a:off x="8275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50 (block 1, warp 1)"/>
          <p:cNvSpPr/>
          <p:nvPr/>
        </p:nvSpPr>
        <p:spPr>
          <a:xfrm>
            <a:off x="8732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51 (block 1, warp 1)"/>
          <p:cNvSpPr/>
          <p:nvPr/>
        </p:nvSpPr>
        <p:spPr>
          <a:xfrm>
            <a:off x="9189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52 (block 1, warp 1)"/>
          <p:cNvSpPr/>
          <p:nvPr/>
        </p:nvSpPr>
        <p:spPr>
          <a:xfrm>
            <a:off x="9646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53 (block 1, warp 1)"/>
          <p:cNvSpPr/>
          <p:nvPr/>
        </p:nvSpPr>
        <p:spPr>
          <a:xfrm>
            <a:off x="10104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54 (block 1, warp 1)"/>
          <p:cNvSpPr/>
          <p:nvPr/>
        </p:nvSpPr>
        <p:spPr>
          <a:xfrm>
            <a:off x="10561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55 (block 1, warp 1)"/>
          <p:cNvSpPr/>
          <p:nvPr/>
        </p:nvSpPr>
        <p:spPr>
          <a:xfrm>
            <a:off x="11018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56 (block 1, warp 1)"/>
          <p:cNvSpPr/>
          <p:nvPr/>
        </p:nvSpPr>
        <p:spPr>
          <a:xfrm>
            <a:off x="7818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57 (block 1, warp 1)"/>
          <p:cNvSpPr/>
          <p:nvPr/>
        </p:nvSpPr>
        <p:spPr>
          <a:xfrm>
            <a:off x="8275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7" name="Thread 58 (block 1, warp 1)"/>
          <p:cNvSpPr/>
          <p:nvPr/>
        </p:nvSpPr>
        <p:spPr>
          <a:xfrm>
            <a:off x="8732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59 (block 1, warp 1)"/>
          <p:cNvSpPr/>
          <p:nvPr/>
        </p:nvSpPr>
        <p:spPr>
          <a:xfrm>
            <a:off x="9189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60 (block 1, warp 1)"/>
          <p:cNvSpPr/>
          <p:nvPr/>
        </p:nvSpPr>
        <p:spPr>
          <a:xfrm>
            <a:off x="9646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61 (block 1, warp 1)"/>
          <p:cNvSpPr/>
          <p:nvPr/>
        </p:nvSpPr>
        <p:spPr>
          <a:xfrm>
            <a:off x="10104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62 (block 1, warp 1)"/>
          <p:cNvSpPr/>
          <p:nvPr/>
        </p:nvSpPr>
        <p:spPr>
          <a:xfrm>
            <a:off x="10561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63 (block 1, warp 1)"/>
          <p:cNvSpPr/>
          <p:nvPr/>
        </p:nvSpPr>
        <p:spPr>
          <a:xfrm>
            <a:off x="11018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64 (block 1, warp 2) selected"/>
          <p:cNvSpPr/>
          <p:nvPr/>
        </p:nvSpPr>
        <p:spPr>
          <a:xfrm>
            <a:off x="78181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65 (block 1, warp 2) selected"/>
          <p:cNvSpPr/>
          <p:nvPr/>
        </p:nvSpPr>
        <p:spPr>
          <a:xfrm>
            <a:off x="8275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66 (block 1, warp 2) selected"/>
          <p:cNvSpPr/>
          <p:nvPr/>
        </p:nvSpPr>
        <p:spPr>
          <a:xfrm>
            <a:off x="87325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67 (block 1, warp 2) selected"/>
          <p:cNvSpPr/>
          <p:nvPr/>
        </p:nvSpPr>
        <p:spPr>
          <a:xfrm>
            <a:off x="91897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68 (block 1, warp 2) selected"/>
          <p:cNvSpPr/>
          <p:nvPr/>
        </p:nvSpPr>
        <p:spPr>
          <a:xfrm>
            <a:off x="96469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69 (block 1, warp 2) selected"/>
          <p:cNvSpPr/>
          <p:nvPr/>
        </p:nvSpPr>
        <p:spPr>
          <a:xfrm>
            <a:off x="101041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70 (block 1, warp 2) selected"/>
          <p:cNvSpPr/>
          <p:nvPr/>
        </p:nvSpPr>
        <p:spPr>
          <a:xfrm>
            <a:off x="10561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71 (block 1, warp 2) selected"/>
          <p:cNvSpPr/>
          <p:nvPr/>
        </p:nvSpPr>
        <p:spPr>
          <a:xfrm>
            <a:off x="110185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72 (block 1, warp 2) selected"/>
          <p:cNvSpPr/>
          <p:nvPr/>
        </p:nvSpPr>
        <p:spPr>
          <a:xfrm>
            <a:off x="78181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73 (block 1, warp 2) selected"/>
          <p:cNvSpPr/>
          <p:nvPr/>
        </p:nvSpPr>
        <p:spPr>
          <a:xfrm>
            <a:off x="8275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74 (block 1, warp 2) selected"/>
          <p:cNvSpPr/>
          <p:nvPr/>
        </p:nvSpPr>
        <p:spPr>
          <a:xfrm>
            <a:off x="87325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Thread 75 (block 1, warp 2) selected"/>
          <p:cNvSpPr/>
          <p:nvPr/>
        </p:nvSpPr>
        <p:spPr>
          <a:xfrm>
            <a:off x="91897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Thread 76 (block 1, warp 2) selected"/>
          <p:cNvSpPr/>
          <p:nvPr/>
        </p:nvSpPr>
        <p:spPr>
          <a:xfrm>
            <a:off x="96469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77 (block 1, warp 2) selected"/>
          <p:cNvSpPr/>
          <p:nvPr/>
        </p:nvSpPr>
        <p:spPr>
          <a:xfrm>
            <a:off x="101041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78 (block 1, warp 2) selected"/>
          <p:cNvSpPr/>
          <p:nvPr/>
        </p:nvSpPr>
        <p:spPr>
          <a:xfrm>
            <a:off x="10561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Thread 79 (block 1, warp 2) selected"/>
          <p:cNvSpPr/>
          <p:nvPr/>
        </p:nvSpPr>
        <p:spPr>
          <a:xfrm>
            <a:off x="110185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9" name="Thread 80 (block 1, warp 2) selected"/>
          <p:cNvSpPr/>
          <p:nvPr/>
        </p:nvSpPr>
        <p:spPr>
          <a:xfrm>
            <a:off x="78181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81 (block 1, warp 2) selected"/>
          <p:cNvSpPr/>
          <p:nvPr/>
        </p:nvSpPr>
        <p:spPr>
          <a:xfrm>
            <a:off x="82753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82 (block 1, warp 2) selected"/>
          <p:cNvSpPr/>
          <p:nvPr/>
        </p:nvSpPr>
        <p:spPr>
          <a:xfrm>
            <a:off x="8732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83 (block 1, warp 2) selected"/>
          <p:cNvSpPr/>
          <p:nvPr/>
        </p:nvSpPr>
        <p:spPr>
          <a:xfrm>
            <a:off x="91897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84 (block 1, warp 2) selected"/>
          <p:cNvSpPr/>
          <p:nvPr/>
        </p:nvSpPr>
        <p:spPr>
          <a:xfrm>
            <a:off x="96469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85 (block 1, warp 2) selected"/>
          <p:cNvSpPr/>
          <p:nvPr/>
        </p:nvSpPr>
        <p:spPr>
          <a:xfrm>
            <a:off x="101041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86 (block 1, warp 2) selected"/>
          <p:cNvSpPr/>
          <p:nvPr/>
        </p:nvSpPr>
        <p:spPr>
          <a:xfrm>
            <a:off x="105613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87 (block 1, warp 2) selected"/>
          <p:cNvSpPr/>
          <p:nvPr/>
        </p:nvSpPr>
        <p:spPr>
          <a:xfrm>
            <a:off x="11018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88 (block 1, warp 2) selected"/>
          <p:cNvSpPr/>
          <p:nvPr/>
        </p:nvSpPr>
        <p:spPr>
          <a:xfrm>
            <a:off x="78181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89 (block 1, warp 2) selected"/>
          <p:cNvSpPr/>
          <p:nvPr/>
        </p:nvSpPr>
        <p:spPr>
          <a:xfrm>
            <a:off x="8275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90 (block 1, warp 2) selected"/>
          <p:cNvSpPr/>
          <p:nvPr/>
        </p:nvSpPr>
        <p:spPr>
          <a:xfrm>
            <a:off x="87325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91 (block 1, warp 2) selected"/>
          <p:cNvSpPr/>
          <p:nvPr/>
        </p:nvSpPr>
        <p:spPr>
          <a:xfrm>
            <a:off x="91897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92 (block 1, warp 2) selected"/>
          <p:cNvSpPr/>
          <p:nvPr/>
        </p:nvSpPr>
        <p:spPr>
          <a:xfrm>
            <a:off x="96469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93 (block 1, warp 2) selected"/>
          <p:cNvSpPr/>
          <p:nvPr/>
        </p:nvSpPr>
        <p:spPr>
          <a:xfrm>
            <a:off x="101041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3" name="Thread 94 (block 1, warp 2) selected"/>
          <p:cNvSpPr/>
          <p:nvPr/>
        </p:nvSpPr>
        <p:spPr>
          <a:xfrm>
            <a:off x="10561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95 (block 1, warp 2) selected"/>
          <p:cNvSpPr/>
          <p:nvPr/>
        </p:nvSpPr>
        <p:spPr>
          <a:xfrm>
            <a:off x="110185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96 (block 1, warp 3)"/>
          <p:cNvSpPr/>
          <p:nvPr/>
        </p:nvSpPr>
        <p:spPr>
          <a:xfrm>
            <a:off x="7818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6" name="Thread 97 (block 1, warp 3)"/>
          <p:cNvSpPr/>
          <p:nvPr/>
        </p:nvSpPr>
        <p:spPr>
          <a:xfrm>
            <a:off x="8275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7" name="Thread 98 (block 1, warp 3)"/>
          <p:cNvSpPr/>
          <p:nvPr/>
        </p:nvSpPr>
        <p:spPr>
          <a:xfrm>
            <a:off x="8732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8" name="Thread 99 (block 1, warp 3)"/>
          <p:cNvSpPr/>
          <p:nvPr/>
        </p:nvSpPr>
        <p:spPr>
          <a:xfrm>
            <a:off x="9189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9" name="Thread 100 (block 1, warp 3)"/>
          <p:cNvSpPr/>
          <p:nvPr/>
        </p:nvSpPr>
        <p:spPr>
          <a:xfrm>
            <a:off x="9646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0" name="Thread 101 (block 1, warp 3)"/>
          <p:cNvSpPr/>
          <p:nvPr/>
        </p:nvSpPr>
        <p:spPr>
          <a:xfrm>
            <a:off x="10104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1" name="Thread 102 (block 1, warp 3)"/>
          <p:cNvSpPr/>
          <p:nvPr/>
        </p:nvSpPr>
        <p:spPr>
          <a:xfrm>
            <a:off x="10561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2" name="Thread 103 (block 1, warp 3)"/>
          <p:cNvSpPr/>
          <p:nvPr/>
        </p:nvSpPr>
        <p:spPr>
          <a:xfrm>
            <a:off x="11018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3" name="Thread 104 (block 1, warp 3)"/>
          <p:cNvSpPr/>
          <p:nvPr/>
        </p:nvSpPr>
        <p:spPr>
          <a:xfrm>
            <a:off x="7818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4" name="Thread 105 (block 1, warp 3)"/>
          <p:cNvSpPr/>
          <p:nvPr/>
        </p:nvSpPr>
        <p:spPr>
          <a:xfrm>
            <a:off x="8275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5" name="Thread 106 (block 1, warp 3)"/>
          <p:cNvSpPr/>
          <p:nvPr/>
        </p:nvSpPr>
        <p:spPr>
          <a:xfrm>
            <a:off x="8732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6" name="Thread 107 (block 1, warp 3)"/>
          <p:cNvSpPr/>
          <p:nvPr/>
        </p:nvSpPr>
        <p:spPr>
          <a:xfrm>
            <a:off x="9189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7" name="Thread 108 (block 1, warp 3)"/>
          <p:cNvSpPr/>
          <p:nvPr/>
        </p:nvSpPr>
        <p:spPr>
          <a:xfrm>
            <a:off x="9646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8" name="Thread 109 (block 1, warp 3)"/>
          <p:cNvSpPr/>
          <p:nvPr/>
        </p:nvSpPr>
        <p:spPr>
          <a:xfrm>
            <a:off x="10104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9" name="Thread 110 (block 1, warp 3)"/>
          <p:cNvSpPr/>
          <p:nvPr/>
        </p:nvSpPr>
        <p:spPr>
          <a:xfrm>
            <a:off x="10561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0" name="Thread 111 (block 1, warp 3)"/>
          <p:cNvSpPr/>
          <p:nvPr/>
        </p:nvSpPr>
        <p:spPr>
          <a:xfrm>
            <a:off x="11018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1" name="Thread 112 (block 1, warp 3)"/>
          <p:cNvSpPr/>
          <p:nvPr/>
        </p:nvSpPr>
        <p:spPr>
          <a:xfrm>
            <a:off x="7818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2" name="Thread 113 (block 1, warp 3)"/>
          <p:cNvSpPr/>
          <p:nvPr/>
        </p:nvSpPr>
        <p:spPr>
          <a:xfrm>
            <a:off x="8275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3" name="Thread 114 (block 1, warp 3)"/>
          <p:cNvSpPr/>
          <p:nvPr/>
        </p:nvSpPr>
        <p:spPr>
          <a:xfrm>
            <a:off x="8732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4" name="Thread 115 (block 1, warp 3)"/>
          <p:cNvSpPr/>
          <p:nvPr/>
        </p:nvSpPr>
        <p:spPr>
          <a:xfrm>
            <a:off x="9189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5" name="Thread 116 (block 1, warp 3)"/>
          <p:cNvSpPr/>
          <p:nvPr/>
        </p:nvSpPr>
        <p:spPr>
          <a:xfrm>
            <a:off x="9646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6" name="Thread 117 (block 1, warp 3)"/>
          <p:cNvSpPr/>
          <p:nvPr/>
        </p:nvSpPr>
        <p:spPr>
          <a:xfrm>
            <a:off x="10104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118 (block 1, warp 3)"/>
          <p:cNvSpPr/>
          <p:nvPr/>
        </p:nvSpPr>
        <p:spPr>
          <a:xfrm>
            <a:off x="10561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119 (block 1, warp 3)"/>
          <p:cNvSpPr/>
          <p:nvPr/>
        </p:nvSpPr>
        <p:spPr>
          <a:xfrm>
            <a:off x="11018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120 (block 1, warp 3)"/>
          <p:cNvSpPr/>
          <p:nvPr/>
        </p:nvSpPr>
        <p:spPr>
          <a:xfrm>
            <a:off x="7818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21 (block 1, warp 3)"/>
          <p:cNvSpPr/>
          <p:nvPr/>
        </p:nvSpPr>
        <p:spPr>
          <a:xfrm>
            <a:off x="8275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1" name="Thread 122 (block 1, warp 3)"/>
          <p:cNvSpPr/>
          <p:nvPr/>
        </p:nvSpPr>
        <p:spPr>
          <a:xfrm>
            <a:off x="8732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23 (block 1, warp 3)"/>
          <p:cNvSpPr/>
          <p:nvPr/>
        </p:nvSpPr>
        <p:spPr>
          <a:xfrm>
            <a:off x="9189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24 (block 1, warp 3)"/>
          <p:cNvSpPr/>
          <p:nvPr/>
        </p:nvSpPr>
        <p:spPr>
          <a:xfrm>
            <a:off x="9646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25 (block 1, warp 3)"/>
          <p:cNvSpPr/>
          <p:nvPr/>
        </p:nvSpPr>
        <p:spPr>
          <a:xfrm>
            <a:off x="10104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26 (block 1, warp 3)"/>
          <p:cNvSpPr/>
          <p:nvPr/>
        </p:nvSpPr>
        <p:spPr>
          <a:xfrm>
            <a:off x="10561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27 (block 1, warp 3)"/>
          <p:cNvSpPr/>
          <p:nvPr/>
        </p:nvSpPr>
        <p:spPr>
          <a:xfrm>
            <a:off x="11018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No upper boundary specified"/>
          <p:cNvSpPr/>
          <p:nvPr/>
        </p:nvSpPr>
        <p:spPr>
          <a:xfrm>
            <a:off x="20574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0">
                <a:solidFill>
                  <a:schemeClr val="dk2"/>
                </a:solidFill>
                <a:latin typeface="NVIDIA Sans"/>
              </a:rPr>
              <a:t xml:space="preserve">No upper boundary specified</a:t>
            </a:r>
          </a:p>
        </p:txBody>
      </p:sp>
      <p:sp>
        <p:nvSpPr>
          <p:cNvPr id="268" name="Threads across both blocks"/>
          <p:cNvSpPr/>
          <p:nvPr/>
        </p:nvSpPr>
        <p:spPr>
          <a:xfrm>
            <a:off x="20574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Threads across both blocks</a:t>
            </a:r>
          </a:p>
        </p:txBody>
      </p:sp>
      <p:sp>
        <p:nvSpPr>
          <p:cNvPr id="269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70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271" name="Block 0"/>
          <p:cNvSpPr/>
          <p:nvPr/>
        </p:nvSpPr>
        <p:spPr>
          <a:xfrm>
            <a:off x="135331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272" name="Block 0: 128 threads"/>
          <p:cNvSpPr/>
          <p:nvPr/>
        </p:nvSpPr>
        <p:spPr>
          <a:xfrm>
            <a:off x="135331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73" name="Upper boundary: block 0"/>
          <p:cNvSpPr/>
          <p:nvPr/>
        </p:nvSpPr>
        <p:spPr>
          <a:xfrm>
            <a:off x="133731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274" name="Thread 0 (block 0, warp 0) selected"/>
          <p:cNvSpPr/>
          <p:nvPr/>
        </p:nvSpPr>
        <p:spPr>
          <a:xfrm>
            <a:off x="13853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 (block 0, warp 0) selected"/>
          <p:cNvSpPr/>
          <p:nvPr/>
        </p:nvSpPr>
        <p:spPr>
          <a:xfrm>
            <a:off x="14310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2 (block 0, warp 0) selected"/>
          <p:cNvSpPr/>
          <p:nvPr/>
        </p:nvSpPr>
        <p:spPr>
          <a:xfrm>
            <a:off x="14767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3 (block 0, warp 0) selected"/>
          <p:cNvSpPr/>
          <p:nvPr/>
        </p:nvSpPr>
        <p:spPr>
          <a:xfrm>
            <a:off x="15224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4 (block 0, warp 0) selected"/>
          <p:cNvSpPr/>
          <p:nvPr/>
        </p:nvSpPr>
        <p:spPr>
          <a:xfrm>
            <a:off x="15681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Thread 5 (block 0, warp 0) selected"/>
          <p:cNvSpPr/>
          <p:nvPr/>
        </p:nvSpPr>
        <p:spPr>
          <a:xfrm>
            <a:off x="16139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0" name="Thread 6 (block 0, warp 0) selected"/>
          <p:cNvSpPr/>
          <p:nvPr/>
        </p:nvSpPr>
        <p:spPr>
          <a:xfrm>
            <a:off x="16596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7 (block 0, warp 0) selected"/>
          <p:cNvSpPr/>
          <p:nvPr/>
        </p:nvSpPr>
        <p:spPr>
          <a:xfrm>
            <a:off x="17053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2" name="Thread 8 (block 0, warp 0) selected"/>
          <p:cNvSpPr/>
          <p:nvPr/>
        </p:nvSpPr>
        <p:spPr>
          <a:xfrm>
            <a:off x="13853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9 (block 0, warp 0) selected"/>
          <p:cNvSpPr/>
          <p:nvPr/>
        </p:nvSpPr>
        <p:spPr>
          <a:xfrm>
            <a:off x="14310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10 (block 0, warp 0) selected"/>
          <p:cNvSpPr/>
          <p:nvPr/>
        </p:nvSpPr>
        <p:spPr>
          <a:xfrm>
            <a:off x="14767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11 (block 0, warp 0) selected"/>
          <p:cNvSpPr/>
          <p:nvPr/>
        </p:nvSpPr>
        <p:spPr>
          <a:xfrm>
            <a:off x="15224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12 (block 0, warp 0) selected"/>
          <p:cNvSpPr/>
          <p:nvPr/>
        </p:nvSpPr>
        <p:spPr>
          <a:xfrm>
            <a:off x="15681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7" name="Thread 13 (block 0, warp 0) selected"/>
          <p:cNvSpPr/>
          <p:nvPr/>
        </p:nvSpPr>
        <p:spPr>
          <a:xfrm>
            <a:off x="16139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8" name="Thread 14 (block 0, warp 0) selected"/>
          <p:cNvSpPr/>
          <p:nvPr/>
        </p:nvSpPr>
        <p:spPr>
          <a:xfrm>
            <a:off x="16596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9" name="Thread 15 (block 0, warp 0) selected"/>
          <p:cNvSpPr/>
          <p:nvPr/>
        </p:nvSpPr>
        <p:spPr>
          <a:xfrm>
            <a:off x="17053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0" name="Thread 16 (block 0, warp 0) selected"/>
          <p:cNvSpPr/>
          <p:nvPr/>
        </p:nvSpPr>
        <p:spPr>
          <a:xfrm>
            <a:off x="13853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1" name="Thread 17 (block 0, warp 0) selected"/>
          <p:cNvSpPr/>
          <p:nvPr/>
        </p:nvSpPr>
        <p:spPr>
          <a:xfrm>
            <a:off x="14310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18 (block 0, warp 0) selected"/>
          <p:cNvSpPr/>
          <p:nvPr/>
        </p:nvSpPr>
        <p:spPr>
          <a:xfrm>
            <a:off x="14767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3" name="Thread 19 (block 0, warp 0) selected"/>
          <p:cNvSpPr/>
          <p:nvPr/>
        </p:nvSpPr>
        <p:spPr>
          <a:xfrm>
            <a:off x="15224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4" name="Thread 20 (block 0, warp 0) selected"/>
          <p:cNvSpPr/>
          <p:nvPr/>
        </p:nvSpPr>
        <p:spPr>
          <a:xfrm>
            <a:off x="15681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21 (block 0, warp 0) selected"/>
          <p:cNvSpPr/>
          <p:nvPr/>
        </p:nvSpPr>
        <p:spPr>
          <a:xfrm>
            <a:off x="16139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6" name="Thread 22 (block 0, warp 0) selected"/>
          <p:cNvSpPr/>
          <p:nvPr/>
        </p:nvSpPr>
        <p:spPr>
          <a:xfrm>
            <a:off x="16596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7" name="Thread 23 (block 0, warp 0) selected"/>
          <p:cNvSpPr/>
          <p:nvPr/>
        </p:nvSpPr>
        <p:spPr>
          <a:xfrm>
            <a:off x="17053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8" name="Thread 24 (block 0, warp 0) selected"/>
          <p:cNvSpPr/>
          <p:nvPr/>
        </p:nvSpPr>
        <p:spPr>
          <a:xfrm>
            <a:off x="13853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9" name="Thread 25 (block 0, warp 0) selected"/>
          <p:cNvSpPr/>
          <p:nvPr/>
        </p:nvSpPr>
        <p:spPr>
          <a:xfrm>
            <a:off x="14310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0" name="Thread 26 (block 0, warp 0) selected"/>
          <p:cNvSpPr/>
          <p:nvPr/>
        </p:nvSpPr>
        <p:spPr>
          <a:xfrm>
            <a:off x="14767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1" name="Thread 27 (block 0, warp 0) selected"/>
          <p:cNvSpPr/>
          <p:nvPr/>
        </p:nvSpPr>
        <p:spPr>
          <a:xfrm>
            <a:off x="15224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2" name="Thread 28 (block 0, warp 0) selected"/>
          <p:cNvSpPr/>
          <p:nvPr/>
        </p:nvSpPr>
        <p:spPr>
          <a:xfrm>
            <a:off x="15681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9 (block 0, warp 0) selected"/>
          <p:cNvSpPr/>
          <p:nvPr/>
        </p:nvSpPr>
        <p:spPr>
          <a:xfrm>
            <a:off x="16139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4" name="Thread 30 (block 0, warp 0) selected"/>
          <p:cNvSpPr/>
          <p:nvPr/>
        </p:nvSpPr>
        <p:spPr>
          <a:xfrm>
            <a:off x="16596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5" name="Thread 31 (block 0, warp 0) selected"/>
          <p:cNvSpPr/>
          <p:nvPr/>
        </p:nvSpPr>
        <p:spPr>
          <a:xfrm>
            <a:off x="17053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6" name="Thread 32 (block 0, warp 1)"/>
          <p:cNvSpPr/>
          <p:nvPr/>
        </p:nvSpPr>
        <p:spPr>
          <a:xfrm>
            <a:off x="13853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7" name="Thread 33 (block 0, warp 1)"/>
          <p:cNvSpPr/>
          <p:nvPr/>
        </p:nvSpPr>
        <p:spPr>
          <a:xfrm>
            <a:off x="14310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8" name="Thread 34 (block 0, warp 1)"/>
          <p:cNvSpPr/>
          <p:nvPr/>
        </p:nvSpPr>
        <p:spPr>
          <a:xfrm>
            <a:off x="14767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9" name="Thread 35 (block 0, warp 1)"/>
          <p:cNvSpPr/>
          <p:nvPr/>
        </p:nvSpPr>
        <p:spPr>
          <a:xfrm>
            <a:off x="15224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0" name="Thread 36 (block 0, warp 1)"/>
          <p:cNvSpPr/>
          <p:nvPr/>
        </p:nvSpPr>
        <p:spPr>
          <a:xfrm>
            <a:off x="15681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1" name="Thread 37 (block 0, warp 1)"/>
          <p:cNvSpPr/>
          <p:nvPr/>
        </p:nvSpPr>
        <p:spPr>
          <a:xfrm>
            <a:off x="16139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2" name="Thread 38 (block 0, warp 1)"/>
          <p:cNvSpPr/>
          <p:nvPr/>
        </p:nvSpPr>
        <p:spPr>
          <a:xfrm>
            <a:off x="16596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3" name="Thread 39 (block 0, warp 1)"/>
          <p:cNvSpPr/>
          <p:nvPr/>
        </p:nvSpPr>
        <p:spPr>
          <a:xfrm>
            <a:off x="17053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4" name="Thread 40 (block 0, warp 1)"/>
          <p:cNvSpPr/>
          <p:nvPr/>
        </p:nvSpPr>
        <p:spPr>
          <a:xfrm>
            <a:off x="13853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5" name="Thread 41 (block 0, warp 1)"/>
          <p:cNvSpPr/>
          <p:nvPr/>
        </p:nvSpPr>
        <p:spPr>
          <a:xfrm>
            <a:off x="14310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6" name="Thread 42 (block 0, warp 1)"/>
          <p:cNvSpPr/>
          <p:nvPr/>
        </p:nvSpPr>
        <p:spPr>
          <a:xfrm>
            <a:off x="14767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7" name="Thread 43 (block 0, warp 1)"/>
          <p:cNvSpPr/>
          <p:nvPr/>
        </p:nvSpPr>
        <p:spPr>
          <a:xfrm>
            <a:off x="15224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8" name="Thread 44 (block 0, warp 1)"/>
          <p:cNvSpPr/>
          <p:nvPr/>
        </p:nvSpPr>
        <p:spPr>
          <a:xfrm>
            <a:off x="15681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9" name="Thread 45 (block 0, warp 1)"/>
          <p:cNvSpPr/>
          <p:nvPr/>
        </p:nvSpPr>
        <p:spPr>
          <a:xfrm>
            <a:off x="16139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0" name="Thread 46 (block 0, warp 1)"/>
          <p:cNvSpPr/>
          <p:nvPr/>
        </p:nvSpPr>
        <p:spPr>
          <a:xfrm>
            <a:off x="16596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1" name="Thread 47 (block 0, warp 1)"/>
          <p:cNvSpPr/>
          <p:nvPr/>
        </p:nvSpPr>
        <p:spPr>
          <a:xfrm>
            <a:off x="17053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2" name="Thread 48 (block 0, warp 1)"/>
          <p:cNvSpPr/>
          <p:nvPr/>
        </p:nvSpPr>
        <p:spPr>
          <a:xfrm>
            <a:off x="13853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3" name="Thread 49 (block 0, warp 1)"/>
          <p:cNvSpPr/>
          <p:nvPr/>
        </p:nvSpPr>
        <p:spPr>
          <a:xfrm>
            <a:off x="14310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4" name="Thread 50 (block 0, warp 1)"/>
          <p:cNvSpPr/>
          <p:nvPr/>
        </p:nvSpPr>
        <p:spPr>
          <a:xfrm>
            <a:off x="14767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5" name="Thread 51 (block 0, warp 1)"/>
          <p:cNvSpPr/>
          <p:nvPr/>
        </p:nvSpPr>
        <p:spPr>
          <a:xfrm>
            <a:off x="15224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6" name="Thread 52 (block 0, warp 1)"/>
          <p:cNvSpPr/>
          <p:nvPr/>
        </p:nvSpPr>
        <p:spPr>
          <a:xfrm>
            <a:off x="15681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7" name="Thread 53 (block 0, warp 1)"/>
          <p:cNvSpPr/>
          <p:nvPr/>
        </p:nvSpPr>
        <p:spPr>
          <a:xfrm>
            <a:off x="16139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8" name="Thread 54 (block 0, warp 1)"/>
          <p:cNvSpPr/>
          <p:nvPr/>
        </p:nvSpPr>
        <p:spPr>
          <a:xfrm>
            <a:off x="16596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9" name="Thread 55 (block 0, warp 1)"/>
          <p:cNvSpPr/>
          <p:nvPr/>
        </p:nvSpPr>
        <p:spPr>
          <a:xfrm>
            <a:off x="17053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0" name="Thread 56 (block 0, warp 1)"/>
          <p:cNvSpPr/>
          <p:nvPr/>
        </p:nvSpPr>
        <p:spPr>
          <a:xfrm>
            <a:off x="13853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1" name="Thread 57 (block 0, warp 1)"/>
          <p:cNvSpPr/>
          <p:nvPr/>
        </p:nvSpPr>
        <p:spPr>
          <a:xfrm>
            <a:off x="143103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2" name="Thread 58 (block 0, warp 1)"/>
          <p:cNvSpPr/>
          <p:nvPr/>
        </p:nvSpPr>
        <p:spPr>
          <a:xfrm>
            <a:off x="14767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3" name="Thread 59 (block 0, warp 1)"/>
          <p:cNvSpPr/>
          <p:nvPr/>
        </p:nvSpPr>
        <p:spPr>
          <a:xfrm>
            <a:off x="15224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4" name="Thread 60 (block 0, warp 1)"/>
          <p:cNvSpPr/>
          <p:nvPr/>
        </p:nvSpPr>
        <p:spPr>
          <a:xfrm>
            <a:off x="15681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5" name="Thread 61 (block 0, warp 1)"/>
          <p:cNvSpPr/>
          <p:nvPr/>
        </p:nvSpPr>
        <p:spPr>
          <a:xfrm>
            <a:off x="16139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6" name="Thread 62 (block 0, warp 1)"/>
          <p:cNvSpPr/>
          <p:nvPr/>
        </p:nvSpPr>
        <p:spPr>
          <a:xfrm>
            <a:off x="165963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7" name="Thread 63 (block 0, warp 1)"/>
          <p:cNvSpPr/>
          <p:nvPr/>
        </p:nvSpPr>
        <p:spPr>
          <a:xfrm>
            <a:off x="17053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8" name="Thread 64 (block 0, warp 2) selected"/>
          <p:cNvSpPr/>
          <p:nvPr/>
        </p:nvSpPr>
        <p:spPr>
          <a:xfrm>
            <a:off x="13853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9" name="Thread 65 (block 0, warp 2) selected"/>
          <p:cNvSpPr/>
          <p:nvPr/>
        </p:nvSpPr>
        <p:spPr>
          <a:xfrm>
            <a:off x="14310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0" name="Thread 66 (block 0, warp 2) selected"/>
          <p:cNvSpPr/>
          <p:nvPr/>
        </p:nvSpPr>
        <p:spPr>
          <a:xfrm>
            <a:off x="14767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67 (block 0, warp 2) selected"/>
          <p:cNvSpPr/>
          <p:nvPr/>
        </p:nvSpPr>
        <p:spPr>
          <a:xfrm>
            <a:off x="15224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2" name="Thread 68 (block 0, warp 2) selected"/>
          <p:cNvSpPr/>
          <p:nvPr/>
        </p:nvSpPr>
        <p:spPr>
          <a:xfrm>
            <a:off x="15681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3" name="Thread 69 (block 0, warp 2) selected"/>
          <p:cNvSpPr/>
          <p:nvPr/>
        </p:nvSpPr>
        <p:spPr>
          <a:xfrm>
            <a:off x="16139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4" name="Thread 70 (block 0, warp 2) selected"/>
          <p:cNvSpPr/>
          <p:nvPr/>
        </p:nvSpPr>
        <p:spPr>
          <a:xfrm>
            <a:off x="16596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5" name="Thread 71 (block 0, warp 2) selected"/>
          <p:cNvSpPr/>
          <p:nvPr/>
        </p:nvSpPr>
        <p:spPr>
          <a:xfrm>
            <a:off x="17053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6" name="Thread 72 (block 0, warp 2) selected"/>
          <p:cNvSpPr/>
          <p:nvPr/>
        </p:nvSpPr>
        <p:spPr>
          <a:xfrm>
            <a:off x="13853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7" name="Thread 73 (block 0, warp 2) selected"/>
          <p:cNvSpPr/>
          <p:nvPr/>
        </p:nvSpPr>
        <p:spPr>
          <a:xfrm>
            <a:off x="14310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8" name="Thread 74 (block 0, warp 2) selected"/>
          <p:cNvSpPr/>
          <p:nvPr/>
        </p:nvSpPr>
        <p:spPr>
          <a:xfrm>
            <a:off x="14767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9" name="Thread 75 (block 0, warp 2) selected"/>
          <p:cNvSpPr/>
          <p:nvPr/>
        </p:nvSpPr>
        <p:spPr>
          <a:xfrm>
            <a:off x="15224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76 (block 0, warp 2) selected"/>
          <p:cNvSpPr/>
          <p:nvPr/>
        </p:nvSpPr>
        <p:spPr>
          <a:xfrm>
            <a:off x="15681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1" name="Thread 77 (block 0, warp 2) selected"/>
          <p:cNvSpPr/>
          <p:nvPr/>
        </p:nvSpPr>
        <p:spPr>
          <a:xfrm>
            <a:off x="16139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2" name="Thread 78 (block 0, warp 2) selected"/>
          <p:cNvSpPr/>
          <p:nvPr/>
        </p:nvSpPr>
        <p:spPr>
          <a:xfrm>
            <a:off x="16596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3" name="Thread 79 (block 0, warp 2) selected"/>
          <p:cNvSpPr/>
          <p:nvPr/>
        </p:nvSpPr>
        <p:spPr>
          <a:xfrm>
            <a:off x="17053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4" name="Thread 80 (block 0, warp 2) selected"/>
          <p:cNvSpPr/>
          <p:nvPr/>
        </p:nvSpPr>
        <p:spPr>
          <a:xfrm>
            <a:off x="13853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5" name="Thread 81 (block 0, warp 2) selected"/>
          <p:cNvSpPr/>
          <p:nvPr/>
        </p:nvSpPr>
        <p:spPr>
          <a:xfrm>
            <a:off x="14310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82 (block 0, warp 2) selected"/>
          <p:cNvSpPr/>
          <p:nvPr/>
        </p:nvSpPr>
        <p:spPr>
          <a:xfrm>
            <a:off x="14767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7" name="Thread 83 (block 0, warp 2) selected"/>
          <p:cNvSpPr/>
          <p:nvPr/>
        </p:nvSpPr>
        <p:spPr>
          <a:xfrm>
            <a:off x="15224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8" name="Thread 84 (block 0, warp 2) selected"/>
          <p:cNvSpPr/>
          <p:nvPr/>
        </p:nvSpPr>
        <p:spPr>
          <a:xfrm>
            <a:off x="15681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9" name="Thread 85 (block 0, warp 2) selected"/>
          <p:cNvSpPr/>
          <p:nvPr/>
        </p:nvSpPr>
        <p:spPr>
          <a:xfrm>
            <a:off x="16139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0" name="Thread 86 (block 0, warp 2) selected"/>
          <p:cNvSpPr/>
          <p:nvPr/>
        </p:nvSpPr>
        <p:spPr>
          <a:xfrm>
            <a:off x="16596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1" name="Thread 87 (block 0, warp 2) selected"/>
          <p:cNvSpPr/>
          <p:nvPr/>
        </p:nvSpPr>
        <p:spPr>
          <a:xfrm>
            <a:off x="17053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2" name="Thread 88 (block 0, warp 2) selected"/>
          <p:cNvSpPr/>
          <p:nvPr/>
        </p:nvSpPr>
        <p:spPr>
          <a:xfrm>
            <a:off x="13853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3" name="Thread 89 (block 0, warp 2) selected"/>
          <p:cNvSpPr/>
          <p:nvPr/>
        </p:nvSpPr>
        <p:spPr>
          <a:xfrm>
            <a:off x="14310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4" name="Thread 90 (block 0, warp 2) selected"/>
          <p:cNvSpPr/>
          <p:nvPr/>
        </p:nvSpPr>
        <p:spPr>
          <a:xfrm>
            <a:off x="14767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5" name="Thread 91 (block 0, warp 2) selected"/>
          <p:cNvSpPr/>
          <p:nvPr/>
        </p:nvSpPr>
        <p:spPr>
          <a:xfrm>
            <a:off x="15224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6" name="Thread 92 (block 0, warp 2) selected"/>
          <p:cNvSpPr/>
          <p:nvPr/>
        </p:nvSpPr>
        <p:spPr>
          <a:xfrm>
            <a:off x="15681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7" name="Thread 93 (block 0, warp 2) selected"/>
          <p:cNvSpPr/>
          <p:nvPr/>
        </p:nvSpPr>
        <p:spPr>
          <a:xfrm>
            <a:off x="16139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94 (block 0, warp 2) selected"/>
          <p:cNvSpPr/>
          <p:nvPr/>
        </p:nvSpPr>
        <p:spPr>
          <a:xfrm>
            <a:off x="16596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9" name="Thread 95 (block 0, warp 2) selected"/>
          <p:cNvSpPr/>
          <p:nvPr/>
        </p:nvSpPr>
        <p:spPr>
          <a:xfrm>
            <a:off x="17053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0" name="Thread 96 (block 0, warp 3)"/>
          <p:cNvSpPr/>
          <p:nvPr/>
        </p:nvSpPr>
        <p:spPr>
          <a:xfrm>
            <a:off x="13853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1" name="Thread 97 (block 0, warp 3)"/>
          <p:cNvSpPr/>
          <p:nvPr/>
        </p:nvSpPr>
        <p:spPr>
          <a:xfrm>
            <a:off x="143103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2" name="Thread 98 (block 0, warp 3)"/>
          <p:cNvSpPr/>
          <p:nvPr/>
        </p:nvSpPr>
        <p:spPr>
          <a:xfrm>
            <a:off x="14767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3" name="Thread 99 (block 0, warp 3)"/>
          <p:cNvSpPr/>
          <p:nvPr/>
        </p:nvSpPr>
        <p:spPr>
          <a:xfrm>
            <a:off x="15224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4" name="Thread 100 (block 0, warp 3)"/>
          <p:cNvSpPr/>
          <p:nvPr/>
        </p:nvSpPr>
        <p:spPr>
          <a:xfrm>
            <a:off x="15681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5" name="Thread 101 (block 0, warp 3)"/>
          <p:cNvSpPr/>
          <p:nvPr/>
        </p:nvSpPr>
        <p:spPr>
          <a:xfrm>
            <a:off x="16139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6" name="Thread 102 (block 0, warp 3)"/>
          <p:cNvSpPr/>
          <p:nvPr/>
        </p:nvSpPr>
        <p:spPr>
          <a:xfrm>
            <a:off x="165963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7" name="Thread 103 (block 0, warp 3)"/>
          <p:cNvSpPr/>
          <p:nvPr/>
        </p:nvSpPr>
        <p:spPr>
          <a:xfrm>
            <a:off x="17053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8" name="Thread 104 (block 0, warp 3)"/>
          <p:cNvSpPr/>
          <p:nvPr/>
        </p:nvSpPr>
        <p:spPr>
          <a:xfrm>
            <a:off x="13853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9" name="Thread 105 (block 0, warp 3)"/>
          <p:cNvSpPr/>
          <p:nvPr/>
        </p:nvSpPr>
        <p:spPr>
          <a:xfrm>
            <a:off x="143103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0" name="Thread 106 (block 0, warp 3)"/>
          <p:cNvSpPr/>
          <p:nvPr/>
        </p:nvSpPr>
        <p:spPr>
          <a:xfrm>
            <a:off x="14767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1" name="Thread 107 (block 0, warp 3)"/>
          <p:cNvSpPr/>
          <p:nvPr/>
        </p:nvSpPr>
        <p:spPr>
          <a:xfrm>
            <a:off x="15224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2" name="Thread 108 (block 0, warp 3)"/>
          <p:cNvSpPr/>
          <p:nvPr/>
        </p:nvSpPr>
        <p:spPr>
          <a:xfrm>
            <a:off x="15681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3" name="Thread 109 (block 0, warp 3)"/>
          <p:cNvSpPr/>
          <p:nvPr/>
        </p:nvSpPr>
        <p:spPr>
          <a:xfrm>
            <a:off x="16139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4" name="Thread 110 (block 0, warp 3)"/>
          <p:cNvSpPr/>
          <p:nvPr/>
        </p:nvSpPr>
        <p:spPr>
          <a:xfrm>
            <a:off x="165963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5" name="Thread 111 (block 0, warp 3)"/>
          <p:cNvSpPr/>
          <p:nvPr/>
        </p:nvSpPr>
        <p:spPr>
          <a:xfrm>
            <a:off x="17053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6" name="Thread 112 (block 0, warp 3)"/>
          <p:cNvSpPr/>
          <p:nvPr/>
        </p:nvSpPr>
        <p:spPr>
          <a:xfrm>
            <a:off x="13853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7" name="Thread 113 (block 0, warp 3)"/>
          <p:cNvSpPr/>
          <p:nvPr/>
        </p:nvSpPr>
        <p:spPr>
          <a:xfrm>
            <a:off x="14310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8" name="Thread 114 (block 0, warp 3)"/>
          <p:cNvSpPr/>
          <p:nvPr/>
        </p:nvSpPr>
        <p:spPr>
          <a:xfrm>
            <a:off x="14767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9" name="Thread 115 (block 0, warp 3)"/>
          <p:cNvSpPr/>
          <p:nvPr/>
        </p:nvSpPr>
        <p:spPr>
          <a:xfrm>
            <a:off x="15224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0" name="Thread 116 (block 0, warp 3)"/>
          <p:cNvSpPr/>
          <p:nvPr/>
        </p:nvSpPr>
        <p:spPr>
          <a:xfrm>
            <a:off x="15681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1" name="Thread 117 (block 0, warp 3)"/>
          <p:cNvSpPr/>
          <p:nvPr/>
        </p:nvSpPr>
        <p:spPr>
          <a:xfrm>
            <a:off x="16139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2" name="Thread 118 (block 0, warp 3)"/>
          <p:cNvSpPr/>
          <p:nvPr/>
        </p:nvSpPr>
        <p:spPr>
          <a:xfrm>
            <a:off x="16596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3" name="Thread 119 (block 0, warp 3)"/>
          <p:cNvSpPr/>
          <p:nvPr/>
        </p:nvSpPr>
        <p:spPr>
          <a:xfrm>
            <a:off x="17053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4" name="Thread 120 (block 0, warp 3)"/>
          <p:cNvSpPr/>
          <p:nvPr/>
        </p:nvSpPr>
        <p:spPr>
          <a:xfrm>
            <a:off x="13853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5" name="Thread 121 (block 0, warp 3)"/>
          <p:cNvSpPr/>
          <p:nvPr/>
        </p:nvSpPr>
        <p:spPr>
          <a:xfrm>
            <a:off x="143103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6" name="Thread 122 (block 0, warp 3)"/>
          <p:cNvSpPr/>
          <p:nvPr/>
        </p:nvSpPr>
        <p:spPr>
          <a:xfrm>
            <a:off x="14767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7" name="Thread 123 (block 0, warp 3)"/>
          <p:cNvSpPr/>
          <p:nvPr/>
        </p:nvSpPr>
        <p:spPr>
          <a:xfrm>
            <a:off x="15224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8" name="Thread 124 (block 0, warp 3)"/>
          <p:cNvSpPr/>
          <p:nvPr/>
        </p:nvSpPr>
        <p:spPr>
          <a:xfrm>
            <a:off x="15681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9" name="Thread 125 (block 0, warp 3)"/>
          <p:cNvSpPr/>
          <p:nvPr/>
        </p:nvSpPr>
        <p:spPr>
          <a:xfrm>
            <a:off x="16139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0" name="Thread 126 (block 0, warp 3)"/>
          <p:cNvSpPr/>
          <p:nvPr/>
        </p:nvSpPr>
        <p:spPr>
          <a:xfrm>
            <a:off x="165963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1" name="Thread 127 (block 0, warp 3)"/>
          <p:cNvSpPr/>
          <p:nvPr/>
        </p:nvSpPr>
        <p:spPr>
          <a:xfrm>
            <a:off x="17053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2" name="Block 1"/>
          <p:cNvSpPr/>
          <p:nvPr/>
        </p:nvSpPr>
        <p:spPr>
          <a:xfrm>
            <a:off x="186994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403" name="Block 1: 128 threads"/>
          <p:cNvSpPr/>
          <p:nvPr/>
        </p:nvSpPr>
        <p:spPr>
          <a:xfrm>
            <a:off x="186994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04" name="Thread 0 (block 1, warp 0)"/>
          <p:cNvSpPr/>
          <p:nvPr/>
        </p:nvSpPr>
        <p:spPr>
          <a:xfrm>
            <a:off x="19019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5" name="Thread 1 (block 1, warp 0)"/>
          <p:cNvSpPr/>
          <p:nvPr/>
        </p:nvSpPr>
        <p:spPr>
          <a:xfrm>
            <a:off x="194767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6" name="Thread 2 (block 1, warp 0)"/>
          <p:cNvSpPr/>
          <p:nvPr/>
        </p:nvSpPr>
        <p:spPr>
          <a:xfrm>
            <a:off x="19933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7" name="Thread 3 (block 1, warp 0)"/>
          <p:cNvSpPr/>
          <p:nvPr/>
        </p:nvSpPr>
        <p:spPr>
          <a:xfrm>
            <a:off x="20391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8" name="Thread 4 (block 1, warp 0)"/>
          <p:cNvSpPr/>
          <p:nvPr/>
        </p:nvSpPr>
        <p:spPr>
          <a:xfrm>
            <a:off x="20848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9" name="Thread 5 (block 1, warp 0)"/>
          <p:cNvSpPr/>
          <p:nvPr/>
        </p:nvSpPr>
        <p:spPr>
          <a:xfrm>
            <a:off x="21305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0" name="Thread 6 (block 1, warp 0)"/>
          <p:cNvSpPr/>
          <p:nvPr/>
        </p:nvSpPr>
        <p:spPr>
          <a:xfrm>
            <a:off x="217627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1" name="Thread 7 (block 1, warp 0)"/>
          <p:cNvSpPr/>
          <p:nvPr/>
        </p:nvSpPr>
        <p:spPr>
          <a:xfrm>
            <a:off x="22219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2" name="Thread 8 (block 1, warp 0)"/>
          <p:cNvSpPr/>
          <p:nvPr/>
        </p:nvSpPr>
        <p:spPr>
          <a:xfrm>
            <a:off x="19019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3" name="Thread 9 (block 1, warp 0)"/>
          <p:cNvSpPr/>
          <p:nvPr/>
        </p:nvSpPr>
        <p:spPr>
          <a:xfrm>
            <a:off x="194767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4" name="Thread 10 (block 1, warp 0)"/>
          <p:cNvSpPr/>
          <p:nvPr/>
        </p:nvSpPr>
        <p:spPr>
          <a:xfrm>
            <a:off x="19933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5" name="Thread 11 (block 1, warp 0)"/>
          <p:cNvSpPr/>
          <p:nvPr/>
        </p:nvSpPr>
        <p:spPr>
          <a:xfrm>
            <a:off x="203911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6" name="Thread 12 (block 1, warp 0)"/>
          <p:cNvSpPr/>
          <p:nvPr/>
        </p:nvSpPr>
        <p:spPr>
          <a:xfrm>
            <a:off x="20848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7" name="Thread 13 (block 1, warp 0)"/>
          <p:cNvSpPr/>
          <p:nvPr/>
        </p:nvSpPr>
        <p:spPr>
          <a:xfrm>
            <a:off x="21305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8" name="Thread 14 (block 1, warp 0)"/>
          <p:cNvSpPr/>
          <p:nvPr/>
        </p:nvSpPr>
        <p:spPr>
          <a:xfrm>
            <a:off x="217627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9" name="Thread 15 (block 1, warp 0)"/>
          <p:cNvSpPr/>
          <p:nvPr/>
        </p:nvSpPr>
        <p:spPr>
          <a:xfrm>
            <a:off x="22219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0" name="Thread 16 (block 1, warp 0)"/>
          <p:cNvSpPr/>
          <p:nvPr/>
        </p:nvSpPr>
        <p:spPr>
          <a:xfrm>
            <a:off x="19019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1" name="Thread 17 (block 1, warp 0)"/>
          <p:cNvSpPr/>
          <p:nvPr/>
        </p:nvSpPr>
        <p:spPr>
          <a:xfrm>
            <a:off x="194767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2" name="Thread 18 (block 1, warp 0)"/>
          <p:cNvSpPr/>
          <p:nvPr/>
        </p:nvSpPr>
        <p:spPr>
          <a:xfrm>
            <a:off x="19933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3" name="Thread 19 (block 1, warp 0)"/>
          <p:cNvSpPr/>
          <p:nvPr/>
        </p:nvSpPr>
        <p:spPr>
          <a:xfrm>
            <a:off x="20391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4" name="Thread 20 (block 1, warp 0)"/>
          <p:cNvSpPr/>
          <p:nvPr/>
        </p:nvSpPr>
        <p:spPr>
          <a:xfrm>
            <a:off x="208483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5" name="Thread 21 (block 1, warp 0)"/>
          <p:cNvSpPr/>
          <p:nvPr/>
        </p:nvSpPr>
        <p:spPr>
          <a:xfrm>
            <a:off x="21305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6" name="Thread 22 (block 1, warp 0)"/>
          <p:cNvSpPr/>
          <p:nvPr/>
        </p:nvSpPr>
        <p:spPr>
          <a:xfrm>
            <a:off x="217627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7" name="Thread 23 (block 1, warp 0)"/>
          <p:cNvSpPr/>
          <p:nvPr/>
        </p:nvSpPr>
        <p:spPr>
          <a:xfrm>
            <a:off x="22219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8" name="Thread 24 (block 1, warp 0)"/>
          <p:cNvSpPr/>
          <p:nvPr/>
        </p:nvSpPr>
        <p:spPr>
          <a:xfrm>
            <a:off x="19019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9" name="Thread 25 (block 1, warp 0)"/>
          <p:cNvSpPr/>
          <p:nvPr/>
        </p:nvSpPr>
        <p:spPr>
          <a:xfrm>
            <a:off x="194767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0" name="Thread 26 (block 1, warp 0)"/>
          <p:cNvSpPr/>
          <p:nvPr/>
        </p:nvSpPr>
        <p:spPr>
          <a:xfrm>
            <a:off x="19933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1" name="Thread 27 (block 1, warp 0)"/>
          <p:cNvSpPr/>
          <p:nvPr/>
        </p:nvSpPr>
        <p:spPr>
          <a:xfrm>
            <a:off x="20391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2" name="Thread 28 (block 1, warp 0)"/>
          <p:cNvSpPr/>
          <p:nvPr/>
        </p:nvSpPr>
        <p:spPr>
          <a:xfrm>
            <a:off x="20848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3" name="Thread 29 (block 1, warp 0)"/>
          <p:cNvSpPr/>
          <p:nvPr/>
        </p:nvSpPr>
        <p:spPr>
          <a:xfrm>
            <a:off x="21305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4" name="Thread 30 (block 1, warp 0)"/>
          <p:cNvSpPr/>
          <p:nvPr/>
        </p:nvSpPr>
        <p:spPr>
          <a:xfrm>
            <a:off x="217627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5" name="Thread 31 (block 1, warp 0)"/>
          <p:cNvSpPr/>
          <p:nvPr/>
        </p:nvSpPr>
        <p:spPr>
          <a:xfrm>
            <a:off x="22219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6" name="Thread 32 (block 1, warp 1)"/>
          <p:cNvSpPr/>
          <p:nvPr/>
        </p:nvSpPr>
        <p:spPr>
          <a:xfrm>
            <a:off x="19019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7" name="Thread 33 (block 1, warp 1)"/>
          <p:cNvSpPr/>
          <p:nvPr/>
        </p:nvSpPr>
        <p:spPr>
          <a:xfrm>
            <a:off x="19476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8" name="Thread 34 (block 1, warp 1)"/>
          <p:cNvSpPr/>
          <p:nvPr/>
        </p:nvSpPr>
        <p:spPr>
          <a:xfrm>
            <a:off x="19933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9" name="Thread 35 (block 1, warp 1)"/>
          <p:cNvSpPr/>
          <p:nvPr/>
        </p:nvSpPr>
        <p:spPr>
          <a:xfrm>
            <a:off x="20391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0" name="Thread 36 (block 1, warp 1)"/>
          <p:cNvSpPr/>
          <p:nvPr/>
        </p:nvSpPr>
        <p:spPr>
          <a:xfrm>
            <a:off x="20848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1" name="Thread 37 (block 1, warp 1)"/>
          <p:cNvSpPr/>
          <p:nvPr/>
        </p:nvSpPr>
        <p:spPr>
          <a:xfrm>
            <a:off x="21305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2" name="Thread 38 (block 1, warp 1)"/>
          <p:cNvSpPr/>
          <p:nvPr/>
        </p:nvSpPr>
        <p:spPr>
          <a:xfrm>
            <a:off x="21762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3" name="Thread 39 (block 1, warp 1)"/>
          <p:cNvSpPr/>
          <p:nvPr/>
        </p:nvSpPr>
        <p:spPr>
          <a:xfrm>
            <a:off x="22219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4" name="Thread 40 (block 1, warp 1)"/>
          <p:cNvSpPr/>
          <p:nvPr/>
        </p:nvSpPr>
        <p:spPr>
          <a:xfrm>
            <a:off x="19019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5" name="Thread 41 (block 1, warp 1)"/>
          <p:cNvSpPr/>
          <p:nvPr/>
        </p:nvSpPr>
        <p:spPr>
          <a:xfrm>
            <a:off x="19476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6" name="Thread 42 (block 1, warp 1)"/>
          <p:cNvSpPr/>
          <p:nvPr/>
        </p:nvSpPr>
        <p:spPr>
          <a:xfrm>
            <a:off x="19933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7" name="Thread 43 (block 1, warp 1)"/>
          <p:cNvSpPr/>
          <p:nvPr/>
        </p:nvSpPr>
        <p:spPr>
          <a:xfrm>
            <a:off x="20391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8" name="Thread 44 (block 1, warp 1)"/>
          <p:cNvSpPr/>
          <p:nvPr/>
        </p:nvSpPr>
        <p:spPr>
          <a:xfrm>
            <a:off x="20848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9" name="Thread 45 (block 1, warp 1)"/>
          <p:cNvSpPr/>
          <p:nvPr/>
        </p:nvSpPr>
        <p:spPr>
          <a:xfrm>
            <a:off x="21305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0" name="Thread 46 (block 1, warp 1)"/>
          <p:cNvSpPr/>
          <p:nvPr/>
        </p:nvSpPr>
        <p:spPr>
          <a:xfrm>
            <a:off x="21762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1" name="Thread 47 (block 1, warp 1)"/>
          <p:cNvSpPr/>
          <p:nvPr/>
        </p:nvSpPr>
        <p:spPr>
          <a:xfrm>
            <a:off x="22219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2" name="Thread 48 (block 1, warp 1)"/>
          <p:cNvSpPr/>
          <p:nvPr/>
        </p:nvSpPr>
        <p:spPr>
          <a:xfrm>
            <a:off x="19019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3" name="Thread 49 (block 1, warp 1)"/>
          <p:cNvSpPr/>
          <p:nvPr/>
        </p:nvSpPr>
        <p:spPr>
          <a:xfrm>
            <a:off x="19476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4" name="Thread 50 (block 1, warp 1)"/>
          <p:cNvSpPr/>
          <p:nvPr/>
        </p:nvSpPr>
        <p:spPr>
          <a:xfrm>
            <a:off x="19933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5" name="Thread 51 (block 1, warp 1)"/>
          <p:cNvSpPr/>
          <p:nvPr/>
        </p:nvSpPr>
        <p:spPr>
          <a:xfrm>
            <a:off x="20391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6" name="Thread 52 (block 1, warp 1)"/>
          <p:cNvSpPr/>
          <p:nvPr/>
        </p:nvSpPr>
        <p:spPr>
          <a:xfrm>
            <a:off x="20848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7" name="Thread 53 (block 1, warp 1)"/>
          <p:cNvSpPr/>
          <p:nvPr/>
        </p:nvSpPr>
        <p:spPr>
          <a:xfrm>
            <a:off x="21305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8" name="Thread 54 (block 1, warp 1)"/>
          <p:cNvSpPr/>
          <p:nvPr/>
        </p:nvSpPr>
        <p:spPr>
          <a:xfrm>
            <a:off x="21762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9" name="Thread 55 (block 1, warp 1)"/>
          <p:cNvSpPr/>
          <p:nvPr/>
        </p:nvSpPr>
        <p:spPr>
          <a:xfrm>
            <a:off x="22219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0" name="Thread 56 (block 1, warp 1)"/>
          <p:cNvSpPr/>
          <p:nvPr/>
        </p:nvSpPr>
        <p:spPr>
          <a:xfrm>
            <a:off x="19019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1" name="Thread 57 (block 1, warp 1)"/>
          <p:cNvSpPr/>
          <p:nvPr/>
        </p:nvSpPr>
        <p:spPr>
          <a:xfrm>
            <a:off x="19476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2" name="Thread 58 (block 1, warp 1)"/>
          <p:cNvSpPr/>
          <p:nvPr/>
        </p:nvSpPr>
        <p:spPr>
          <a:xfrm>
            <a:off x="19933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3" name="Thread 59 (block 1, warp 1)"/>
          <p:cNvSpPr/>
          <p:nvPr/>
        </p:nvSpPr>
        <p:spPr>
          <a:xfrm>
            <a:off x="20391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4" name="Thread 60 (block 1, warp 1)"/>
          <p:cNvSpPr/>
          <p:nvPr/>
        </p:nvSpPr>
        <p:spPr>
          <a:xfrm>
            <a:off x="20848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5" name="Thread 61 (block 1, warp 1)"/>
          <p:cNvSpPr/>
          <p:nvPr/>
        </p:nvSpPr>
        <p:spPr>
          <a:xfrm>
            <a:off x="21305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6" name="Thread 62 (block 1, warp 1)"/>
          <p:cNvSpPr/>
          <p:nvPr/>
        </p:nvSpPr>
        <p:spPr>
          <a:xfrm>
            <a:off x="21762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7" name="Thread 63 (block 1, warp 1)"/>
          <p:cNvSpPr/>
          <p:nvPr/>
        </p:nvSpPr>
        <p:spPr>
          <a:xfrm>
            <a:off x="22219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8" name="Thread 64 (block 1, warp 2)"/>
          <p:cNvSpPr/>
          <p:nvPr/>
        </p:nvSpPr>
        <p:spPr>
          <a:xfrm>
            <a:off x="19019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9" name="Thread 65 (block 1, warp 2)"/>
          <p:cNvSpPr/>
          <p:nvPr/>
        </p:nvSpPr>
        <p:spPr>
          <a:xfrm>
            <a:off x="194767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0" name="Thread 66 (block 1, warp 2)"/>
          <p:cNvSpPr/>
          <p:nvPr/>
        </p:nvSpPr>
        <p:spPr>
          <a:xfrm>
            <a:off x="19933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1" name="Thread 67 (block 1, warp 2)"/>
          <p:cNvSpPr/>
          <p:nvPr/>
        </p:nvSpPr>
        <p:spPr>
          <a:xfrm>
            <a:off x="20391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2" name="Thread 68 (block 1, warp 2)"/>
          <p:cNvSpPr/>
          <p:nvPr/>
        </p:nvSpPr>
        <p:spPr>
          <a:xfrm>
            <a:off x="208483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3" name="Thread 69 (block 1, warp 2)"/>
          <p:cNvSpPr/>
          <p:nvPr/>
        </p:nvSpPr>
        <p:spPr>
          <a:xfrm>
            <a:off x="21305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4" name="Thread 70 (block 1, warp 2)"/>
          <p:cNvSpPr/>
          <p:nvPr/>
        </p:nvSpPr>
        <p:spPr>
          <a:xfrm>
            <a:off x="217627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5" name="Thread 71 (block 1, warp 2)"/>
          <p:cNvSpPr/>
          <p:nvPr/>
        </p:nvSpPr>
        <p:spPr>
          <a:xfrm>
            <a:off x="22219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6" name="Thread 72 (block 1, warp 2)"/>
          <p:cNvSpPr/>
          <p:nvPr/>
        </p:nvSpPr>
        <p:spPr>
          <a:xfrm>
            <a:off x="19019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7" name="Thread 73 (block 1, warp 2)"/>
          <p:cNvSpPr/>
          <p:nvPr/>
        </p:nvSpPr>
        <p:spPr>
          <a:xfrm>
            <a:off x="194767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8" name="Thread 74 (block 1, warp 2)"/>
          <p:cNvSpPr/>
          <p:nvPr/>
        </p:nvSpPr>
        <p:spPr>
          <a:xfrm>
            <a:off x="19933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9" name="Thread 75 (block 1, warp 2)"/>
          <p:cNvSpPr/>
          <p:nvPr/>
        </p:nvSpPr>
        <p:spPr>
          <a:xfrm>
            <a:off x="20391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0" name="Thread 76 (block 1, warp 2)"/>
          <p:cNvSpPr/>
          <p:nvPr/>
        </p:nvSpPr>
        <p:spPr>
          <a:xfrm>
            <a:off x="208483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1" name="Thread 77 (block 1, warp 2)"/>
          <p:cNvSpPr/>
          <p:nvPr/>
        </p:nvSpPr>
        <p:spPr>
          <a:xfrm>
            <a:off x="21305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2" name="Thread 78 (block 1, warp 2)"/>
          <p:cNvSpPr/>
          <p:nvPr/>
        </p:nvSpPr>
        <p:spPr>
          <a:xfrm>
            <a:off x="217627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3" name="Thread 79 (block 1, warp 2)"/>
          <p:cNvSpPr/>
          <p:nvPr/>
        </p:nvSpPr>
        <p:spPr>
          <a:xfrm>
            <a:off x="22219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4" name="Thread 80 (block 1, warp 2)"/>
          <p:cNvSpPr/>
          <p:nvPr/>
        </p:nvSpPr>
        <p:spPr>
          <a:xfrm>
            <a:off x="190195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5" name="Thread 81 (block 1, warp 2)"/>
          <p:cNvSpPr/>
          <p:nvPr/>
        </p:nvSpPr>
        <p:spPr>
          <a:xfrm>
            <a:off x="194767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6" name="Thread 82 (block 1, warp 2)"/>
          <p:cNvSpPr/>
          <p:nvPr/>
        </p:nvSpPr>
        <p:spPr>
          <a:xfrm>
            <a:off x="19933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7" name="Thread 83 (block 1, warp 2)"/>
          <p:cNvSpPr/>
          <p:nvPr/>
        </p:nvSpPr>
        <p:spPr>
          <a:xfrm>
            <a:off x="20391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8" name="Thread 84 (block 1, warp 2)"/>
          <p:cNvSpPr/>
          <p:nvPr/>
        </p:nvSpPr>
        <p:spPr>
          <a:xfrm>
            <a:off x="20848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9" name="Thread 85 (block 1, warp 2)"/>
          <p:cNvSpPr/>
          <p:nvPr/>
        </p:nvSpPr>
        <p:spPr>
          <a:xfrm>
            <a:off x="213055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0" name="Thread 86 (block 1, warp 2)"/>
          <p:cNvSpPr/>
          <p:nvPr/>
        </p:nvSpPr>
        <p:spPr>
          <a:xfrm>
            <a:off x="217627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1" name="Thread 87 (block 1, warp 2)"/>
          <p:cNvSpPr/>
          <p:nvPr/>
        </p:nvSpPr>
        <p:spPr>
          <a:xfrm>
            <a:off x="22219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2" name="Thread 88 (block 1, warp 2)"/>
          <p:cNvSpPr/>
          <p:nvPr/>
        </p:nvSpPr>
        <p:spPr>
          <a:xfrm>
            <a:off x="19019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3" name="Thread 89 (block 1, warp 2)"/>
          <p:cNvSpPr/>
          <p:nvPr/>
        </p:nvSpPr>
        <p:spPr>
          <a:xfrm>
            <a:off x="194767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4" name="Thread 90 (block 1, warp 2)"/>
          <p:cNvSpPr/>
          <p:nvPr/>
        </p:nvSpPr>
        <p:spPr>
          <a:xfrm>
            <a:off x="19933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5" name="Thread 91 (block 1, warp 2)"/>
          <p:cNvSpPr/>
          <p:nvPr/>
        </p:nvSpPr>
        <p:spPr>
          <a:xfrm>
            <a:off x="20391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6" name="Thread 92 (block 1, warp 2)"/>
          <p:cNvSpPr/>
          <p:nvPr/>
        </p:nvSpPr>
        <p:spPr>
          <a:xfrm>
            <a:off x="208483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7" name="Thread 93 (block 1, warp 2)"/>
          <p:cNvSpPr/>
          <p:nvPr/>
        </p:nvSpPr>
        <p:spPr>
          <a:xfrm>
            <a:off x="21305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8" name="Thread 94 (block 1, warp 2)"/>
          <p:cNvSpPr/>
          <p:nvPr/>
        </p:nvSpPr>
        <p:spPr>
          <a:xfrm>
            <a:off x="217627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9" name="Thread 95 (block 1, warp 2)"/>
          <p:cNvSpPr/>
          <p:nvPr/>
        </p:nvSpPr>
        <p:spPr>
          <a:xfrm>
            <a:off x="22219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0" name="Thread 96 (block 1, warp 3)"/>
          <p:cNvSpPr/>
          <p:nvPr/>
        </p:nvSpPr>
        <p:spPr>
          <a:xfrm>
            <a:off x="19019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1" name="Thread 97 (block 1, warp 3)"/>
          <p:cNvSpPr/>
          <p:nvPr/>
        </p:nvSpPr>
        <p:spPr>
          <a:xfrm>
            <a:off x="19476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2" name="Thread 98 (block 1, warp 3)"/>
          <p:cNvSpPr/>
          <p:nvPr/>
        </p:nvSpPr>
        <p:spPr>
          <a:xfrm>
            <a:off x="19933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3" name="Thread 99 (block 1, warp 3)"/>
          <p:cNvSpPr/>
          <p:nvPr/>
        </p:nvSpPr>
        <p:spPr>
          <a:xfrm>
            <a:off x="20391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4" name="Thread 100 (block 1, warp 3)"/>
          <p:cNvSpPr/>
          <p:nvPr/>
        </p:nvSpPr>
        <p:spPr>
          <a:xfrm>
            <a:off x="20848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5" name="Thread 101 (block 1, warp 3)"/>
          <p:cNvSpPr/>
          <p:nvPr/>
        </p:nvSpPr>
        <p:spPr>
          <a:xfrm>
            <a:off x="21305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6" name="Thread 102 (block 1, warp 3)"/>
          <p:cNvSpPr/>
          <p:nvPr/>
        </p:nvSpPr>
        <p:spPr>
          <a:xfrm>
            <a:off x="21762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7" name="Thread 103 (block 1, warp 3)"/>
          <p:cNvSpPr/>
          <p:nvPr/>
        </p:nvSpPr>
        <p:spPr>
          <a:xfrm>
            <a:off x="22219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8" name="Thread 104 (block 1, warp 3)"/>
          <p:cNvSpPr/>
          <p:nvPr/>
        </p:nvSpPr>
        <p:spPr>
          <a:xfrm>
            <a:off x="19019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9" name="Thread 105 (block 1, warp 3)"/>
          <p:cNvSpPr/>
          <p:nvPr/>
        </p:nvSpPr>
        <p:spPr>
          <a:xfrm>
            <a:off x="19476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0" name="Thread 106 (block 1, warp 3)"/>
          <p:cNvSpPr/>
          <p:nvPr/>
        </p:nvSpPr>
        <p:spPr>
          <a:xfrm>
            <a:off x="19933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1" name="Thread 107 (block 1, warp 3)"/>
          <p:cNvSpPr/>
          <p:nvPr/>
        </p:nvSpPr>
        <p:spPr>
          <a:xfrm>
            <a:off x="20391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2" name="Thread 108 (block 1, warp 3)"/>
          <p:cNvSpPr/>
          <p:nvPr/>
        </p:nvSpPr>
        <p:spPr>
          <a:xfrm>
            <a:off x="20848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3" name="Thread 109 (block 1, warp 3)"/>
          <p:cNvSpPr/>
          <p:nvPr/>
        </p:nvSpPr>
        <p:spPr>
          <a:xfrm>
            <a:off x="21305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4" name="Thread 110 (block 1, warp 3)"/>
          <p:cNvSpPr/>
          <p:nvPr/>
        </p:nvSpPr>
        <p:spPr>
          <a:xfrm>
            <a:off x="21762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5" name="Thread 111 (block 1, warp 3)"/>
          <p:cNvSpPr/>
          <p:nvPr/>
        </p:nvSpPr>
        <p:spPr>
          <a:xfrm>
            <a:off x="22219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6" name="Thread 112 (block 1, warp 3)"/>
          <p:cNvSpPr/>
          <p:nvPr/>
        </p:nvSpPr>
        <p:spPr>
          <a:xfrm>
            <a:off x="19019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7" name="Thread 113 (block 1, warp 3)"/>
          <p:cNvSpPr/>
          <p:nvPr/>
        </p:nvSpPr>
        <p:spPr>
          <a:xfrm>
            <a:off x="19476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8" name="Thread 114 (block 1, warp 3)"/>
          <p:cNvSpPr/>
          <p:nvPr/>
        </p:nvSpPr>
        <p:spPr>
          <a:xfrm>
            <a:off x="19933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9" name="Thread 115 (block 1, warp 3)"/>
          <p:cNvSpPr/>
          <p:nvPr/>
        </p:nvSpPr>
        <p:spPr>
          <a:xfrm>
            <a:off x="20391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0" name="Thread 116 (block 1, warp 3)"/>
          <p:cNvSpPr/>
          <p:nvPr/>
        </p:nvSpPr>
        <p:spPr>
          <a:xfrm>
            <a:off x="20848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1" name="Thread 117 (block 1, warp 3)"/>
          <p:cNvSpPr/>
          <p:nvPr/>
        </p:nvSpPr>
        <p:spPr>
          <a:xfrm>
            <a:off x="21305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2" name="Thread 118 (block 1, warp 3)"/>
          <p:cNvSpPr/>
          <p:nvPr/>
        </p:nvSpPr>
        <p:spPr>
          <a:xfrm>
            <a:off x="21762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3" name="Thread 119 (block 1, warp 3)"/>
          <p:cNvSpPr/>
          <p:nvPr/>
        </p:nvSpPr>
        <p:spPr>
          <a:xfrm>
            <a:off x="22219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4" name="Thread 120 (block 1, warp 3)"/>
          <p:cNvSpPr/>
          <p:nvPr/>
        </p:nvSpPr>
        <p:spPr>
          <a:xfrm>
            <a:off x="19019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5" name="Thread 121 (block 1, warp 3)"/>
          <p:cNvSpPr/>
          <p:nvPr/>
        </p:nvSpPr>
        <p:spPr>
          <a:xfrm>
            <a:off x="19476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6" name="Thread 122 (block 1, warp 3)"/>
          <p:cNvSpPr/>
          <p:nvPr/>
        </p:nvSpPr>
        <p:spPr>
          <a:xfrm>
            <a:off x="19933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7" name="Thread 123 (block 1, warp 3)"/>
          <p:cNvSpPr/>
          <p:nvPr/>
        </p:nvSpPr>
        <p:spPr>
          <a:xfrm>
            <a:off x="20391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8" name="Thread 124 (block 1, warp 3)"/>
          <p:cNvSpPr/>
          <p:nvPr/>
        </p:nvSpPr>
        <p:spPr>
          <a:xfrm>
            <a:off x="20848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9" name="Thread 125 (block 1, warp 3)"/>
          <p:cNvSpPr/>
          <p:nvPr/>
        </p:nvSpPr>
        <p:spPr>
          <a:xfrm>
            <a:off x="21305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0" name="Thread 126 (block 1, warp 3)"/>
          <p:cNvSpPr/>
          <p:nvPr/>
        </p:nvSpPr>
        <p:spPr>
          <a:xfrm>
            <a:off x="21762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1" name="Thread 127 (block 1, warp 3)"/>
          <p:cNvSpPr/>
          <p:nvPr/>
        </p:nvSpPr>
        <p:spPr>
          <a:xfrm>
            <a:off x="22219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2" name="Upper boundary: block"/>
          <p:cNvSpPr/>
          <p:nvPr/>
        </p:nvSpPr>
        <p:spPr>
          <a:xfrm>
            <a:off x="132588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533" name="Threads in the first + third warps"/>
          <p:cNvSpPr/>
          <p:nvPr/>
        </p:nvSpPr>
        <p:spPr>
          <a:xfrm>
            <a:off x="132588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Threads in the first + third warps</a:t>
            </a:r>
          </a:p>
        </p:txBody>
      </p:sp>
      <p:sp>
        <p:nvSpPr>
          <p:cNvPr id="534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535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536" name="Block 0"/>
          <p:cNvSpPr/>
          <p:nvPr/>
        </p:nvSpPr>
        <p:spPr>
          <a:xfrm>
            <a:off x="247345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537" name="Block 0: 128 threads"/>
          <p:cNvSpPr/>
          <p:nvPr/>
        </p:nvSpPr>
        <p:spPr>
          <a:xfrm>
            <a:off x="247345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538" name="Upper boundary: block 0"/>
          <p:cNvSpPr/>
          <p:nvPr/>
        </p:nvSpPr>
        <p:spPr>
          <a:xfrm>
            <a:off x="245745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539" name="Selected warp 0: 32-thread unit"/>
          <p:cNvSpPr/>
          <p:nvPr/>
        </p:nvSpPr>
        <p:spPr>
          <a:xfrm>
            <a:off x="24894540" y="8983980"/>
            <a:ext cx="3794760" cy="171450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45720">
            <a:solidFill>
              <a:schemeClr val="accent1">
                <a:shade val="65000"/>
              </a:schemeClr>
            </a:solidFill>
          </a:ln>
        </p:spPr>
      </p:sp>
      <p:sp>
        <p:nvSpPr>
          <p:cNvPr id="540" name="Selected warp 2: 32-thread unit"/>
          <p:cNvSpPr/>
          <p:nvPr/>
        </p:nvSpPr>
        <p:spPr>
          <a:xfrm>
            <a:off x="24894540" y="12687300"/>
            <a:ext cx="3794760" cy="171450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45720">
            <a:solidFill>
              <a:schemeClr val="accent1">
                <a:shade val="65000"/>
              </a:schemeClr>
            </a:solidFill>
          </a:ln>
        </p:spPr>
      </p:sp>
      <p:sp>
        <p:nvSpPr>
          <p:cNvPr id="541" name="Thread 0 (block 0, warp 0) selected"/>
          <p:cNvSpPr/>
          <p:nvPr/>
        </p:nvSpPr>
        <p:spPr>
          <a:xfrm>
            <a:off x="25054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2" name="Thread 1 (block 0, warp 0) selected"/>
          <p:cNvSpPr/>
          <p:nvPr/>
        </p:nvSpPr>
        <p:spPr>
          <a:xfrm>
            <a:off x="2551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3" name="Thread 2 (block 0, warp 0) selected"/>
          <p:cNvSpPr/>
          <p:nvPr/>
        </p:nvSpPr>
        <p:spPr>
          <a:xfrm>
            <a:off x="2596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4" name="Thread 3 (block 0, warp 0) selected"/>
          <p:cNvSpPr/>
          <p:nvPr/>
        </p:nvSpPr>
        <p:spPr>
          <a:xfrm>
            <a:off x="26426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5" name="Thread 4 (block 0, warp 0) selected"/>
          <p:cNvSpPr/>
          <p:nvPr/>
        </p:nvSpPr>
        <p:spPr>
          <a:xfrm>
            <a:off x="26883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6" name="Thread 5 (block 0, warp 0) selected"/>
          <p:cNvSpPr/>
          <p:nvPr/>
        </p:nvSpPr>
        <p:spPr>
          <a:xfrm>
            <a:off x="27340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7" name="Thread 6 (block 0, warp 0) selected"/>
          <p:cNvSpPr/>
          <p:nvPr/>
        </p:nvSpPr>
        <p:spPr>
          <a:xfrm>
            <a:off x="2779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8" name="Thread 7 (block 0, warp 0) selected"/>
          <p:cNvSpPr/>
          <p:nvPr/>
        </p:nvSpPr>
        <p:spPr>
          <a:xfrm>
            <a:off x="2825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9" name="Thread 8 (block 0, warp 0) selected"/>
          <p:cNvSpPr/>
          <p:nvPr/>
        </p:nvSpPr>
        <p:spPr>
          <a:xfrm>
            <a:off x="25054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0" name="Thread 9 (block 0, warp 0) selected"/>
          <p:cNvSpPr/>
          <p:nvPr/>
        </p:nvSpPr>
        <p:spPr>
          <a:xfrm>
            <a:off x="25511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1" name="Thread 10 (block 0, warp 0) selected"/>
          <p:cNvSpPr/>
          <p:nvPr/>
        </p:nvSpPr>
        <p:spPr>
          <a:xfrm>
            <a:off x="25968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2" name="Thread 11 (block 0, warp 0) selected"/>
          <p:cNvSpPr/>
          <p:nvPr/>
        </p:nvSpPr>
        <p:spPr>
          <a:xfrm>
            <a:off x="2642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3" name="Thread 12 (block 0, warp 0) selected"/>
          <p:cNvSpPr/>
          <p:nvPr/>
        </p:nvSpPr>
        <p:spPr>
          <a:xfrm>
            <a:off x="2688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4" name="Thread 13 (block 0, warp 0) selected"/>
          <p:cNvSpPr/>
          <p:nvPr/>
        </p:nvSpPr>
        <p:spPr>
          <a:xfrm>
            <a:off x="27340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5" name="Thread 14 (block 0, warp 0) selected"/>
          <p:cNvSpPr/>
          <p:nvPr/>
        </p:nvSpPr>
        <p:spPr>
          <a:xfrm>
            <a:off x="27797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6" name="Thread 15 (block 0, warp 0) selected"/>
          <p:cNvSpPr/>
          <p:nvPr/>
        </p:nvSpPr>
        <p:spPr>
          <a:xfrm>
            <a:off x="28254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7" name="Thread 16 (block 0, warp 0) selected"/>
          <p:cNvSpPr/>
          <p:nvPr/>
        </p:nvSpPr>
        <p:spPr>
          <a:xfrm>
            <a:off x="25054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8" name="Thread 17 (block 0, warp 0) selected"/>
          <p:cNvSpPr/>
          <p:nvPr/>
        </p:nvSpPr>
        <p:spPr>
          <a:xfrm>
            <a:off x="25511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9" name="Thread 18 (block 0, warp 0) selected"/>
          <p:cNvSpPr/>
          <p:nvPr/>
        </p:nvSpPr>
        <p:spPr>
          <a:xfrm>
            <a:off x="25968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0" name="Thread 19 (block 0, warp 0) selected"/>
          <p:cNvSpPr/>
          <p:nvPr/>
        </p:nvSpPr>
        <p:spPr>
          <a:xfrm>
            <a:off x="26426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1" name="Thread 20 (block 0, warp 0) selected"/>
          <p:cNvSpPr/>
          <p:nvPr/>
        </p:nvSpPr>
        <p:spPr>
          <a:xfrm>
            <a:off x="2688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2" name="Thread 21 (block 0, warp 0) selected"/>
          <p:cNvSpPr/>
          <p:nvPr/>
        </p:nvSpPr>
        <p:spPr>
          <a:xfrm>
            <a:off x="2734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3" name="Thread 22 (block 0, warp 0) selected"/>
          <p:cNvSpPr/>
          <p:nvPr/>
        </p:nvSpPr>
        <p:spPr>
          <a:xfrm>
            <a:off x="27797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4" name="Thread 23 (block 0, warp 0) selected"/>
          <p:cNvSpPr/>
          <p:nvPr/>
        </p:nvSpPr>
        <p:spPr>
          <a:xfrm>
            <a:off x="28254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5" name="Thread 24 (block 0, warp 0) selected"/>
          <p:cNvSpPr/>
          <p:nvPr/>
        </p:nvSpPr>
        <p:spPr>
          <a:xfrm>
            <a:off x="25054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6" name="Thread 25 (block 0, warp 0) selected"/>
          <p:cNvSpPr/>
          <p:nvPr/>
        </p:nvSpPr>
        <p:spPr>
          <a:xfrm>
            <a:off x="25511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7" name="Thread 26 (block 0, warp 0) selected"/>
          <p:cNvSpPr/>
          <p:nvPr/>
        </p:nvSpPr>
        <p:spPr>
          <a:xfrm>
            <a:off x="25968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8" name="Thread 27 (block 0, warp 0) selected"/>
          <p:cNvSpPr/>
          <p:nvPr/>
        </p:nvSpPr>
        <p:spPr>
          <a:xfrm>
            <a:off x="26426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9" name="Thread 28 (block 0, warp 0) selected"/>
          <p:cNvSpPr/>
          <p:nvPr/>
        </p:nvSpPr>
        <p:spPr>
          <a:xfrm>
            <a:off x="2688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0" name="Thread 29 (block 0, warp 0) selected"/>
          <p:cNvSpPr/>
          <p:nvPr/>
        </p:nvSpPr>
        <p:spPr>
          <a:xfrm>
            <a:off x="2734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1" name="Thread 30 (block 0, warp 0) selected"/>
          <p:cNvSpPr/>
          <p:nvPr/>
        </p:nvSpPr>
        <p:spPr>
          <a:xfrm>
            <a:off x="27797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2" name="Thread 31 (block 0, warp 0) selected"/>
          <p:cNvSpPr/>
          <p:nvPr/>
        </p:nvSpPr>
        <p:spPr>
          <a:xfrm>
            <a:off x="28254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3" name="Thread 32 (block 0, warp 1)"/>
          <p:cNvSpPr/>
          <p:nvPr/>
        </p:nvSpPr>
        <p:spPr>
          <a:xfrm>
            <a:off x="25054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4" name="Thread 33 (block 0, warp 1)"/>
          <p:cNvSpPr/>
          <p:nvPr/>
        </p:nvSpPr>
        <p:spPr>
          <a:xfrm>
            <a:off x="25511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5" name="Thread 34 (block 0, warp 1)"/>
          <p:cNvSpPr/>
          <p:nvPr/>
        </p:nvSpPr>
        <p:spPr>
          <a:xfrm>
            <a:off x="25968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6" name="Thread 35 (block 0, warp 1)"/>
          <p:cNvSpPr/>
          <p:nvPr/>
        </p:nvSpPr>
        <p:spPr>
          <a:xfrm>
            <a:off x="26426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7" name="Thread 36 (block 0, warp 1)"/>
          <p:cNvSpPr/>
          <p:nvPr/>
        </p:nvSpPr>
        <p:spPr>
          <a:xfrm>
            <a:off x="26883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8" name="Thread 37 (block 0, warp 1)"/>
          <p:cNvSpPr/>
          <p:nvPr/>
        </p:nvSpPr>
        <p:spPr>
          <a:xfrm>
            <a:off x="27340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9" name="Thread 38 (block 0, warp 1)"/>
          <p:cNvSpPr/>
          <p:nvPr/>
        </p:nvSpPr>
        <p:spPr>
          <a:xfrm>
            <a:off x="27797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0" name="Thread 39 (block 0, warp 1)"/>
          <p:cNvSpPr/>
          <p:nvPr/>
        </p:nvSpPr>
        <p:spPr>
          <a:xfrm>
            <a:off x="28254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1" name="Thread 40 (block 0, warp 1)"/>
          <p:cNvSpPr/>
          <p:nvPr/>
        </p:nvSpPr>
        <p:spPr>
          <a:xfrm>
            <a:off x="25054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2" name="Thread 41 (block 0, warp 1)"/>
          <p:cNvSpPr/>
          <p:nvPr/>
        </p:nvSpPr>
        <p:spPr>
          <a:xfrm>
            <a:off x="25511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3" name="Thread 42 (block 0, warp 1)"/>
          <p:cNvSpPr/>
          <p:nvPr/>
        </p:nvSpPr>
        <p:spPr>
          <a:xfrm>
            <a:off x="25968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4" name="Thread 43 (block 0, warp 1)"/>
          <p:cNvSpPr/>
          <p:nvPr/>
        </p:nvSpPr>
        <p:spPr>
          <a:xfrm>
            <a:off x="26426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5" name="Thread 44 (block 0, warp 1)"/>
          <p:cNvSpPr/>
          <p:nvPr/>
        </p:nvSpPr>
        <p:spPr>
          <a:xfrm>
            <a:off x="26883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6" name="Thread 45 (block 0, warp 1)"/>
          <p:cNvSpPr/>
          <p:nvPr/>
        </p:nvSpPr>
        <p:spPr>
          <a:xfrm>
            <a:off x="27340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7" name="Thread 46 (block 0, warp 1)"/>
          <p:cNvSpPr/>
          <p:nvPr/>
        </p:nvSpPr>
        <p:spPr>
          <a:xfrm>
            <a:off x="27797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8" name="Thread 47 (block 0, warp 1)"/>
          <p:cNvSpPr/>
          <p:nvPr/>
        </p:nvSpPr>
        <p:spPr>
          <a:xfrm>
            <a:off x="28254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9" name="Thread 48 (block 0, warp 1)"/>
          <p:cNvSpPr/>
          <p:nvPr/>
        </p:nvSpPr>
        <p:spPr>
          <a:xfrm>
            <a:off x="25054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0" name="Thread 49 (block 0, warp 1)"/>
          <p:cNvSpPr/>
          <p:nvPr/>
        </p:nvSpPr>
        <p:spPr>
          <a:xfrm>
            <a:off x="25511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1" name="Thread 50 (block 0, warp 1)"/>
          <p:cNvSpPr/>
          <p:nvPr/>
        </p:nvSpPr>
        <p:spPr>
          <a:xfrm>
            <a:off x="25968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2" name="Thread 51 (block 0, warp 1)"/>
          <p:cNvSpPr/>
          <p:nvPr/>
        </p:nvSpPr>
        <p:spPr>
          <a:xfrm>
            <a:off x="26426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3" name="Thread 52 (block 0, warp 1)"/>
          <p:cNvSpPr/>
          <p:nvPr/>
        </p:nvSpPr>
        <p:spPr>
          <a:xfrm>
            <a:off x="26883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4" name="Thread 53 (block 0, warp 1)"/>
          <p:cNvSpPr/>
          <p:nvPr/>
        </p:nvSpPr>
        <p:spPr>
          <a:xfrm>
            <a:off x="27340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5" name="Thread 54 (block 0, warp 1)"/>
          <p:cNvSpPr/>
          <p:nvPr/>
        </p:nvSpPr>
        <p:spPr>
          <a:xfrm>
            <a:off x="27797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6" name="Thread 55 (block 0, warp 1)"/>
          <p:cNvSpPr/>
          <p:nvPr/>
        </p:nvSpPr>
        <p:spPr>
          <a:xfrm>
            <a:off x="28254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7" name="Thread 56 (block 0, warp 1)"/>
          <p:cNvSpPr/>
          <p:nvPr/>
        </p:nvSpPr>
        <p:spPr>
          <a:xfrm>
            <a:off x="25054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8" name="Thread 57 (block 0, warp 1)"/>
          <p:cNvSpPr/>
          <p:nvPr/>
        </p:nvSpPr>
        <p:spPr>
          <a:xfrm>
            <a:off x="25511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9" name="Thread 58 (block 0, warp 1)"/>
          <p:cNvSpPr/>
          <p:nvPr/>
        </p:nvSpPr>
        <p:spPr>
          <a:xfrm>
            <a:off x="25968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0" name="Thread 59 (block 0, warp 1)"/>
          <p:cNvSpPr/>
          <p:nvPr/>
        </p:nvSpPr>
        <p:spPr>
          <a:xfrm>
            <a:off x="26426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1" name="Thread 60 (block 0, warp 1)"/>
          <p:cNvSpPr/>
          <p:nvPr/>
        </p:nvSpPr>
        <p:spPr>
          <a:xfrm>
            <a:off x="268833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2" name="Thread 61 (block 0, warp 1)"/>
          <p:cNvSpPr/>
          <p:nvPr/>
        </p:nvSpPr>
        <p:spPr>
          <a:xfrm>
            <a:off x="27340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3" name="Thread 62 (block 0, warp 1)"/>
          <p:cNvSpPr/>
          <p:nvPr/>
        </p:nvSpPr>
        <p:spPr>
          <a:xfrm>
            <a:off x="27797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4" name="Thread 63 (block 0, warp 1)"/>
          <p:cNvSpPr/>
          <p:nvPr/>
        </p:nvSpPr>
        <p:spPr>
          <a:xfrm>
            <a:off x="28254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5" name="Thread 64 (block 0, warp 2) selected"/>
          <p:cNvSpPr/>
          <p:nvPr/>
        </p:nvSpPr>
        <p:spPr>
          <a:xfrm>
            <a:off x="25054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6" name="Thread 65 (block 0, warp 2) selected"/>
          <p:cNvSpPr/>
          <p:nvPr/>
        </p:nvSpPr>
        <p:spPr>
          <a:xfrm>
            <a:off x="25511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7" name="Thread 66 (block 0, warp 2) selected"/>
          <p:cNvSpPr/>
          <p:nvPr/>
        </p:nvSpPr>
        <p:spPr>
          <a:xfrm>
            <a:off x="2596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8" name="Thread 67 (block 0, warp 2) selected"/>
          <p:cNvSpPr/>
          <p:nvPr/>
        </p:nvSpPr>
        <p:spPr>
          <a:xfrm>
            <a:off x="2642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9" name="Thread 68 (block 0, warp 2) selected"/>
          <p:cNvSpPr/>
          <p:nvPr/>
        </p:nvSpPr>
        <p:spPr>
          <a:xfrm>
            <a:off x="26883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0" name="Thread 69 (block 0, warp 2) selected"/>
          <p:cNvSpPr/>
          <p:nvPr/>
        </p:nvSpPr>
        <p:spPr>
          <a:xfrm>
            <a:off x="27340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1" name="Thread 70 (block 0, warp 2) selected"/>
          <p:cNvSpPr/>
          <p:nvPr/>
        </p:nvSpPr>
        <p:spPr>
          <a:xfrm>
            <a:off x="27797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2" name="Thread 71 (block 0, warp 2) selected"/>
          <p:cNvSpPr/>
          <p:nvPr/>
        </p:nvSpPr>
        <p:spPr>
          <a:xfrm>
            <a:off x="28254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3" name="Thread 72 (block 0, warp 2) selected"/>
          <p:cNvSpPr/>
          <p:nvPr/>
        </p:nvSpPr>
        <p:spPr>
          <a:xfrm>
            <a:off x="25054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4" name="Thread 73 (block 0, warp 2) selected"/>
          <p:cNvSpPr/>
          <p:nvPr/>
        </p:nvSpPr>
        <p:spPr>
          <a:xfrm>
            <a:off x="25511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5" name="Thread 74 (block 0, warp 2) selected"/>
          <p:cNvSpPr/>
          <p:nvPr/>
        </p:nvSpPr>
        <p:spPr>
          <a:xfrm>
            <a:off x="25968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6" name="Thread 75 (block 0, warp 2) selected"/>
          <p:cNvSpPr/>
          <p:nvPr/>
        </p:nvSpPr>
        <p:spPr>
          <a:xfrm>
            <a:off x="2642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7" name="Thread 76 (block 0, warp 2) selected"/>
          <p:cNvSpPr/>
          <p:nvPr/>
        </p:nvSpPr>
        <p:spPr>
          <a:xfrm>
            <a:off x="2688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8" name="Thread 77 (block 0, warp 2) selected"/>
          <p:cNvSpPr/>
          <p:nvPr/>
        </p:nvSpPr>
        <p:spPr>
          <a:xfrm>
            <a:off x="27340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9" name="Thread 78 (block 0, warp 2) selected"/>
          <p:cNvSpPr/>
          <p:nvPr/>
        </p:nvSpPr>
        <p:spPr>
          <a:xfrm>
            <a:off x="27797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0" name="Thread 79 (block 0, warp 2) selected"/>
          <p:cNvSpPr/>
          <p:nvPr/>
        </p:nvSpPr>
        <p:spPr>
          <a:xfrm>
            <a:off x="28254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1" name="Thread 80 (block 0, warp 2) selected"/>
          <p:cNvSpPr/>
          <p:nvPr/>
        </p:nvSpPr>
        <p:spPr>
          <a:xfrm>
            <a:off x="25054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2" name="Thread 81 (block 0, warp 2) selected"/>
          <p:cNvSpPr/>
          <p:nvPr/>
        </p:nvSpPr>
        <p:spPr>
          <a:xfrm>
            <a:off x="2551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3" name="Thread 82 (block 0, warp 2) selected"/>
          <p:cNvSpPr/>
          <p:nvPr/>
        </p:nvSpPr>
        <p:spPr>
          <a:xfrm>
            <a:off x="2596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4" name="Thread 83 (block 0, warp 2) selected"/>
          <p:cNvSpPr/>
          <p:nvPr/>
        </p:nvSpPr>
        <p:spPr>
          <a:xfrm>
            <a:off x="26426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5" name="Thread 84 (block 0, warp 2) selected"/>
          <p:cNvSpPr/>
          <p:nvPr/>
        </p:nvSpPr>
        <p:spPr>
          <a:xfrm>
            <a:off x="26883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6" name="Thread 85 (block 0, warp 2) selected"/>
          <p:cNvSpPr/>
          <p:nvPr/>
        </p:nvSpPr>
        <p:spPr>
          <a:xfrm>
            <a:off x="27340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7" name="Thread 86 (block 0, warp 2) selected"/>
          <p:cNvSpPr/>
          <p:nvPr/>
        </p:nvSpPr>
        <p:spPr>
          <a:xfrm>
            <a:off x="27797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8" name="Thread 87 (block 0, warp 2) selected"/>
          <p:cNvSpPr/>
          <p:nvPr/>
        </p:nvSpPr>
        <p:spPr>
          <a:xfrm>
            <a:off x="28254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9" name="Thread 88 (block 0, warp 2) selected"/>
          <p:cNvSpPr/>
          <p:nvPr/>
        </p:nvSpPr>
        <p:spPr>
          <a:xfrm>
            <a:off x="25054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0" name="Thread 89 (block 0, warp 2) selected"/>
          <p:cNvSpPr/>
          <p:nvPr/>
        </p:nvSpPr>
        <p:spPr>
          <a:xfrm>
            <a:off x="25511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1" name="Thread 90 (block 0, warp 2) selected"/>
          <p:cNvSpPr/>
          <p:nvPr/>
        </p:nvSpPr>
        <p:spPr>
          <a:xfrm>
            <a:off x="25968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2" name="Thread 91 (block 0, warp 2) selected"/>
          <p:cNvSpPr/>
          <p:nvPr/>
        </p:nvSpPr>
        <p:spPr>
          <a:xfrm>
            <a:off x="26426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3" name="Thread 92 (block 0, warp 2) selected"/>
          <p:cNvSpPr/>
          <p:nvPr/>
        </p:nvSpPr>
        <p:spPr>
          <a:xfrm>
            <a:off x="26883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4" name="Thread 93 (block 0, warp 2) selected"/>
          <p:cNvSpPr/>
          <p:nvPr/>
        </p:nvSpPr>
        <p:spPr>
          <a:xfrm>
            <a:off x="2734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5" name="Thread 94 (block 0, warp 2) selected"/>
          <p:cNvSpPr/>
          <p:nvPr/>
        </p:nvSpPr>
        <p:spPr>
          <a:xfrm>
            <a:off x="2779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6" name="Thread 95 (block 0, warp 2) selected"/>
          <p:cNvSpPr/>
          <p:nvPr/>
        </p:nvSpPr>
        <p:spPr>
          <a:xfrm>
            <a:off x="28254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7" name="Thread 96 (block 0, warp 3)"/>
          <p:cNvSpPr/>
          <p:nvPr/>
        </p:nvSpPr>
        <p:spPr>
          <a:xfrm>
            <a:off x="25054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8" name="Thread 97 (block 0, warp 3)"/>
          <p:cNvSpPr/>
          <p:nvPr/>
        </p:nvSpPr>
        <p:spPr>
          <a:xfrm>
            <a:off x="25511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9" name="Thread 98 (block 0, warp 3)"/>
          <p:cNvSpPr/>
          <p:nvPr/>
        </p:nvSpPr>
        <p:spPr>
          <a:xfrm>
            <a:off x="25968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0" name="Thread 99 (block 0, warp 3)"/>
          <p:cNvSpPr/>
          <p:nvPr/>
        </p:nvSpPr>
        <p:spPr>
          <a:xfrm>
            <a:off x="26426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1" name="Thread 100 (block 0, warp 3)"/>
          <p:cNvSpPr/>
          <p:nvPr/>
        </p:nvSpPr>
        <p:spPr>
          <a:xfrm>
            <a:off x="268833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2" name="Thread 101 (block 0, warp 3)"/>
          <p:cNvSpPr/>
          <p:nvPr/>
        </p:nvSpPr>
        <p:spPr>
          <a:xfrm>
            <a:off x="27340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3" name="Thread 102 (block 0, warp 3)"/>
          <p:cNvSpPr/>
          <p:nvPr/>
        </p:nvSpPr>
        <p:spPr>
          <a:xfrm>
            <a:off x="27797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4" name="Thread 103 (block 0, warp 3)"/>
          <p:cNvSpPr/>
          <p:nvPr/>
        </p:nvSpPr>
        <p:spPr>
          <a:xfrm>
            <a:off x="28254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5" name="Thread 104 (block 0, warp 3)"/>
          <p:cNvSpPr/>
          <p:nvPr/>
        </p:nvSpPr>
        <p:spPr>
          <a:xfrm>
            <a:off x="25054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6" name="Thread 105 (block 0, warp 3)"/>
          <p:cNvSpPr/>
          <p:nvPr/>
        </p:nvSpPr>
        <p:spPr>
          <a:xfrm>
            <a:off x="25511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7" name="Thread 106 (block 0, warp 3)"/>
          <p:cNvSpPr/>
          <p:nvPr/>
        </p:nvSpPr>
        <p:spPr>
          <a:xfrm>
            <a:off x="25968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8" name="Thread 107 (block 0, warp 3)"/>
          <p:cNvSpPr/>
          <p:nvPr/>
        </p:nvSpPr>
        <p:spPr>
          <a:xfrm>
            <a:off x="26426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9" name="Thread 108 (block 0, warp 3)"/>
          <p:cNvSpPr/>
          <p:nvPr/>
        </p:nvSpPr>
        <p:spPr>
          <a:xfrm>
            <a:off x="268833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0" name="Thread 109 (block 0, warp 3)"/>
          <p:cNvSpPr/>
          <p:nvPr/>
        </p:nvSpPr>
        <p:spPr>
          <a:xfrm>
            <a:off x="27340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1" name="Thread 110 (block 0, warp 3)"/>
          <p:cNvSpPr/>
          <p:nvPr/>
        </p:nvSpPr>
        <p:spPr>
          <a:xfrm>
            <a:off x="27797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2" name="Thread 111 (block 0, warp 3)"/>
          <p:cNvSpPr/>
          <p:nvPr/>
        </p:nvSpPr>
        <p:spPr>
          <a:xfrm>
            <a:off x="28254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3" name="Thread 112 (block 0, warp 3)"/>
          <p:cNvSpPr/>
          <p:nvPr/>
        </p:nvSpPr>
        <p:spPr>
          <a:xfrm>
            <a:off x="25054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4" name="Thread 113 (block 0, warp 3)"/>
          <p:cNvSpPr/>
          <p:nvPr/>
        </p:nvSpPr>
        <p:spPr>
          <a:xfrm>
            <a:off x="25511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5" name="Thread 114 (block 0, warp 3)"/>
          <p:cNvSpPr/>
          <p:nvPr/>
        </p:nvSpPr>
        <p:spPr>
          <a:xfrm>
            <a:off x="25968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6" name="Thread 115 (block 0, warp 3)"/>
          <p:cNvSpPr/>
          <p:nvPr/>
        </p:nvSpPr>
        <p:spPr>
          <a:xfrm>
            <a:off x="26426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7" name="Thread 116 (block 0, warp 3)"/>
          <p:cNvSpPr/>
          <p:nvPr/>
        </p:nvSpPr>
        <p:spPr>
          <a:xfrm>
            <a:off x="26883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8" name="Thread 117 (block 0, warp 3)"/>
          <p:cNvSpPr/>
          <p:nvPr/>
        </p:nvSpPr>
        <p:spPr>
          <a:xfrm>
            <a:off x="27340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9" name="Thread 118 (block 0, warp 3)"/>
          <p:cNvSpPr/>
          <p:nvPr/>
        </p:nvSpPr>
        <p:spPr>
          <a:xfrm>
            <a:off x="27797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0" name="Thread 119 (block 0, warp 3)"/>
          <p:cNvSpPr/>
          <p:nvPr/>
        </p:nvSpPr>
        <p:spPr>
          <a:xfrm>
            <a:off x="28254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1" name="Thread 120 (block 0, warp 3)"/>
          <p:cNvSpPr/>
          <p:nvPr/>
        </p:nvSpPr>
        <p:spPr>
          <a:xfrm>
            <a:off x="25054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2" name="Thread 121 (block 0, warp 3)"/>
          <p:cNvSpPr/>
          <p:nvPr/>
        </p:nvSpPr>
        <p:spPr>
          <a:xfrm>
            <a:off x="25511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3" name="Thread 122 (block 0, warp 3)"/>
          <p:cNvSpPr/>
          <p:nvPr/>
        </p:nvSpPr>
        <p:spPr>
          <a:xfrm>
            <a:off x="25968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4" name="Thread 123 (block 0, warp 3)"/>
          <p:cNvSpPr/>
          <p:nvPr/>
        </p:nvSpPr>
        <p:spPr>
          <a:xfrm>
            <a:off x="26426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5" name="Thread 124 (block 0, warp 3)"/>
          <p:cNvSpPr/>
          <p:nvPr/>
        </p:nvSpPr>
        <p:spPr>
          <a:xfrm>
            <a:off x="268833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6" name="Thread 125 (block 0, warp 3)"/>
          <p:cNvSpPr/>
          <p:nvPr/>
        </p:nvSpPr>
        <p:spPr>
          <a:xfrm>
            <a:off x="27340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7" name="Thread 126 (block 0, warp 3)"/>
          <p:cNvSpPr/>
          <p:nvPr/>
        </p:nvSpPr>
        <p:spPr>
          <a:xfrm>
            <a:off x="27797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8" name="Thread 127 (block 0, warp 3)"/>
          <p:cNvSpPr/>
          <p:nvPr/>
        </p:nvSpPr>
        <p:spPr>
          <a:xfrm>
            <a:off x="28254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9" name="Block 1"/>
          <p:cNvSpPr/>
          <p:nvPr/>
        </p:nvSpPr>
        <p:spPr>
          <a:xfrm>
            <a:off x="299008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670" name="Block 1: 128 threads"/>
          <p:cNvSpPr/>
          <p:nvPr/>
        </p:nvSpPr>
        <p:spPr>
          <a:xfrm>
            <a:off x="299008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671" name="Thread 0 (block 1, warp 0)"/>
          <p:cNvSpPr/>
          <p:nvPr/>
        </p:nvSpPr>
        <p:spPr>
          <a:xfrm>
            <a:off x="30220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2" name="Thread 1 (block 1, warp 0)"/>
          <p:cNvSpPr/>
          <p:nvPr/>
        </p:nvSpPr>
        <p:spPr>
          <a:xfrm>
            <a:off x="30678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3" name="Thread 2 (block 1, warp 0)"/>
          <p:cNvSpPr/>
          <p:nvPr/>
        </p:nvSpPr>
        <p:spPr>
          <a:xfrm>
            <a:off x="31135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4" name="Thread 3 (block 1, warp 0)"/>
          <p:cNvSpPr/>
          <p:nvPr/>
        </p:nvSpPr>
        <p:spPr>
          <a:xfrm>
            <a:off x="31592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5" name="Thread 4 (block 1, warp 0)"/>
          <p:cNvSpPr/>
          <p:nvPr/>
        </p:nvSpPr>
        <p:spPr>
          <a:xfrm>
            <a:off x="320497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6" name="Thread 5 (block 1, warp 0)"/>
          <p:cNvSpPr/>
          <p:nvPr/>
        </p:nvSpPr>
        <p:spPr>
          <a:xfrm>
            <a:off x="32506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7" name="Thread 6 (block 1, warp 0)"/>
          <p:cNvSpPr/>
          <p:nvPr/>
        </p:nvSpPr>
        <p:spPr>
          <a:xfrm>
            <a:off x="32964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8" name="Thread 7 (block 1, warp 0)"/>
          <p:cNvSpPr/>
          <p:nvPr/>
        </p:nvSpPr>
        <p:spPr>
          <a:xfrm>
            <a:off x="33421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9" name="Thread 8 (block 1, warp 0)"/>
          <p:cNvSpPr/>
          <p:nvPr/>
        </p:nvSpPr>
        <p:spPr>
          <a:xfrm>
            <a:off x="30220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0" name="Thread 9 (block 1, warp 0)"/>
          <p:cNvSpPr/>
          <p:nvPr/>
        </p:nvSpPr>
        <p:spPr>
          <a:xfrm>
            <a:off x="306781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1" name="Thread 10 (block 1, warp 0)"/>
          <p:cNvSpPr/>
          <p:nvPr/>
        </p:nvSpPr>
        <p:spPr>
          <a:xfrm>
            <a:off x="31135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2" name="Thread 11 (block 1, warp 0)"/>
          <p:cNvSpPr/>
          <p:nvPr/>
        </p:nvSpPr>
        <p:spPr>
          <a:xfrm>
            <a:off x="31592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3" name="Thread 12 (block 1, warp 0)"/>
          <p:cNvSpPr/>
          <p:nvPr/>
        </p:nvSpPr>
        <p:spPr>
          <a:xfrm>
            <a:off x="320497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4" name="Thread 13 (block 1, warp 0)"/>
          <p:cNvSpPr/>
          <p:nvPr/>
        </p:nvSpPr>
        <p:spPr>
          <a:xfrm>
            <a:off x="32506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5" name="Thread 14 (block 1, warp 0)"/>
          <p:cNvSpPr/>
          <p:nvPr/>
        </p:nvSpPr>
        <p:spPr>
          <a:xfrm>
            <a:off x="329641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6" name="Thread 15 (block 1, warp 0)"/>
          <p:cNvSpPr/>
          <p:nvPr/>
        </p:nvSpPr>
        <p:spPr>
          <a:xfrm>
            <a:off x="33421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7" name="Thread 16 (block 1, warp 0)"/>
          <p:cNvSpPr/>
          <p:nvPr/>
        </p:nvSpPr>
        <p:spPr>
          <a:xfrm>
            <a:off x="30220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8" name="Thread 17 (block 1, warp 0)"/>
          <p:cNvSpPr/>
          <p:nvPr/>
        </p:nvSpPr>
        <p:spPr>
          <a:xfrm>
            <a:off x="30678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9" name="Thread 18 (block 1, warp 0)"/>
          <p:cNvSpPr/>
          <p:nvPr/>
        </p:nvSpPr>
        <p:spPr>
          <a:xfrm>
            <a:off x="311353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0" name="Thread 19 (block 1, warp 0)"/>
          <p:cNvSpPr/>
          <p:nvPr/>
        </p:nvSpPr>
        <p:spPr>
          <a:xfrm>
            <a:off x="31592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1" name="Thread 20 (block 1, warp 0)"/>
          <p:cNvSpPr/>
          <p:nvPr/>
        </p:nvSpPr>
        <p:spPr>
          <a:xfrm>
            <a:off x="320497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2" name="Thread 21 (block 1, warp 0)"/>
          <p:cNvSpPr/>
          <p:nvPr/>
        </p:nvSpPr>
        <p:spPr>
          <a:xfrm>
            <a:off x="32506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3" name="Thread 22 (block 1, warp 0)"/>
          <p:cNvSpPr/>
          <p:nvPr/>
        </p:nvSpPr>
        <p:spPr>
          <a:xfrm>
            <a:off x="32964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4" name="Thread 23 (block 1, warp 0)"/>
          <p:cNvSpPr/>
          <p:nvPr/>
        </p:nvSpPr>
        <p:spPr>
          <a:xfrm>
            <a:off x="334213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5" name="Thread 24 (block 1, warp 0)"/>
          <p:cNvSpPr/>
          <p:nvPr/>
        </p:nvSpPr>
        <p:spPr>
          <a:xfrm>
            <a:off x="30220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6" name="Thread 25 (block 1, warp 0)"/>
          <p:cNvSpPr/>
          <p:nvPr/>
        </p:nvSpPr>
        <p:spPr>
          <a:xfrm>
            <a:off x="30678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7" name="Thread 26 (block 1, warp 0)"/>
          <p:cNvSpPr/>
          <p:nvPr/>
        </p:nvSpPr>
        <p:spPr>
          <a:xfrm>
            <a:off x="31135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8" name="Thread 27 (block 1, warp 0)"/>
          <p:cNvSpPr/>
          <p:nvPr/>
        </p:nvSpPr>
        <p:spPr>
          <a:xfrm>
            <a:off x="31592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9" name="Thread 28 (block 1, warp 0)"/>
          <p:cNvSpPr/>
          <p:nvPr/>
        </p:nvSpPr>
        <p:spPr>
          <a:xfrm>
            <a:off x="320497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0" name="Thread 29 (block 1, warp 0)"/>
          <p:cNvSpPr/>
          <p:nvPr/>
        </p:nvSpPr>
        <p:spPr>
          <a:xfrm>
            <a:off x="32506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1" name="Thread 30 (block 1, warp 0)"/>
          <p:cNvSpPr/>
          <p:nvPr/>
        </p:nvSpPr>
        <p:spPr>
          <a:xfrm>
            <a:off x="32964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2" name="Thread 31 (block 1, warp 0)"/>
          <p:cNvSpPr/>
          <p:nvPr/>
        </p:nvSpPr>
        <p:spPr>
          <a:xfrm>
            <a:off x="33421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3" name="Thread 32 (block 1, warp 1)"/>
          <p:cNvSpPr/>
          <p:nvPr/>
        </p:nvSpPr>
        <p:spPr>
          <a:xfrm>
            <a:off x="30220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4" name="Thread 33 (block 1, warp 1)"/>
          <p:cNvSpPr/>
          <p:nvPr/>
        </p:nvSpPr>
        <p:spPr>
          <a:xfrm>
            <a:off x="30678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5" name="Thread 34 (block 1, warp 1)"/>
          <p:cNvSpPr/>
          <p:nvPr/>
        </p:nvSpPr>
        <p:spPr>
          <a:xfrm>
            <a:off x="31135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6" name="Thread 35 (block 1, warp 1)"/>
          <p:cNvSpPr/>
          <p:nvPr/>
        </p:nvSpPr>
        <p:spPr>
          <a:xfrm>
            <a:off x="31592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7" name="Thread 36 (block 1, warp 1)"/>
          <p:cNvSpPr/>
          <p:nvPr/>
        </p:nvSpPr>
        <p:spPr>
          <a:xfrm>
            <a:off x="32049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8" name="Thread 37 (block 1, warp 1)"/>
          <p:cNvSpPr/>
          <p:nvPr/>
        </p:nvSpPr>
        <p:spPr>
          <a:xfrm>
            <a:off x="32506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9" name="Thread 38 (block 1, warp 1)"/>
          <p:cNvSpPr/>
          <p:nvPr/>
        </p:nvSpPr>
        <p:spPr>
          <a:xfrm>
            <a:off x="32964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0" name="Thread 39 (block 1, warp 1)"/>
          <p:cNvSpPr/>
          <p:nvPr/>
        </p:nvSpPr>
        <p:spPr>
          <a:xfrm>
            <a:off x="33421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1" name="Thread 40 (block 1, warp 1)"/>
          <p:cNvSpPr/>
          <p:nvPr/>
        </p:nvSpPr>
        <p:spPr>
          <a:xfrm>
            <a:off x="30220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2" name="Thread 41 (block 1, warp 1)"/>
          <p:cNvSpPr/>
          <p:nvPr/>
        </p:nvSpPr>
        <p:spPr>
          <a:xfrm>
            <a:off x="30678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3" name="Thread 42 (block 1, warp 1)"/>
          <p:cNvSpPr/>
          <p:nvPr/>
        </p:nvSpPr>
        <p:spPr>
          <a:xfrm>
            <a:off x="31135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4" name="Thread 43 (block 1, warp 1)"/>
          <p:cNvSpPr/>
          <p:nvPr/>
        </p:nvSpPr>
        <p:spPr>
          <a:xfrm>
            <a:off x="31592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5" name="Thread 44 (block 1, warp 1)"/>
          <p:cNvSpPr/>
          <p:nvPr/>
        </p:nvSpPr>
        <p:spPr>
          <a:xfrm>
            <a:off x="32049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6" name="Thread 45 (block 1, warp 1)"/>
          <p:cNvSpPr/>
          <p:nvPr/>
        </p:nvSpPr>
        <p:spPr>
          <a:xfrm>
            <a:off x="32506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7" name="Thread 46 (block 1, warp 1)"/>
          <p:cNvSpPr/>
          <p:nvPr/>
        </p:nvSpPr>
        <p:spPr>
          <a:xfrm>
            <a:off x="32964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8" name="Thread 47 (block 1, warp 1)"/>
          <p:cNvSpPr/>
          <p:nvPr/>
        </p:nvSpPr>
        <p:spPr>
          <a:xfrm>
            <a:off x="33421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9" name="Thread 48 (block 1, warp 1)"/>
          <p:cNvSpPr/>
          <p:nvPr/>
        </p:nvSpPr>
        <p:spPr>
          <a:xfrm>
            <a:off x="30220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0" name="Thread 49 (block 1, warp 1)"/>
          <p:cNvSpPr/>
          <p:nvPr/>
        </p:nvSpPr>
        <p:spPr>
          <a:xfrm>
            <a:off x="30678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1" name="Thread 50 (block 1, warp 1)"/>
          <p:cNvSpPr/>
          <p:nvPr/>
        </p:nvSpPr>
        <p:spPr>
          <a:xfrm>
            <a:off x="31135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2" name="Thread 51 (block 1, warp 1)"/>
          <p:cNvSpPr/>
          <p:nvPr/>
        </p:nvSpPr>
        <p:spPr>
          <a:xfrm>
            <a:off x="31592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3" name="Thread 52 (block 1, warp 1)"/>
          <p:cNvSpPr/>
          <p:nvPr/>
        </p:nvSpPr>
        <p:spPr>
          <a:xfrm>
            <a:off x="32049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4" name="Thread 53 (block 1, warp 1)"/>
          <p:cNvSpPr/>
          <p:nvPr/>
        </p:nvSpPr>
        <p:spPr>
          <a:xfrm>
            <a:off x="32506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5" name="Thread 54 (block 1, warp 1)"/>
          <p:cNvSpPr/>
          <p:nvPr/>
        </p:nvSpPr>
        <p:spPr>
          <a:xfrm>
            <a:off x="32964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6" name="Thread 55 (block 1, warp 1)"/>
          <p:cNvSpPr/>
          <p:nvPr/>
        </p:nvSpPr>
        <p:spPr>
          <a:xfrm>
            <a:off x="33421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7" name="Thread 56 (block 1, warp 1)"/>
          <p:cNvSpPr/>
          <p:nvPr/>
        </p:nvSpPr>
        <p:spPr>
          <a:xfrm>
            <a:off x="30220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8" name="Thread 57 (block 1, warp 1)"/>
          <p:cNvSpPr/>
          <p:nvPr/>
        </p:nvSpPr>
        <p:spPr>
          <a:xfrm>
            <a:off x="30678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9" name="Thread 58 (block 1, warp 1)"/>
          <p:cNvSpPr/>
          <p:nvPr/>
        </p:nvSpPr>
        <p:spPr>
          <a:xfrm>
            <a:off x="31135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0" name="Thread 59 (block 1, warp 1)"/>
          <p:cNvSpPr/>
          <p:nvPr/>
        </p:nvSpPr>
        <p:spPr>
          <a:xfrm>
            <a:off x="31592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1" name="Thread 60 (block 1, warp 1)"/>
          <p:cNvSpPr/>
          <p:nvPr/>
        </p:nvSpPr>
        <p:spPr>
          <a:xfrm>
            <a:off x="32049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2" name="Thread 61 (block 1, warp 1)"/>
          <p:cNvSpPr/>
          <p:nvPr/>
        </p:nvSpPr>
        <p:spPr>
          <a:xfrm>
            <a:off x="32506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3" name="Thread 62 (block 1, warp 1)"/>
          <p:cNvSpPr/>
          <p:nvPr/>
        </p:nvSpPr>
        <p:spPr>
          <a:xfrm>
            <a:off x="32964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4" name="Thread 63 (block 1, warp 1)"/>
          <p:cNvSpPr/>
          <p:nvPr/>
        </p:nvSpPr>
        <p:spPr>
          <a:xfrm>
            <a:off x="33421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5" name="Thread 64 (block 1, warp 2)"/>
          <p:cNvSpPr/>
          <p:nvPr/>
        </p:nvSpPr>
        <p:spPr>
          <a:xfrm>
            <a:off x="30220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6" name="Thread 65 (block 1, warp 2)"/>
          <p:cNvSpPr/>
          <p:nvPr/>
        </p:nvSpPr>
        <p:spPr>
          <a:xfrm>
            <a:off x="30678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7" name="Thread 66 (block 1, warp 2)"/>
          <p:cNvSpPr/>
          <p:nvPr/>
        </p:nvSpPr>
        <p:spPr>
          <a:xfrm>
            <a:off x="311353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8" name="Thread 67 (block 1, warp 2)"/>
          <p:cNvSpPr/>
          <p:nvPr/>
        </p:nvSpPr>
        <p:spPr>
          <a:xfrm>
            <a:off x="31592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9" name="Thread 68 (block 1, warp 2)"/>
          <p:cNvSpPr/>
          <p:nvPr/>
        </p:nvSpPr>
        <p:spPr>
          <a:xfrm>
            <a:off x="320497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0" name="Thread 69 (block 1, warp 2)"/>
          <p:cNvSpPr/>
          <p:nvPr/>
        </p:nvSpPr>
        <p:spPr>
          <a:xfrm>
            <a:off x="32506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1" name="Thread 70 (block 1, warp 2)"/>
          <p:cNvSpPr/>
          <p:nvPr/>
        </p:nvSpPr>
        <p:spPr>
          <a:xfrm>
            <a:off x="32964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2" name="Thread 71 (block 1, warp 2)"/>
          <p:cNvSpPr/>
          <p:nvPr/>
        </p:nvSpPr>
        <p:spPr>
          <a:xfrm>
            <a:off x="334213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3" name="Thread 72 (block 1, warp 2)"/>
          <p:cNvSpPr/>
          <p:nvPr/>
        </p:nvSpPr>
        <p:spPr>
          <a:xfrm>
            <a:off x="30220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4" name="Thread 73 (block 1, warp 2)"/>
          <p:cNvSpPr/>
          <p:nvPr/>
        </p:nvSpPr>
        <p:spPr>
          <a:xfrm>
            <a:off x="30678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5" name="Thread 74 (block 1, warp 2)"/>
          <p:cNvSpPr/>
          <p:nvPr/>
        </p:nvSpPr>
        <p:spPr>
          <a:xfrm>
            <a:off x="311353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6" name="Thread 75 (block 1, warp 2)"/>
          <p:cNvSpPr/>
          <p:nvPr/>
        </p:nvSpPr>
        <p:spPr>
          <a:xfrm>
            <a:off x="31592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7" name="Thread 76 (block 1, warp 2)"/>
          <p:cNvSpPr/>
          <p:nvPr/>
        </p:nvSpPr>
        <p:spPr>
          <a:xfrm>
            <a:off x="320497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8" name="Thread 77 (block 1, warp 2)"/>
          <p:cNvSpPr/>
          <p:nvPr/>
        </p:nvSpPr>
        <p:spPr>
          <a:xfrm>
            <a:off x="32506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9" name="Thread 78 (block 1, warp 2)"/>
          <p:cNvSpPr/>
          <p:nvPr/>
        </p:nvSpPr>
        <p:spPr>
          <a:xfrm>
            <a:off x="32964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0" name="Thread 79 (block 1, warp 2)"/>
          <p:cNvSpPr/>
          <p:nvPr/>
        </p:nvSpPr>
        <p:spPr>
          <a:xfrm>
            <a:off x="334213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1" name="Thread 80 (block 1, warp 2)"/>
          <p:cNvSpPr/>
          <p:nvPr/>
        </p:nvSpPr>
        <p:spPr>
          <a:xfrm>
            <a:off x="30220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2" name="Thread 81 (block 1, warp 2)"/>
          <p:cNvSpPr/>
          <p:nvPr/>
        </p:nvSpPr>
        <p:spPr>
          <a:xfrm>
            <a:off x="30678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3" name="Thread 82 (block 1, warp 2)"/>
          <p:cNvSpPr/>
          <p:nvPr/>
        </p:nvSpPr>
        <p:spPr>
          <a:xfrm>
            <a:off x="31135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4" name="Thread 83 (block 1, warp 2)"/>
          <p:cNvSpPr/>
          <p:nvPr/>
        </p:nvSpPr>
        <p:spPr>
          <a:xfrm>
            <a:off x="315925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5" name="Thread 84 (block 1, warp 2)"/>
          <p:cNvSpPr/>
          <p:nvPr/>
        </p:nvSpPr>
        <p:spPr>
          <a:xfrm>
            <a:off x="320497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6" name="Thread 85 (block 1, warp 2)"/>
          <p:cNvSpPr/>
          <p:nvPr/>
        </p:nvSpPr>
        <p:spPr>
          <a:xfrm>
            <a:off x="32506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7" name="Thread 86 (block 1, warp 2)"/>
          <p:cNvSpPr/>
          <p:nvPr/>
        </p:nvSpPr>
        <p:spPr>
          <a:xfrm>
            <a:off x="32964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8" name="Thread 87 (block 1, warp 2)"/>
          <p:cNvSpPr/>
          <p:nvPr/>
        </p:nvSpPr>
        <p:spPr>
          <a:xfrm>
            <a:off x="33421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9" name="Thread 88 (block 1, warp 2)"/>
          <p:cNvSpPr/>
          <p:nvPr/>
        </p:nvSpPr>
        <p:spPr>
          <a:xfrm>
            <a:off x="30220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0" name="Thread 89 (block 1, warp 2)"/>
          <p:cNvSpPr/>
          <p:nvPr/>
        </p:nvSpPr>
        <p:spPr>
          <a:xfrm>
            <a:off x="30678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1" name="Thread 90 (block 1, warp 2)"/>
          <p:cNvSpPr/>
          <p:nvPr/>
        </p:nvSpPr>
        <p:spPr>
          <a:xfrm>
            <a:off x="311353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2" name="Thread 91 (block 1, warp 2)"/>
          <p:cNvSpPr/>
          <p:nvPr/>
        </p:nvSpPr>
        <p:spPr>
          <a:xfrm>
            <a:off x="31592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3" name="Thread 92 (block 1, warp 2)"/>
          <p:cNvSpPr/>
          <p:nvPr/>
        </p:nvSpPr>
        <p:spPr>
          <a:xfrm>
            <a:off x="320497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4" name="Thread 93 (block 1, warp 2)"/>
          <p:cNvSpPr/>
          <p:nvPr/>
        </p:nvSpPr>
        <p:spPr>
          <a:xfrm>
            <a:off x="32506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5" name="Thread 94 (block 1, warp 2)"/>
          <p:cNvSpPr/>
          <p:nvPr/>
        </p:nvSpPr>
        <p:spPr>
          <a:xfrm>
            <a:off x="32964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6" name="Thread 95 (block 1, warp 2)"/>
          <p:cNvSpPr/>
          <p:nvPr/>
        </p:nvSpPr>
        <p:spPr>
          <a:xfrm>
            <a:off x="334213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7" name="Thread 96 (block 1, warp 3)"/>
          <p:cNvSpPr/>
          <p:nvPr/>
        </p:nvSpPr>
        <p:spPr>
          <a:xfrm>
            <a:off x="30220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8" name="Thread 97 (block 1, warp 3)"/>
          <p:cNvSpPr/>
          <p:nvPr/>
        </p:nvSpPr>
        <p:spPr>
          <a:xfrm>
            <a:off x="30678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9" name="Thread 98 (block 1, warp 3)"/>
          <p:cNvSpPr/>
          <p:nvPr/>
        </p:nvSpPr>
        <p:spPr>
          <a:xfrm>
            <a:off x="31135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0" name="Thread 99 (block 1, warp 3)"/>
          <p:cNvSpPr/>
          <p:nvPr/>
        </p:nvSpPr>
        <p:spPr>
          <a:xfrm>
            <a:off x="31592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1" name="Thread 100 (block 1, warp 3)"/>
          <p:cNvSpPr/>
          <p:nvPr/>
        </p:nvSpPr>
        <p:spPr>
          <a:xfrm>
            <a:off x="32049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2" name="Thread 101 (block 1, warp 3)"/>
          <p:cNvSpPr/>
          <p:nvPr/>
        </p:nvSpPr>
        <p:spPr>
          <a:xfrm>
            <a:off x="32506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3" name="Thread 102 (block 1, warp 3)"/>
          <p:cNvSpPr/>
          <p:nvPr/>
        </p:nvSpPr>
        <p:spPr>
          <a:xfrm>
            <a:off x="32964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4" name="Thread 103 (block 1, warp 3)"/>
          <p:cNvSpPr/>
          <p:nvPr/>
        </p:nvSpPr>
        <p:spPr>
          <a:xfrm>
            <a:off x="33421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5" name="Thread 104 (block 1, warp 3)"/>
          <p:cNvSpPr/>
          <p:nvPr/>
        </p:nvSpPr>
        <p:spPr>
          <a:xfrm>
            <a:off x="30220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6" name="Thread 105 (block 1, warp 3)"/>
          <p:cNvSpPr/>
          <p:nvPr/>
        </p:nvSpPr>
        <p:spPr>
          <a:xfrm>
            <a:off x="30678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7" name="Thread 106 (block 1, warp 3)"/>
          <p:cNvSpPr/>
          <p:nvPr/>
        </p:nvSpPr>
        <p:spPr>
          <a:xfrm>
            <a:off x="31135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8" name="Thread 107 (block 1, warp 3)"/>
          <p:cNvSpPr/>
          <p:nvPr/>
        </p:nvSpPr>
        <p:spPr>
          <a:xfrm>
            <a:off x="31592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9" name="Thread 108 (block 1, warp 3)"/>
          <p:cNvSpPr/>
          <p:nvPr/>
        </p:nvSpPr>
        <p:spPr>
          <a:xfrm>
            <a:off x="32049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0" name="Thread 109 (block 1, warp 3)"/>
          <p:cNvSpPr/>
          <p:nvPr/>
        </p:nvSpPr>
        <p:spPr>
          <a:xfrm>
            <a:off x="32506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1" name="Thread 110 (block 1, warp 3)"/>
          <p:cNvSpPr/>
          <p:nvPr/>
        </p:nvSpPr>
        <p:spPr>
          <a:xfrm>
            <a:off x="32964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2" name="Thread 111 (block 1, warp 3)"/>
          <p:cNvSpPr/>
          <p:nvPr/>
        </p:nvSpPr>
        <p:spPr>
          <a:xfrm>
            <a:off x="33421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3" name="Thread 112 (block 1, warp 3)"/>
          <p:cNvSpPr/>
          <p:nvPr/>
        </p:nvSpPr>
        <p:spPr>
          <a:xfrm>
            <a:off x="30220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4" name="Thread 113 (block 1, warp 3)"/>
          <p:cNvSpPr/>
          <p:nvPr/>
        </p:nvSpPr>
        <p:spPr>
          <a:xfrm>
            <a:off x="30678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5" name="Thread 114 (block 1, warp 3)"/>
          <p:cNvSpPr/>
          <p:nvPr/>
        </p:nvSpPr>
        <p:spPr>
          <a:xfrm>
            <a:off x="31135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6" name="Thread 115 (block 1, warp 3)"/>
          <p:cNvSpPr/>
          <p:nvPr/>
        </p:nvSpPr>
        <p:spPr>
          <a:xfrm>
            <a:off x="31592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7" name="Thread 116 (block 1, warp 3)"/>
          <p:cNvSpPr/>
          <p:nvPr/>
        </p:nvSpPr>
        <p:spPr>
          <a:xfrm>
            <a:off x="32049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8" name="Thread 117 (block 1, warp 3)"/>
          <p:cNvSpPr/>
          <p:nvPr/>
        </p:nvSpPr>
        <p:spPr>
          <a:xfrm>
            <a:off x="32506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9" name="Thread 118 (block 1, warp 3)"/>
          <p:cNvSpPr/>
          <p:nvPr/>
        </p:nvSpPr>
        <p:spPr>
          <a:xfrm>
            <a:off x="32964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0" name="Thread 119 (block 1, warp 3)"/>
          <p:cNvSpPr/>
          <p:nvPr/>
        </p:nvSpPr>
        <p:spPr>
          <a:xfrm>
            <a:off x="33421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1" name="Thread 120 (block 1, warp 3)"/>
          <p:cNvSpPr/>
          <p:nvPr/>
        </p:nvSpPr>
        <p:spPr>
          <a:xfrm>
            <a:off x="30220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2" name="Thread 121 (block 1, warp 3)"/>
          <p:cNvSpPr/>
          <p:nvPr/>
        </p:nvSpPr>
        <p:spPr>
          <a:xfrm>
            <a:off x="30678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3" name="Thread 122 (block 1, warp 3)"/>
          <p:cNvSpPr/>
          <p:nvPr/>
        </p:nvSpPr>
        <p:spPr>
          <a:xfrm>
            <a:off x="31135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4" name="Thread 123 (block 1, warp 3)"/>
          <p:cNvSpPr/>
          <p:nvPr/>
        </p:nvSpPr>
        <p:spPr>
          <a:xfrm>
            <a:off x="31592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5" name="Thread 124 (block 1, warp 3)"/>
          <p:cNvSpPr/>
          <p:nvPr/>
        </p:nvSpPr>
        <p:spPr>
          <a:xfrm>
            <a:off x="32049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6" name="Thread 125 (block 1, warp 3)"/>
          <p:cNvSpPr/>
          <p:nvPr/>
        </p:nvSpPr>
        <p:spPr>
          <a:xfrm>
            <a:off x="32506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7" name="Thread 126 (block 1, warp 3)"/>
          <p:cNvSpPr/>
          <p:nvPr/>
        </p:nvSpPr>
        <p:spPr>
          <a:xfrm>
            <a:off x="32964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8" name="Thread 127 (block 1, warp 3)"/>
          <p:cNvSpPr/>
          <p:nvPr/>
        </p:nvSpPr>
        <p:spPr>
          <a:xfrm>
            <a:off x="33421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9" name="Upper boundary: block"/>
          <p:cNvSpPr/>
          <p:nvPr/>
        </p:nvSpPr>
        <p:spPr>
          <a:xfrm>
            <a:off x="244602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800" name="Unit: warp · first + third warp"/>
          <p:cNvSpPr/>
          <p:nvPr/>
        </p:nvSpPr>
        <p:spPr>
          <a:xfrm>
            <a:off x="244602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Unit: warp · first + third warp</a:t>
            </a:r>
          </a:p>
        </p:txBody>
      </p:sp>
      <p:sp>
        <p:nvSpPr>
          <p:cNvPr id="801" name="Shape"/>
          <p:cNvSpPr/>
          <p:nvPr/>
        </p:nvSpPr>
        <p:spPr>
          <a:xfrm>
            <a:off x="126873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2" name="Shape"/>
          <p:cNvSpPr/>
          <p:nvPr/>
        </p:nvSpPr>
        <p:spPr>
          <a:xfrm>
            <a:off x="238887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3" name="Shape"/>
          <p:cNvSpPr/>
          <p:nvPr/>
        </p:nvSpPr>
        <p:spPr>
          <a:xfrm>
            <a:off x="1874520" y="192252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4" name="Thread in the group"/>
          <p:cNvSpPr/>
          <p:nvPr/>
        </p:nvSpPr>
        <p:spPr>
          <a:xfrm>
            <a:off x="237744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805" name="Shape"/>
          <p:cNvSpPr/>
          <p:nvPr/>
        </p:nvSpPr>
        <p:spPr>
          <a:xfrm>
            <a:off x="7040880" y="192252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6" name="Other thread"/>
          <p:cNvSpPr/>
          <p:nvPr/>
        </p:nvSpPr>
        <p:spPr>
          <a:xfrm>
            <a:off x="7543800" y="19088100"/>
            <a:ext cx="3429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Other thread</a:t>
            </a:r>
          </a:p>
        </p:txBody>
      </p:sp>
      <p:sp>
        <p:nvSpPr>
          <p:cNvPr id="807" name="Shape"/>
          <p:cNvSpPr/>
          <p:nvPr/>
        </p:nvSpPr>
        <p:spPr>
          <a:xfrm>
            <a:off x="11407140" y="19110960"/>
            <a:ext cx="640080" cy="4572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dk2"/>
            </a:solidFill>
            <a:prstDash val="dash"/>
          </a:ln>
        </p:spPr>
      </p:sp>
      <p:sp>
        <p:nvSpPr>
          <p:cNvPr id="808" name="Upper boundary"/>
          <p:cNvSpPr/>
          <p:nvPr/>
        </p:nvSpPr>
        <p:spPr>
          <a:xfrm>
            <a:off x="12367260" y="19088100"/>
            <a:ext cx="4572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Upper boundary</a:t>
            </a:r>
          </a:p>
        </p:txBody>
      </p:sp>
      <p:sp>
        <p:nvSpPr>
          <p:cNvPr id="809" name="Shape"/>
          <p:cNvSpPr/>
          <p:nvPr/>
        </p:nvSpPr>
        <p:spPr>
          <a:xfrm>
            <a:off x="17350740" y="19133820"/>
            <a:ext cx="640080" cy="4114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810" name="Warp as a unit"/>
          <p:cNvSpPr/>
          <p:nvPr/>
        </p:nvSpPr>
        <p:spPr>
          <a:xfrm>
            <a:off x="1831086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Warp as a unit</a:t>
            </a:r>
          </a:p>
        </p:txBody>
      </p:sp>
      <p:sp>
        <p:nvSpPr>
          <p:cNvPr id="811" name="128 threads / block · schematic layout"/>
          <p:cNvSpPr/>
          <p:nvPr/>
        </p:nvSpPr>
        <p:spPr>
          <a:xfrm>
            <a:off x="23088600" y="19088100"/>
            <a:ext cx="90297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128 threads / block · schematic layout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 name="What makes them different? — Hierarchy-awaren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Hierarchy-awareness · Block dimensions are not statically known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Hierarchy-awareness · Block dimensions are not statically known</a:t>
            </a:r>
          </a:p>
        </p:txBody>
      </p:sp>
      <p:sp>
        <p:nvSpPr>
          <p:cNvPr id="4" name="08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08</a:t>
            </a:r>
          </a:p>
        </p:txBody>
      </p:sp>
      <p:sp>
        <p:nvSpPr>
          <p:cNvPr id="5" name="Compute the 1D thread rank within a block"/>
          <p:cNvSpPr/>
          <p:nvPr/>
        </p:nvSpPr>
        <p:spPr>
          <a:xfrm>
            <a:off x="1874520" y="5143500"/>
            <a:ext cx="32004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Compute the 1D thread rank within a block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7063740"/>
            <a:ext cx="32918400" cy="42062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7063740"/>
            <a:ext cx="329184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CTK’s Cooperative Groups"/>
          <p:cNvSpPr/>
          <p:nvPr/>
        </p:nvSpPr>
        <p:spPr>
          <a:xfrm>
            <a:off x="2468880" y="7475220"/>
            <a:ext cx="3163824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9" name="Verbatim C++ snippet" descr="Verbatim fenced C++ snippet from slides.md"/>
          <p:cNvSpPr/>
          <p:nvPr/>
        </p:nvSpPr>
        <p:spPr>
          <a:xfrm>
            <a:off x="2468880" y="8755380"/>
            <a:ext cx="31638240" cy="22860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What cooperative_groups::this_thread_block().thread_rank() would compute.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thread_rank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z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blockDim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+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blockDim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+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0" name="Shape"/>
          <p:cNvSpPr/>
          <p:nvPr/>
        </p:nvSpPr>
        <p:spPr>
          <a:xfrm>
            <a:off x="1828800" y="11818620"/>
            <a:ext cx="32918400" cy="42062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828800" y="11818620"/>
            <a:ext cx="329184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CCCL Cooperative Groups"/>
          <p:cNvSpPr/>
          <p:nvPr/>
        </p:nvSpPr>
        <p:spPr>
          <a:xfrm>
            <a:off x="2468880" y="12230100"/>
            <a:ext cx="3163824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3" name="Verbatim C++ snippet" descr="Verbatim fenced C++ snippet from slides.md"/>
          <p:cNvSpPr/>
          <p:nvPr/>
        </p:nvSpPr>
        <p:spPr>
          <a:xfrm>
            <a:off x="2468880" y="13510260"/>
            <a:ext cx="31638240" cy="22860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What CCCL Cooperative Groups equivalent would compute.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thread_rank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z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blockDim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+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blockDim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+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4" name="Both compute the same expression when the block dimensions are un"/>
          <p:cNvSpPr/>
          <p:nvPr/>
        </p:nvSpPr>
        <p:spPr>
          <a:xfrm>
            <a:off x="1874520" y="17327880"/>
            <a:ext cx="320040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Both compute the same expression when the block dimensions are unknown.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 name="What makes them different? — Hierarchy-awaren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Hierarchy-awareness · The block is known to be 1D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Hierarchy-awareness · The block is known to be 1D</a:t>
            </a:r>
          </a:p>
        </p:txBody>
      </p:sp>
      <p:sp>
        <p:nvSpPr>
          <p:cNvPr id="4" name="0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09</a:t>
            </a:r>
          </a:p>
        </p:txBody>
      </p:sp>
      <p:sp>
        <p:nvSpPr>
          <p:cNvPr id="5" name="Compute the 1D thread rank within a 1D block"/>
          <p:cNvSpPr/>
          <p:nvPr/>
        </p:nvSpPr>
        <p:spPr>
          <a:xfrm>
            <a:off x="1874520" y="5143500"/>
            <a:ext cx="32004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Compute the 1D thread rank within a 1D block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7063740"/>
            <a:ext cx="32918400" cy="42062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7063740"/>
            <a:ext cx="329184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CTK’s Cooperative Groups"/>
          <p:cNvSpPr/>
          <p:nvPr/>
        </p:nvSpPr>
        <p:spPr>
          <a:xfrm>
            <a:off x="2468880" y="7475220"/>
            <a:ext cx="3163824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9" name="Verbatim C++ snippet" descr="Verbatim fenced C++ snippet from slides.md"/>
          <p:cNvSpPr/>
          <p:nvPr/>
        </p:nvSpPr>
        <p:spPr>
          <a:xfrm>
            <a:off x="2468880" y="8755380"/>
            <a:ext cx="31638240" cy="22860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What cooperative_groups::this_thread_block().thread_rank() would compute.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thread_rank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z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blockDim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+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blockDim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+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0" name="Shape"/>
          <p:cNvSpPr/>
          <p:nvPr/>
        </p:nvSpPr>
        <p:spPr>
          <a:xfrm>
            <a:off x="1828800" y="11818620"/>
            <a:ext cx="32918400" cy="42062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828800" y="11818620"/>
            <a:ext cx="329184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CCCL Cooperative Groups"/>
          <p:cNvSpPr/>
          <p:nvPr/>
        </p:nvSpPr>
        <p:spPr>
          <a:xfrm>
            <a:off x="2468880" y="12230100"/>
            <a:ext cx="3163824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3" name="Verbatim C++ snippet" descr="Verbatim fenced C++ snippet from slides.md"/>
          <p:cNvSpPr/>
          <p:nvPr/>
        </p:nvSpPr>
        <p:spPr>
          <a:xfrm>
            <a:off x="2468880" y="13510260"/>
            <a:ext cx="31638240" cy="22860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What CCCL Cooperative Groups equivalent would compute.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thread_rank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4" name="With a known 1D block, CCCL uses threadIdx.x directly."/>
          <p:cNvSpPr/>
          <p:nvPr/>
        </p:nvSpPr>
        <p:spPr>
          <a:xfrm>
            <a:off x="1874520" y="17327880"/>
            <a:ext cx="320040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With a known 1D block, CCCL uses threadIdx.x directly.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 name="What makes them different? — Group qu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queries · Threads within block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Group queries · Threads within block</a:t>
            </a:r>
          </a:p>
        </p:txBody>
      </p:sp>
      <p:sp>
        <p:nvSpPr>
          <p:cNvPr id="4" name="1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5600700"/>
            <a:ext cx="15887700" cy="98755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CTK’s Cooperative Groups"/>
          <p:cNvSpPr/>
          <p:nvPr/>
        </p:nvSpPr>
        <p:spPr>
          <a:xfrm>
            <a:off x="2286000" y="6119165"/>
            <a:ext cx="15087600" cy="12344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8" name="Block: 128 threads"/>
          <p:cNvSpPr/>
          <p:nvPr/>
        </p:nvSpPr>
        <p:spPr>
          <a:xfrm>
            <a:off x="2468880" y="8069580"/>
            <a:ext cx="8458200" cy="864108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Upper boundary: block"/>
          <p:cNvSpPr/>
          <p:nvPr/>
        </p:nvSpPr>
        <p:spPr>
          <a:xfrm>
            <a:off x="2308860" y="7896758"/>
            <a:ext cx="8778240" cy="8986723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Warp 0"/>
          <p:cNvSpPr/>
          <p:nvPr/>
        </p:nvSpPr>
        <p:spPr>
          <a:xfrm>
            <a:off x="2903220" y="893368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1" name="Thread 0"/>
          <p:cNvSpPr/>
          <p:nvPr/>
        </p:nvSpPr>
        <p:spPr>
          <a:xfrm>
            <a:off x="53492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1"/>
          <p:cNvSpPr/>
          <p:nvPr/>
        </p:nvSpPr>
        <p:spPr>
          <a:xfrm>
            <a:off x="59893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2"/>
          <p:cNvSpPr/>
          <p:nvPr/>
        </p:nvSpPr>
        <p:spPr>
          <a:xfrm>
            <a:off x="66294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3"/>
          <p:cNvSpPr/>
          <p:nvPr/>
        </p:nvSpPr>
        <p:spPr>
          <a:xfrm>
            <a:off x="726948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4"/>
          <p:cNvSpPr/>
          <p:nvPr/>
        </p:nvSpPr>
        <p:spPr>
          <a:xfrm>
            <a:off x="790956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5"/>
          <p:cNvSpPr/>
          <p:nvPr/>
        </p:nvSpPr>
        <p:spPr>
          <a:xfrm>
            <a:off x="85496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6"/>
          <p:cNvSpPr/>
          <p:nvPr/>
        </p:nvSpPr>
        <p:spPr>
          <a:xfrm>
            <a:off x="91897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7"/>
          <p:cNvSpPr/>
          <p:nvPr/>
        </p:nvSpPr>
        <p:spPr>
          <a:xfrm>
            <a:off x="98298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8"/>
          <p:cNvSpPr/>
          <p:nvPr/>
        </p:nvSpPr>
        <p:spPr>
          <a:xfrm>
            <a:off x="53492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9"/>
          <p:cNvSpPr/>
          <p:nvPr/>
        </p:nvSpPr>
        <p:spPr>
          <a:xfrm>
            <a:off x="59893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0"/>
          <p:cNvSpPr/>
          <p:nvPr/>
        </p:nvSpPr>
        <p:spPr>
          <a:xfrm>
            <a:off x="66294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1"/>
          <p:cNvSpPr/>
          <p:nvPr/>
        </p:nvSpPr>
        <p:spPr>
          <a:xfrm>
            <a:off x="726948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2"/>
          <p:cNvSpPr/>
          <p:nvPr/>
        </p:nvSpPr>
        <p:spPr>
          <a:xfrm>
            <a:off x="790956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3"/>
          <p:cNvSpPr/>
          <p:nvPr/>
        </p:nvSpPr>
        <p:spPr>
          <a:xfrm>
            <a:off x="85496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4"/>
          <p:cNvSpPr/>
          <p:nvPr/>
        </p:nvSpPr>
        <p:spPr>
          <a:xfrm>
            <a:off x="91897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5"/>
          <p:cNvSpPr/>
          <p:nvPr/>
        </p:nvSpPr>
        <p:spPr>
          <a:xfrm>
            <a:off x="98298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6"/>
          <p:cNvSpPr/>
          <p:nvPr/>
        </p:nvSpPr>
        <p:spPr>
          <a:xfrm>
            <a:off x="53492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7"/>
          <p:cNvSpPr/>
          <p:nvPr/>
        </p:nvSpPr>
        <p:spPr>
          <a:xfrm>
            <a:off x="59893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8"/>
          <p:cNvSpPr/>
          <p:nvPr/>
        </p:nvSpPr>
        <p:spPr>
          <a:xfrm>
            <a:off x="66294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9"/>
          <p:cNvSpPr/>
          <p:nvPr/>
        </p:nvSpPr>
        <p:spPr>
          <a:xfrm>
            <a:off x="726948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0"/>
          <p:cNvSpPr/>
          <p:nvPr/>
        </p:nvSpPr>
        <p:spPr>
          <a:xfrm>
            <a:off x="790956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1"/>
          <p:cNvSpPr/>
          <p:nvPr/>
        </p:nvSpPr>
        <p:spPr>
          <a:xfrm>
            <a:off x="85496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2"/>
          <p:cNvSpPr/>
          <p:nvPr/>
        </p:nvSpPr>
        <p:spPr>
          <a:xfrm>
            <a:off x="91897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3"/>
          <p:cNvSpPr/>
          <p:nvPr/>
        </p:nvSpPr>
        <p:spPr>
          <a:xfrm>
            <a:off x="98298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4"/>
          <p:cNvSpPr/>
          <p:nvPr/>
        </p:nvSpPr>
        <p:spPr>
          <a:xfrm>
            <a:off x="53492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5"/>
          <p:cNvSpPr/>
          <p:nvPr/>
        </p:nvSpPr>
        <p:spPr>
          <a:xfrm>
            <a:off x="59893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6"/>
          <p:cNvSpPr/>
          <p:nvPr/>
        </p:nvSpPr>
        <p:spPr>
          <a:xfrm>
            <a:off x="66294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7"/>
          <p:cNvSpPr/>
          <p:nvPr/>
        </p:nvSpPr>
        <p:spPr>
          <a:xfrm>
            <a:off x="726948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8"/>
          <p:cNvSpPr/>
          <p:nvPr/>
        </p:nvSpPr>
        <p:spPr>
          <a:xfrm>
            <a:off x="790956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9"/>
          <p:cNvSpPr/>
          <p:nvPr/>
        </p:nvSpPr>
        <p:spPr>
          <a:xfrm>
            <a:off x="85496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0"/>
          <p:cNvSpPr/>
          <p:nvPr/>
        </p:nvSpPr>
        <p:spPr>
          <a:xfrm>
            <a:off x="91897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31"/>
          <p:cNvSpPr/>
          <p:nvPr/>
        </p:nvSpPr>
        <p:spPr>
          <a:xfrm>
            <a:off x="98298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Warp 1"/>
          <p:cNvSpPr/>
          <p:nvPr/>
        </p:nvSpPr>
        <p:spPr>
          <a:xfrm>
            <a:off x="2903220" y="1098285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44" name="Thread 32"/>
          <p:cNvSpPr/>
          <p:nvPr/>
        </p:nvSpPr>
        <p:spPr>
          <a:xfrm>
            <a:off x="534924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33"/>
          <p:cNvSpPr/>
          <p:nvPr/>
        </p:nvSpPr>
        <p:spPr>
          <a:xfrm>
            <a:off x="598932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Thread 34"/>
          <p:cNvSpPr/>
          <p:nvPr/>
        </p:nvSpPr>
        <p:spPr>
          <a:xfrm>
            <a:off x="662940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35"/>
          <p:cNvSpPr/>
          <p:nvPr/>
        </p:nvSpPr>
        <p:spPr>
          <a:xfrm>
            <a:off x="726948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Thread 36"/>
          <p:cNvSpPr/>
          <p:nvPr/>
        </p:nvSpPr>
        <p:spPr>
          <a:xfrm>
            <a:off x="790956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37"/>
          <p:cNvSpPr/>
          <p:nvPr/>
        </p:nvSpPr>
        <p:spPr>
          <a:xfrm>
            <a:off x="854964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Thread 38"/>
          <p:cNvSpPr/>
          <p:nvPr/>
        </p:nvSpPr>
        <p:spPr>
          <a:xfrm>
            <a:off x="918972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39"/>
          <p:cNvSpPr/>
          <p:nvPr/>
        </p:nvSpPr>
        <p:spPr>
          <a:xfrm>
            <a:off x="982980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40"/>
          <p:cNvSpPr/>
          <p:nvPr/>
        </p:nvSpPr>
        <p:spPr>
          <a:xfrm>
            <a:off x="534924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41"/>
          <p:cNvSpPr/>
          <p:nvPr/>
        </p:nvSpPr>
        <p:spPr>
          <a:xfrm>
            <a:off x="598932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Thread 42"/>
          <p:cNvSpPr/>
          <p:nvPr/>
        </p:nvSpPr>
        <p:spPr>
          <a:xfrm>
            <a:off x="662940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43"/>
          <p:cNvSpPr/>
          <p:nvPr/>
        </p:nvSpPr>
        <p:spPr>
          <a:xfrm>
            <a:off x="726948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Thread 44"/>
          <p:cNvSpPr/>
          <p:nvPr/>
        </p:nvSpPr>
        <p:spPr>
          <a:xfrm>
            <a:off x="790956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45"/>
          <p:cNvSpPr/>
          <p:nvPr/>
        </p:nvSpPr>
        <p:spPr>
          <a:xfrm>
            <a:off x="854964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Thread 46"/>
          <p:cNvSpPr/>
          <p:nvPr/>
        </p:nvSpPr>
        <p:spPr>
          <a:xfrm>
            <a:off x="918972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47"/>
          <p:cNvSpPr/>
          <p:nvPr/>
        </p:nvSpPr>
        <p:spPr>
          <a:xfrm>
            <a:off x="982980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Thread 48"/>
          <p:cNvSpPr/>
          <p:nvPr/>
        </p:nvSpPr>
        <p:spPr>
          <a:xfrm>
            <a:off x="534924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49"/>
          <p:cNvSpPr/>
          <p:nvPr/>
        </p:nvSpPr>
        <p:spPr>
          <a:xfrm>
            <a:off x="598932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Thread 50"/>
          <p:cNvSpPr/>
          <p:nvPr/>
        </p:nvSpPr>
        <p:spPr>
          <a:xfrm>
            <a:off x="662940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51"/>
          <p:cNvSpPr/>
          <p:nvPr/>
        </p:nvSpPr>
        <p:spPr>
          <a:xfrm>
            <a:off x="726948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Thread 52"/>
          <p:cNvSpPr/>
          <p:nvPr/>
        </p:nvSpPr>
        <p:spPr>
          <a:xfrm>
            <a:off x="790956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53"/>
          <p:cNvSpPr/>
          <p:nvPr/>
        </p:nvSpPr>
        <p:spPr>
          <a:xfrm>
            <a:off x="854964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Thread 54"/>
          <p:cNvSpPr/>
          <p:nvPr/>
        </p:nvSpPr>
        <p:spPr>
          <a:xfrm>
            <a:off x="918972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55"/>
          <p:cNvSpPr/>
          <p:nvPr/>
        </p:nvSpPr>
        <p:spPr>
          <a:xfrm>
            <a:off x="982980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Thread 56"/>
          <p:cNvSpPr/>
          <p:nvPr/>
        </p:nvSpPr>
        <p:spPr>
          <a:xfrm>
            <a:off x="534924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57"/>
          <p:cNvSpPr/>
          <p:nvPr/>
        </p:nvSpPr>
        <p:spPr>
          <a:xfrm>
            <a:off x="598932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58"/>
          <p:cNvSpPr/>
          <p:nvPr/>
        </p:nvSpPr>
        <p:spPr>
          <a:xfrm>
            <a:off x="662940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59"/>
          <p:cNvSpPr/>
          <p:nvPr/>
        </p:nvSpPr>
        <p:spPr>
          <a:xfrm>
            <a:off x="726948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Thread 60"/>
          <p:cNvSpPr/>
          <p:nvPr/>
        </p:nvSpPr>
        <p:spPr>
          <a:xfrm>
            <a:off x="790956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61"/>
          <p:cNvSpPr/>
          <p:nvPr/>
        </p:nvSpPr>
        <p:spPr>
          <a:xfrm>
            <a:off x="854964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62"/>
          <p:cNvSpPr/>
          <p:nvPr/>
        </p:nvSpPr>
        <p:spPr>
          <a:xfrm>
            <a:off x="918972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63"/>
          <p:cNvSpPr/>
          <p:nvPr/>
        </p:nvSpPr>
        <p:spPr>
          <a:xfrm>
            <a:off x="982980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Warp 2"/>
          <p:cNvSpPr/>
          <p:nvPr/>
        </p:nvSpPr>
        <p:spPr>
          <a:xfrm>
            <a:off x="2903220" y="1303202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77" name="Thread 64"/>
          <p:cNvSpPr/>
          <p:nvPr/>
        </p:nvSpPr>
        <p:spPr>
          <a:xfrm>
            <a:off x="53492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5"/>
          <p:cNvSpPr/>
          <p:nvPr/>
        </p:nvSpPr>
        <p:spPr>
          <a:xfrm>
            <a:off x="59893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6"/>
          <p:cNvSpPr/>
          <p:nvPr/>
        </p:nvSpPr>
        <p:spPr>
          <a:xfrm>
            <a:off x="66294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7"/>
          <p:cNvSpPr/>
          <p:nvPr/>
        </p:nvSpPr>
        <p:spPr>
          <a:xfrm>
            <a:off x="726948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8"/>
          <p:cNvSpPr/>
          <p:nvPr/>
        </p:nvSpPr>
        <p:spPr>
          <a:xfrm>
            <a:off x="790956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69"/>
          <p:cNvSpPr/>
          <p:nvPr/>
        </p:nvSpPr>
        <p:spPr>
          <a:xfrm>
            <a:off x="85496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0"/>
          <p:cNvSpPr/>
          <p:nvPr/>
        </p:nvSpPr>
        <p:spPr>
          <a:xfrm>
            <a:off x="91897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1"/>
          <p:cNvSpPr/>
          <p:nvPr/>
        </p:nvSpPr>
        <p:spPr>
          <a:xfrm>
            <a:off x="98298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2"/>
          <p:cNvSpPr/>
          <p:nvPr/>
        </p:nvSpPr>
        <p:spPr>
          <a:xfrm>
            <a:off x="53492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3"/>
          <p:cNvSpPr/>
          <p:nvPr/>
        </p:nvSpPr>
        <p:spPr>
          <a:xfrm>
            <a:off x="59893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4"/>
          <p:cNvSpPr/>
          <p:nvPr/>
        </p:nvSpPr>
        <p:spPr>
          <a:xfrm>
            <a:off x="66294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5 highlighted"/>
          <p:cNvSpPr/>
          <p:nvPr/>
        </p:nvSpPr>
        <p:spPr>
          <a:xfrm>
            <a:off x="7269480" y="13056718"/>
            <a:ext cx="297180" cy="320954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89" name="Highlighted thread 75 ring"/>
          <p:cNvSpPr/>
          <p:nvPr/>
        </p:nvSpPr>
        <p:spPr>
          <a:xfrm>
            <a:off x="7178040" y="12957962"/>
            <a:ext cx="480060" cy="518465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90" name="Highlighted thread marker"/>
          <p:cNvSpPr/>
          <p:nvPr/>
        </p:nvSpPr>
        <p:spPr>
          <a:xfrm>
            <a:off x="7372350" y="13167817"/>
            <a:ext cx="91440" cy="98755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91" name="Thread 76"/>
          <p:cNvSpPr/>
          <p:nvPr/>
        </p:nvSpPr>
        <p:spPr>
          <a:xfrm>
            <a:off x="790956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7"/>
          <p:cNvSpPr/>
          <p:nvPr/>
        </p:nvSpPr>
        <p:spPr>
          <a:xfrm>
            <a:off x="85496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8"/>
          <p:cNvSpPr/>
          <p:nvPr/>
        </p:nvSpPr>
        <p:spPr>
          <a:xfrm>
            <a:off x="91897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9"/>
          <p:cNvSpPr/>
          <p:nvPr/>
        </p:nvSpPr>
        <p:spPr>
          <a:xfrm>
            <a:off x="98298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0"/>
          <p:cNvSpPr/>
          <p:nvPr/>
        </p:nvSpPr>
        <p:spPr>
          <a:xfrm>
            <a:off x="53492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1"/>
          <p:cNvSpPr/>
          <p:nvPr/>
        </p:nvSpPr>
        <p:spPr>
          <a:xfrm>
            <a:off x="59893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2"/>
          <p:cNvSpPr/>
          <p:nvPr/>
        </p:nvSpPr>
        <p:spPr>
          <a:xfrm>
            <a:off x="66294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3"/>
          <p:cNvSpPr/>
          <p:nvPr/>
        </p:nvSpPr>
        <p:spPr>
          <a:xfrm>
            <a:off x="726948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4"/>
          <p:cNvSpPr/>
          <p:nvPr/>
        </p:nvSpPr>
        <p:spPr>
          <a:xfrm>
            <a:off x="790956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5"/>
          <p:cNvSpPr/>
          <p:nvPr/>
        </p:nvSpPr>
        <p:spPr>
          <a:xfrm>
            <a:off x="85496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6"/>
          <p:cNvSpPr/>
          <p:nvPr/>
        </p:nvSpPr>
        <p:spPr>
          <a:xfrm>
            <a:off x="91897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7"/>
          <p:cNvSpPr/>
          <p:nvPr/>
        </p:nvSpPr>
        <p:spPr>
          <a:xfrm>
            <a:off x="98298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8"/>
          <p:cNvSpPr/>
          <p:nvPr/>
        </p:nvSpPr>
        <p:spPr>
          <a:xfrm>
            <a:off x="53492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9"/>
          <p:cNvSpPr/>
          <p:nvPr/>
        </p:nvSpPr>
        <p:spPr>
          <a:xfrm>
            <a:off x="59893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0"/>
          <p:cNvSpPr/>
          <p:nvPr/>
        </p:nvSpPr>
        <p:spPr>
          <a:xfrm>
            <a:off x="66294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91"/>
          <p:cNvSpPr/>
          <p:nvPr/>
        </p:nvSpPr>
        <p:spPr>
          <a:xfrm>
            <a:off x="726948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92"/>
          <p:cNvSpPr/>
          <p:nvPr/>
        </p:nvSpPr>
        <p:spPr>
          <a:xfrm>
            <a:off x="790956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93"/>
          <p:cNvSpPr/>
          <p:nvPr/>
        </p:nvSpPr>
        <p:spPr>
          <a:xfrm>
            <a:off x="85496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4"/>
          <p:cNvSpPr/>
          <p:nvPr/>
        </p:nvSpPr>
        <p:spPr>
          <a:xfrm>
            <a:off x="91897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5"/>
          <p:cNvSpPr/>
          <p:nvPr/>
        </p:nvSpPr>
        <p:spPr>
          <a:xfrm>
            <a:off x="98298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Warp 3"/>
          <p:cNvSpPr/>
          <p:nvPr/>
        </p:nvSpPr>
        <p:spPr>
          <a:xfrm>
            <a:off x="2903220" y="1508119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112" name="Thread 96"/>
          <p:cNvSpPr/>
          <p:nvPr/>
        </p:nvSpPr>
        <p:spPr>
          <a:xfrm>
            <a:off x="534924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Thread 97"/>
          <p:cNvSpPr/>
          <p:nvPr/>
        </p:nvSpPr>
        <p:spPr>
          <a:xfrm>
            <a:off x="598932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Thread 98"/>
          <p:cNvSpPr/>
          <p:nvPr/>
        </p:nvSpPr>
        <p:spPr>
          <a:xfrm>
            <a:off x="662940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Thread 99"/>
          <p:cNvSpPr/>
          <p:nvPr/>
        </p:nvSpPr>
        <p:spPr>
          <a:xfrm>
            <a:off x="726948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Thread 100"/>
          <p:cNvSpPr/>
          <p:nvPr/>
        </p:nvSpPr>
        <p:spPr>
          <a:xfrm>
            <a:off x="790956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Thread 101"/>
          <p:cNvSpPr/>
          <p:nvPr/>
        </p:nvSpPr>
        <p:spPr>
          <a:xfrm>
            <a:off x="854964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102"/>
          <p:cNvSpPr/>
          <p:nvPr/>
        </p:nvSpPr>
        <p:spPr>
          <a:xfrm>
            <a:off x="918972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Thread 103"/>
          <p:cNvSpPr/>
          <p:nvPr/>
        </p:nvSpPr>
        <p:spPr>
          <a:xfrm>
            <a:off x="982980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Thread 104"/>
          <p:cNvSpPr/>
          <p:nvPr/>
        </p:nvSpPr>
        <p:spPr>
          <a:xfrm>
            <a:off x="534924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Thread 105"/>
          <p:cNvSpPr/>
          <p:nvPr/>
        </p:nvSpPr>
        <p:spPr>
          <a:xfrm>
            <a:off x="598932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Thread 106"/>
          <p:cNvSpPr/>
          <p:nvPr/>
        </p:nvSpPr>
        <p:spPr>
          <a:xfrm>
            <a:off x="662940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Thread 107"/>
          <p:cNvSpPr/>
          <p:nvPr/>
        </p:nvSpPr>
        <p:spPr>
          <a:xfrm>
            <a:off x="726948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Thread 108"/>
          <p:cNvSpPr/>
          <p:nvPr/>
        </p:nvSpPr>
        <p:spPr>
          <a:xfrm>
            <a:off x="790956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Thread 109"/>
          <p:cNvSpPr/>
          <p:nvPr/>
        </p:nvSpPr>
        <p:spPr>
          <a:xfrm>
            <a:off x="854964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Thread 110"/>
          <p:cNvSpPr/>
          <p:nvPr/>
        </p:nvSpPr>
        <p:spPr>
          <a:xfrm>
            <a:off x="918972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Thread 111"/>
          <p:cNvSpPr/>
          <p:nvPr/>
        </p:nvSpPr>
        <p:spPr>
          <a:xfrm>
            <a:off x="982980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Thread 112"/>
          <p:cNvSpPr/>
          <p:nvPr/>
        </p:nvSpPr>
        <p:spPr>
          <a:xfrm>
            <a:off x="534924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13"/>
          <p:cNvSpPr/>
          <p:nvPr/>
        </p:nvSpPr>
        <p:spPr>
          <a:xfrm>
            <a:off x="598932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Thread 114"/>
          <p:cNvSpPr/>
          <p:nvPr/>
        </p:nvSpPr>
        <p:spPr>
          <a:xfrm>
            <a:off x="662940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Thread 115"/>
          <p:cNvSpPr/>
          <p:nvPr/>
        </p:nvSpPr>
        <p:spPr>
          <a:xfrm>
            <a:off x="726948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Thread 116"/>
          <p:cNvSpPr/>
          <p:nvPr/>
        </p:nvSpPr>
        <p:spPr>
          <a:xfrm>
            <a:off x="790956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Thread 117"/>
          <p:cNvSpPr/>
          <p:nvPr/>
        </p:nvSpPr>
        <p:spPr>
          <a:xfrm>
            <a:off x="854964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Thread 118"/>
          <p:cNvSpPr/>
          <p:nvPr/>
        </p:nvSpPr>
        <p:spPr>
          <a:xfrm>
            <a:off x="918972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Thread 119"/>
          <p:cNvSpPr/>
          <p:nvPr/>
        </p:nvSpPr>
        <p:spPr>
          <a:xfrm>
            <a:off x="982980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20"/>
          <p:cNvSpPr/>
          <p:nvPr/>
        </p:nvSpPr>
        <p:spPr>
          <a:xfrm>
            <a:off x="534924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Thread 121"/>
          <p:cNvSpPr/>
          <p:nvPr/>
        </p:nvSpPr>
        <p:spPr>
          <a:xfrm>
            <a:off x="598932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Thread 122"/>
          <p:cNvSpPr/>
          <p:nvPr/>
        </p:nvSpPr>
        <p:spPr>
          <a:xfrm>
            <a:off x="662940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Thread 123"/>
          <p:cNvSpPr/>
          <p:nvPr/>
        </p:nvSpPr>
        <p:spPr>
          <a:xfrm>
            <a:off x="726948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24"/>
          <p:cNvSpPr/>
          <p:nvPr/>
        </p:nvSpPr>
        <p:spPr>
          <a:xfrm>
            <a:off x="790956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125"/>
          <p:cNvSpPr/>
          <p:nvPr/>
        </p:nvSpPr>
        <p:spPr>
          <a:xfrm>
            <a:off x="854964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126"/>
          <p:cNvSpPr/>
          <p:nvPr/>
        </p:nvSpPr>
        <p:spPr>
          <a:xfrm>
            <a:off x="918972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127"/>
          <p:cNvSpPr/>
          <p:nvPr/>
        </p:nvSpPr>
        <p:spPr>
          <a:xfrm>
            <a:off x="982980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RANK WITHIN GROUP"/>
          <p:cNvSpPr/>
          <p:nvPr/>
        </p:nvSpPr>
        <p:spPr>
          <a:xfrm>
            <a:off x="11704320" y="8834933"/>
            <a:ext cx="5394960" cy="666598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145" name="Thread rank"/>
          <p:cNvSpPr/>
          <p:nvPr/>
        </p:nvSpPr>
        <p:spPr>
          <a:xfrm>
            <a:off x="11704320" y="10019995"/>
            <a:ext cx="5394960" cy="1012241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146" name="75"/>
          <p:cNvSpPr/>
          <p:nvPr/>
        </p:nvSpPr>
        <p:spPr>
          <a:xfrm>
            <a:off x="11704320" y="11130991"/>
            <a:ext cx="5029200" cy="1925726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75</a:t>
            </a:r>
          </a:p>
        </p:txBody>
      </p:sp>
      <p:sp>
        <p:nvSpPr>
          <p:cNvPr id="147" name="Group: all threads&#10;in the block"/>
          <p:cNvSpPr/>
          <p:nvPr/>
        </p:nvSpPr>
        <p:spPr>
          <a:xfrm>
            <a:off x="11704320" y="13970203"/>
            <a:ext cx="5372100" cy="1604772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Group: all threads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in the block</a:t>
            </a:r>
          </a:p>
        </p:txBody>
      </p:sp>
      <p:sp>
        <p:nvSpPr>
          <p:cNvPr id="148" name="Shape"/>
          <p:cNvSpPr/>
          <p:nvPr/>
        </p:nvSpPr>
        <p:spPr>
          <a:xfrm>
            <a:off x="18859500" y="5600700"/>
            <a:ext cx="15887700" cy="98755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9" name="CCCL Cooperative Groups"/>
          <p:cNvSpPr/>
          <p:nvPr/>
        </p:nvSpPr>
        <p:spPr>
          <a:xfrm>
            <a:off x="19316700" y="6119165"/>
            <a:ext cx="15087600" cy="12344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50" name="Block: 128 threads"/>
          <p:cNvSpPr/>
          <p:nvPr/>
        </p:nvSpPr>
        <p:spPr>
          <a:xfrm>
            <a:off x="19499580" y="8069580"/>
            <a:ext cx="8458200" cy="864108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51" name="Upper boundary: block"/>
          <p:cNvSpPr/>
          <p:nvPr/>
        </p:nvSpPr>
        <p:spPr>
          <a:xfrm>
            <a:off x="19339560" y="7896758"/>
            <a:ext cx="8778240" cy="8986723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52" name="Warp 0"/>
          <p:cNvSpPr/>
          <p:nvPr/>
        </p:nvSpPr>
        <p:spPr>
          <a:xfrm>
            <a:off x="19933920" y="893368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53" name="Thread 0"/>
          <p:cNvSpPr/>
          <p:nvPr/>
        </p:nvSpPr>
        <p:spPr>
          <a:xfrm>
            <a:off x="223799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1"/>
          <p:cNvSpPr/>
          <p:nvPr/>
        </p:nvSpPr>
        <p:spPr>
          <a:xfrm>
            <a:off x="230200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2"/>
          <p:cNvSpPr/>
          <p:nvPr/>
        </p:nvSpPr>
        <p:spPr>
          <a:xfrm>
            <a:off x="236601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3"/>
          <p:cNvSpPr/>
          <p:nvPr/>
        </p:nvSpPr>
        <p:spPr>
          <a:xfrm>
            <a:off x="2430018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4"/>
          <p:cNvSpPr/>
          <p:nvPr/>
        </p:nvSpPr>
        <p:spPr>
          <a:xfrm>
            <a:off x="2494026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5"/>
          <p:cNvSpPr/>
          <p:nvPr/>
        </p:nvSpPr>
        <p:spPr>
          <a:xfrm>
            <a:off x="255803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6"/>
          <p:cNvSpPr/>
          <p:nvPr/>
        </p:nvSpPr>
        <p:spPr>
          <a:xfrm>
            <a:off x="262204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7"/>
          <p:cNvSpPr/>
          <p:nvPr/>
        </p:nvSpPr>
        <p:spPr>
          <a:xfrm>
            <a:off x="268605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8"/>
          <p:cNvSpPr/>
          <p:nvPr/>
        </p:nvSpPr>
        <p:spPr>
          <a:xfrm>
            <a:off x="223799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9"/>
          <p:cNvSpPr/>
          <p:nvPr/>
        </p:nvSpPr>
        <p:spPr>
          <a:xfrm>
            <a:off x="230200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10"/>
          <p:cNvSpPr/>
          <p:nvPr/>
        </p:nvSpPr>
        <p:spPr>
          <a:xfrm>
            <a:off x="236601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1"/>
          <p:cNvSpPr/>
          <p:nvPr/>
        </p:nvSpPr>
        <p:spPr>
          <a:xfrm>
            <a:off x="2430018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2"/>
          <p:cNvSpPr/>
          <p:nvPr/>
        </p:nvSpPr>
        <p:spPr>
          <a:xfrm>
            <a:off x="2494026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3"/>
          <p:cNvSpPr/>
          <p:nvPr/>
        </p:nvSpPr>
        <p:spPr>
          <a:xfrm>
            <a:off x="255803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4"/>
          <p:cNvSpPr/>
          <p:nvPr/>
        </p:nvSpPr>
        <p:spPr>
          <a:xfrm>
            <a:off x="262204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5"/>
          <p:cNvSpPr/>
          <p:nvPr/>
        </p:nvSpPr>
        <p:spPr>
          <a:xfrm>
            <a:off x="268605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6"/>
          <p:cNvSpPr/>
          <p:nvPr/>
        </p:nvSpPr>
        <p:spPr>
          <a:xfrm>
            <a:off x="223799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17"/>
          <p:cNvSpPr/>
          <p:nvPr/>
        </p:nvSpPr>
        <p:spPr>
          <a:xfrm>
            <a:off x="230200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18"/>
          <p:cNvSpPr/>
          <p:nvPr/>
        </p:nvSpPr>
        <p:spPr>
          <a:xfrm>
            <a:off x="236601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19"/>
          <p:cNvSpPr/>
          <p:nvPr/>
        </p:nvSpPr>
        <p:spPr>
          <a:xfrm>
            <a:off x="2430018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20"/>
          <p:cNvSpPr/>
          <p:nvPr/>
        </p:nvSpPr>
        <p:spPr>
          <a:xfrm>
            <a:off x="2494026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1"/>
          <p:cNvSpPr/>
          <p:nvPr/>
        </p:nvSpPr>
        <p:spPr>
          <a:xfrm>
            <a:off x="255803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2"/>
          <p:cNvSpPr/>
          <p:nvPr/>
        </p:nvSpPr>
        <p:spPr>
          <a:xfrm>
            <a:off x="262204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3"/>
          <p:cNvSpPr/>
          <p:nvPr/>
        </p:nvSpPr>
        <p:spPr>
          <a:xfrm>
            <a:off x="268605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4"/>
          <p:cNvSpPr/>
          <p:nvPr/>
        </p:nvSpPr>
        <p:spPr>
          <a:xfrm>
            <a:off x="223799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5"/>
          <p:cNvSpPr/>
          <p:nvPr/>
        </p:nvSpPr>
        <p:spPr>
          <a:xfrm>
            <a:off x="230200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6"/>
          <p:cNvSpPr/>
          <p:nvPr/>
        </p:nvSpPr>
        <p:spPr>
          <a:xfrm>
            <a:off x="236601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27"/>
          <p:cNvSpPr/>
          <p:nvPr/>
        </p:nvSpPr>
        <p:spPr>
          <a:xfrm>
            <a:off x="2430018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28"/>
          <p:cNvSpPr/>
          <p:nvPr/>
        </p:nvSpPr>
        <p:spPr>
          <a:xfrm>
            <a:off x="2494026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29"/>
          <p:cNvSpPr/>
          <p:nvPr/>
        </p:nvSpPr>
        <p:spPr>
          <a:xfrm>
            <a:off x="255803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30"/>
          <p:cNvSpPr/>
          <p:nvPr/>
        </p:nvSpPr>
        <p:spPr>
          <a:xfrm>
            <a:off x="262204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1"/>
          <p:cNvSpPr/>
          <p:nvPr/>
        </p:nvSpPr>
        <p:spPr>
          <a:xfrm>
            <a:off x="268605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Warp 1"/>
          <p:cNvSpPr/>
          <p:nvPr/>
        </p:nvSpPr>
        <p:spPr>
          <a:xfrm>
            <a:off x="19933920" y="1098285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186" name="Thread 32"/>
          <p:cNvSpPr/>
          <p:nvPr/>
        </p:nvSpPr>
        <p:spPr>
          <a:xfrm>
            <a:off x="2237994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7" name="Thread 33"/>
          <p:cNvSpPr/>
          <p:nvPr/>
        </p:nvSpPr>
        <p:spPr>
          <a:xfrm>
            <a:off x="2302002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Thread 34"/>
          <p:cNvSpPr/>
          <p:nvPr/>
        </p:nvSpPr>
        <p:spPr>
          <a:xfrm>
            <a:off x="2366010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Thread 35"/>
          <p:cNvSpPr/>
          <p:nvPr/>
        </p:nvSpPr>
        <p:spPr>
          <a:xfrm>
            <a:off x="2430018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Thread 36"/>
          <p:cNvSpPr/>
          <p:nvPr/>
        </p:nvSpPr>
        <p:spPr>
          <a:xfrm>
            <a:off x="2494026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1" name="Thread 37"/>
          <p:cNvSpPr/>
          <p:nvPr/>
        </p:nvSpPr>
        <p:spPr>
          <a:xfrm>
            <a:off x="2558034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Thread 38"/>
          <p:cNvSpPr/>
          <p:nvPr/>
        </p:nvSpPr>
        <p:spPr>
          <a:xfrm>
            <a:off x="2622042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3" name="Thread 39"/>
          <p:cNvSpPr/>
          <p:nvPr/>
        </p:nvSpPr>
        <p:spPr>
          <a:xfrm>
            <a:off x="2686050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Thread 40"/>
          <p:cNvSpPr/>
          <p:nvPr/>
        </p:nvSpPr>
        <p:spPr>
          <a:xfrm>
            <a:off x="2237994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Thread 41"/>
          <p:cNvSpPr/>
          <p:nvPr/>
        </p:nvSpPr>
        <p:spPr>
          <a:xfrm>
            <a:off x="2302002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Thread 42"/>
          <p:cNvSpPr/>
          <p:nvPr/>
        </p:nvSpPr>
        <p:spPr>
          <a:xfrm>
            <a:off x="2366010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43"/>
          <p:cNvSpPr/>
          <p:nvPr/>
        </p:nvSpPr>
        <p:spPr>
          <a:xfrm>
            <a:off x="2430018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Thread 44"/>
          <p:cNvSpPr/>
          <p:nvPr/>
        </p:nvSpPr>
        <p:spPr>
          <a:xfrm>
            <a:off x="2494026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9" name="Thread 45"/>
          <p:cNvSpPr/>
          <p:nvPr/>
        </p:nvSpPr>
        <p:spPr>
          <a:xfrm>
            <a:off x="2558034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0" name="Thread 46"/>
          <p:cNvSpPr/>
          <p:nvPr/>
        </p:nvSpPr>
        <p:spPr>
          <a:xfrm>
            <a:off x="2622042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Thread 47"/>
          <p:cNvSpPr/>
          <p:nvPr/>
        </p:nvSpPr>
        <p:spPr>
          <a:xfrm>
            <a:off x="2686050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2" name="Thread 48"/>
          <p:cNvSpPr/>
          <p:nvPr/>
        </p:nvSpPr>
        <p:spPr>
          <a:xfrm>
            <a:off x="2237994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3" name="Thread 49"/>
          <p:cNvSpPr/>
          <p:nvPr/>
        </p:nvSpPr>
        <p:spPr>
          <a:xfrm>
            <a:off x="2302002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50"/>
          <p:cNvSpPr/>
          <p:nvPr/>
        </p:nvSpPr>
        <p:spPr>
          <a:xfrm>
            <a:off x="2366010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51"/>
          <p:cNvSpPr/>
          <p:nvPr/>
        </p:nvSpPr>
        <p:spPr>
          <a:xfrm>
            <a:off x="2430018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52"/>
          <p:cNvSpPr/>
          <p:nvPr/>
        </p:nvSpPr>
        <p:spPr>
          <a:xfrm>
            <a:off x="2494026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53"/>
          <p:cNvSpPr/>
          <p:nvPr/>
        </p:nvSpPr>
        <p:spPr>
          <a:xfrm>
            <a:off x="2558034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54"/>
          <p:cNvSpPr/>
          <p:nvPr/>
        </p:nvSpPr>
        <p:spPr>
          <a:xfrm>
            <a:off x="2622042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55"/>
          <p:cNvSpPr/>
          <p:nvPr/>
        </p:nvSpPr>
        <p:spPr>
          <a:xfrm>
            <a:off x="2686050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56"/>
          <p:cNvSpPr/>
          <p:nvPr/>
        </p:nvSpPr>
        <p:spPr>
          <a:xfrm>
            <a:off x="2237994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57"/>
          <p:cNvSpPr/>
          <p:nvPr/>
        </p:nvSpPr>
        <p:spPr>
          <a:xfrm>
            <a:off x="2302002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58"/>
          <p:cNvSpPr/>
          <p:nvPr/>
        </p:nvSpPr>
        <p:spPr>
          <a:xfrm>
            <a:off x="2366010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59"/>
          <p:cNvSpPr/>
          <p:nvPr/>
        </p:nvSpPr>
        <p:spPr>
          <a:xfrm>
            <a:off x="2430018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Thread 60"/>
          <p:cNvSpPr/>
          <p:nvPr/>
        </p:nvSpPr>
        <p:spPr>
          <a:xfrm>
            <a:off x="2494026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Thread 61"/>
          <p:cNvSpPr/>
          <p:nvPr/>
        </p:nvSpPr>
        <p:spPr>
          <a:xfrm>
            <a:off x="2558034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62"/>
          <p:cNvSpPr/>
          <p:nvPr/>
        </p:nvSpPr>
        <p:spPr>
          <a:xfrm>
            <a:off x="2622042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63"/>
          <p:cNvSpPr/>
          <p:nvPr/>
        </p:nvSpPr>
        <p:spPr>
          <a:xfrm>
            <a:off x="2686050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Warp 2"/>
          <p:cNvSpPr/>
          <p:nvPr/>
        </p:nvSpPr>
        <p:spPr>
          <a:xfrm>
            <a:off x="19933920" y="1303202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219" name="Thread 64"/>
          <p:cNvSpPr/>
          <p:nvPr/>
        </p:nvSpPr>
        <p:spPr>
          <a:xfrm>
            <a:off x="223799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65"/>
          <p:cNvSpPr/>
          <p:nvPr/>
        </p:nvSpPr>
        <p:spPr>
          <a:xfrm>
            <a:off x="230200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66"/>
          <p:cNvSpPr/>
          <p:nvPr/>
        </p:nvSpPr>
        <p:spPr>
          <a:xfrm>
            <a:off x="236601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67"/>
          <p:cNvSpPr/>
          <p:nvPr/>
        </p:nvSpPr>
        <p:spPr>
          <a:xfrm>
            <a:off x="2430018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68"/>
          <p:cNvSpPr/>
          <p:nvPr/>
        </p:nvSpPr>
        <p:spPr>
          <a:xfrm>
            <a:off x="2494026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69"/>
          <p:cNvSpPr/>
          <p:nvPr/>
        </p:nvSpPr>
        <p:spPr>
          <a:xfrm>
            <a:off x="255803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70"/>
          <p:cNvSpPr/>
          <p:nvPr/>
        </p:nvSpPr>
        <p:spPr>
          <a:xfrm>
            <a:off x="262204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71"/>
          <p:cNvSpPr/>
          <p:nvPr/>
        </p:nvSpPr>
        <p:spPr>
          <a:xfrm>
            <a:off x="268605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2"/>
          <p:cNvSpPr/>
          <p:nvPr/>
        </p:nvSpPr>
        <p:spPr>
          <a:xfrm>
            <a:off x="223799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3"/>
          <p:cNvSpPr/>
          <p:nvPr/>
        </p:nvSpPr>
        <p:spPr>
          <a:xfrm>
            <a:off x="230200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4"/>
          <p:cNvSpPr/>
          <p:nvPr/>
        </p:nvSpPr>
        <p:spPr>
          <a:xfrm>
            <a:off x="236601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5 highlighted"/>
          <p:cNvSpPr/>
          <p:nvPr/>
        </p:nvSpPr>
        <p:spPr>
          <a:xfrm>
            <a:off x="24300180" y="13056718"/>
            <a:ext cx="297180" cy="320954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231" name="Highlighted thread 75 ring"/>
          <p:cNvSpPr/>
          <p:nvPr/>
        </p:nvSpPr>
        <p:spPr>
          <a:xfrm>
            <a:off x="24208740" y="12957962"/>
            <a:ext cx="480060" cy="518465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232" name="Highlighted thread marker"/>
          <p:cNvSpPr/>
          <p:nvPr/>
        </p:nvSpPr>
        <p:spPr>
          <a:xfrm>
            <a:off x="24403050" y="13167817"/>
            <a:ext cx="91440" cy="98755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233" name="Thread 76"/>
          <p:cNvSpPr/>
          <p:nvPr/>
        </p:nvSpPr>
        <p:spPr>
          <a:xfrm>
            <a:off x="2494026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77"/>
          <p:cNvSpPr/>
          <p:nvPr/>
        </p:nvSpPr>
        <p:spPr>
          <a:xfrm>
            <a:off x="255803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78"/>
          <p:cNvSpPr/>
          <p:nvPr/>
        </p:nvSpPr>
        <p:spPr>
          <a:xfrm>
            <a:off x="262204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79"/>
          <p:cNvSpPr/>
          <p:nvPr/>
        </p:nvSpPr>
        <p:spPr>
          <a:xfrm>
            <a:off x="268605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80"/>
          <p:cNvSpPr/>
          <p:nvPr/>
        </p:nvSpPr>
        <p:spPr>
          <a:xfrm>
            <a:off x="223799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81"/>
          <p:cNvSpPr/>
          <p:nvPr/>
        </p:nvSpPr>
        <p:spPr>
          <a:xfrm>
            <a:off x="230200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2"/>
          <p:cNvSpPr/>
          <p:nvPr/>
        </p:nvSpPr>
        <p:spPr>
          <a:xfrm>
            <a:off x="236601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3"/>
          <p:cNvSpPr/>
          <p:nvPr/>
        </p:nvSpPr>
        <p:spPr>
          <a:xfrm>
            <a:off x="2430018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84"/>
          <p:cNvSpPr/>
          <p:nvPr/>
        </p:nvSpPr>
        <p:spPr>
          <a:xfrm>
            <a:off x="2494026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85"/>
          <p:cNvSpPr/>
          <p:nvPr/>
        </p:nvSpPr>
        <p:spPr>
          <a:xfrm>
            <a:off x="255803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86"/>
          <p:cNvSpPr/>
          <p:nvPr/>
        </p:nvSpPr>
        <p:spPr>
          <a:xfrm>
            <a:off x="262204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87"/>
          <p:cNvSpPr/>
          <p:nvPr/>
        </p:nvSpPr>
        <p:spPr>
          <a:xfrm>
            <a:off x="268605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88"/>
          <p:cNvSpPr/>
          <p:nvPr/>
        </p:nvSpPr>
        <p:spPr>
          <a:xfrm>
            <a:off x="223799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89"/>
          <p:cNvSpPr/>
          <p:nvPr/>
        </p:nvSpPr>
        <p:spPr>
          <a:xfrm>
            <a:off x="230200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90"/>
          <p:cNvSpPr/>
          <p:nvPr/>
        </p:nvSpPr>
        <p:spPr>
          <a:xfrm>
            <a:off x="236601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91"/>
          <p:cNvSpPr/>
          <p:nvPr/>
        </p:nvSpPr>
        <p:spPr>
          <a:xfrm>
            <a:off x="2430018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2"/>
          <p:cNvSpPr/>
          <p:nvPr/>
        </p:nvSpPr>
        <p:spPr>
          <a:xfrm>
            <a:off x="2494026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3"/>
          <p:cNvSpPr/>
          <p:nvPr/>
        </p:nvSpPr>
        <p:spPr>
          <a:xfrm>
            <a:off x="255803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94"/>
          <p:cNvSpPr/>
          <p:nvPr/>
        </p:nvSpPr>
        <p:spPr>
          <a:xfrm>
            <a:off x="262204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95"/>
          <p:cNvSpPr/>
          <p:nvPr/>
        </p:nvSpPr>
        <p:spPr>
          <a:xfrm>
            <a:off x="268605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Warp 3"/>
          <p:cNvSpPr/>
          <p:nvPr/>
        </p:nvSpPr>
        <p:spPr>
          <a:xfrm>
            <a:off x="19933920" y="1508119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254" name="Thread 96"/>
          <p:cNvSpPr/>
          <p:nvPr/>
        </p:nvSpPr>
        <p:spPr>
          <a:xfrm>
            <a:off x="2237994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Thread 97"/>
          <p:cNvSpPr/>
          <p:nvPr/>
        </p:nvSpPr>
        <p:spPr>
          <a:xfrm>
            <a:off x="2302002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6" name="Thread 98"/>
          <p:cNvSpPr/>
          <p:nvPr/>
        </p:nvSpPr>
        <p:spPr>
          <a:xfrm>
            <a:off x="2366010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7" name="Thread 99"/>
          <p:cNvSpPr/>
          <p:nvPr/>
        </p:nvSpPr>
        <p:spPr>
          <a:xfrm>
            <a:off x="2430018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8" name="Thread 100"/>
          <p:cNvSpPr/>
          <p:nvPr/>
        </p:nvSpPr>
        <p:spPr>
          <a:xfrm>
            <a:off x="2494026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9" name="Thread 101"/>
          <p:cNvSpPr/>
          <p:nvPr/>
        </p:nvSpPr>
        <p:spPr>
          <a:xfrm>
            <a:off x="2558034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0" name="Thread 102"/>
          <p:cNvSpPr/>
          <p:nvPr/>
        </p:nvSpPr>
        <p:spPr>
          <a:xfrm>
            <a:off x="2622042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03"/>
          <p:cNvSpPr/>
          <p:nvPr/>
        </p:nvSpPr>
        <p:spPr>
          <a:xfrm>
            <a:off x="2686050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2" name="Thread 104"/>
          <p:cNvSpPr/>
          <p:nvPr/>
        </p:nvSpPr>
        <p:spPr>
          <a:xfrm>
            <a:off x="2237994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3" name="Thread 105"/>
          <p:cNvSpPr/>
          <p:nvPr/>
        </p:nvSpPr>
        <p:spPr>
          <a:xfrm>
            <a:off x="2302002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4" name="Thread 106"/>
          <p:cNvSpPr/>
          <p:nvPr/>
        </p:nvSpPr>
        <p:spPr>
          <a:xfrm>
            <a:off x="2366010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5" name="Thread 107"/>
          <p:cNvSpPr/>
          <p:nvPr/>
        </p:nvSpPr>
        <p:spPr>
          <a:xfrm>
            <a:off x="2430018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6" name="Thread 108"/>
          <p:cNvSpPr/>
          <p:nvPr/>
        </p:nvSpPr>
        <p:spPr>
          <a:xfrm>
            <a:off x="2494026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7" name="Thread 109"/>
          <p:cNvSpPr/>
          <p:nvPr/>
        </p:nvSpPr>
        <p:spPr>
          <a:xfrm>
            <a:off x="2558034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8" name="Thread 110"/>
          <p:cNvSpPr/>
          <p:nvPr/>
        </p:nvSpPr>
        <p:spPr>
          <a:xfrm>
            <a:off x="2622042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9" name="Thread 111"/>
          <p:cNvSpPr/>
          <p:nvPr/>
        </p:nvSpPr>
        <p:spPr>
          <a:xfrm>
            <a:off x="2686050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0" name="Thread 112"/>
          <p:cNvSpPr/>
          <p:nvPr/>
        </p:nvSpPr>
        <p:spPr>
          <a:xfrm>
            <a:off x="2237994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1" name="Thread 113"/>
          <p:cNvSpPr/>
          <p:nvPr/>
        </p:nvSpPr>
        <p:spPr>
          <a:xfrm>
            <a:off x="2302002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2" name="Thread 114"/>
          <p:cNvSpPr/>
          <p:nvPr/>
        </p:nvSpPr>
        <p:spPr>
          <a:xfrm>
            <a:off x="2366010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3" name="Thread 115"/>
          <p:cNvSpPr/>
          <p:nvPr/>
        </p:nvSpPr>
        <p:spPr>
          <a:xfrm>
            <a:off x="2430018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4" name="Thread 116"/>
          <p:cNvSpPr/>
          <p:nvPr/>
        </p:nvSpPr>
        <p:spPr>
          <a:xfrm>
            <a:off x="2494026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17"/>
          <p:cNvSpPr/>
          <p:nvPr/>
        </p:nvSpPr>
        <p:spPr>
          <a:xfrm>
            <a:off x="2558034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118"/>
          <p:cNvSpPr/>
          <p:nvPr/>
        </p:nvSpPr>
        <p:spPr>
          <a:xfrm>
            <a:off x="2622042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119"/>
          <p:cNvSpPr/>
          <p:nvPr/>
        </p:nvSpPr>
        <p:spPr>
          <a:xfrm>
            <a:off x="2686050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120"/>
          <p:cNvSpPr/>
          <p:nvPr/>
        </p:nvSpPr>
        <p:spPr>
          <a:xfrm>
            <a:off x="2237994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Thread 121"/>
          <p:cNvSpPr/>
          <p:nvPr/>
        </p:nvSpPr>
        <p:spPr>
          <a:xfrm>
            <a:off x="2302002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0" name="Thread 122"/>
          <p:cNvSpPr/>
          <p:nvPr/>
        </p:nvSpPr>
        <p:spPr>
          <a:xfrm>
            <a:off x="2366010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123"/>
          <p:cNvSpPr/>
          <p:nvPr/>
        </p:nvSpPr>
        <p:spPr>
          <a:xfrm>
            <a:off x="2430018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2" name="Thread 124"/>
          <p:cNvSpPr/>
          <p:nvPr/>
        </p:nvSpPr>
        <p:spPr>
          <a:xfrm>
            <a:off x="2494026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125"/>
          <p:cNvSpPr/>
          <p:nvPr/>
        </p:nvSpPr>
        <p:spPr>
          <a:xfrm>
            <a:off x="2558034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126"/>
          <p:cNvSpPr/>
          <p:nvPr/>
        </p:nvSpPr>
        <p:spPr>
          <a:xfrm>
            <a:off x="2622042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127"/>
          <p:cNvSpPr/>
          <p:nvPr/>
        </p:nvSpPr>
        <p:spPr>
          <a:xfrm>
            <a:off x="2686050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RANK WITHIN GROUP"/>
          <p:cNvSpPr/>
          <p:nvPr/>
        </p:nvSpPr>
        <p:spPr>
          <a:xfrm>
            <a:off x="28735020" y="8834933"/>
            <a:ext cx="5394960" cy="666598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287" name="Thread rank"/>
          <p:cNvSpPr/>
          <p:nvPr/>
        </p:nvSpPr>
        <p:spPr>
          <a:xfrm>
            <a:off x="28735020" y="10019995"/>
            <a:ext cx="5394960" cy="1012241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288" name="75"/>
          <p:cNvSpPr/>
          <p:nvPr/>
        </p:nvSpPr>
        <p:spPr>
          <a:xfrm>
            <a:off x="28735020" y="11130991"/>
            <a:ext cx="5029200" cy="1925726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75</a:t>
            </a:r>
          </a:p>
        </p:txBody>
      </p:sp>
      <p:sp>
        <p:nvSpPr>
          <p:cNvPr id="289" name="Group: all threads&#10;in the block"/>
          <p:cNvSpPr/>
          <p:nvPr/>
        </p:nvSpPr>
        <p:spPr>
          <a:xfrm>
            <a:off x="28735020" y="13970203"/>
            <a:ext cx="5372100" cy="1604772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Group: all threads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in the block</a:t>
            </a:r>
          </a:p>
        </p:txBody>
      </p:sp>
      <p:sp>
        <p:nvSpPr>
          <p:cNvPr id="290" name="Both APIs provide the same queries"/>
          <p:cNvSpPr/>
          <p:nvPr/>
        </p:nvSpPr>
        <p:spPr>
          <a:xfrm>
            <a:off x="1874520" y="18013680"/>
            <a:ext cx="320040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Both APIs provide the same queries</a:t>
            </a:r>
          </a:p>
        </p:txBody>
      </p:sp>
      <p:sp>
        <p:nvSpPr>
          <p:cNvPr id="291" name="Shape"/>
          <p:cNvSpPr/>
          <p:nvPr/>
        </p:nvSpPr>
        <p:spPr>
          <a:xfrm>
            <a:off x="1920240" y="19270980"/>
            <a:ext cx="274320" cy="274320"/>
          </a:xfrm>
          <a:prstGeom prst="ellipse">
            <a:avLst/>
          </a:prstGeom>
          <a:solidFill>
            <a:schemeClr val="accent1"/>
          </a:solidFill>
          <a:ln w="22860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in the group"/>
          <p:cNvSpPr/>
          <p:nvPr/>
        </p:nvSpPr>
        <p:spPr>
          <a:xfrm>
            <a:off x="244602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293" name="Shape"/>
          <p:cNvSpPr/>
          <p:nvPr/>
        </p:nvSpPr>
        <p:spPr>
          <a:xfrm>
            <a:off x="8138160" y="19179540"/>
            <a:ext cx="457200" cy="457200"/>
          </a:xfrm>
          <a:prstGeom prst="ellipse">
            <a:avLst/>
          </a:prstGeom>
          <a:noFill/>
          <a:ln w="34290">
            <a:solidFill>
              <a:schemeClr val="accent4"/>
            </a:solidFill>
          </a:ln>
        </p:spPr>
      </p:sp>
      <p:sp>
        <p:nvSpPr>
          <p:cNvPr id="294" name="Shape"/>
          <p:cNvSpPr/>
          <p:nvPr/>
        </p:nvSpPr>
        <p:spPr>
          <a:xfrm>
            <a:off x="8229600" y="19270980"/>
            <a:ext cx="274320" cy="274320"/>
          </a:xfrm>
          <a:prstGeom prst="ellipse">
            <a:avLst/>
          </a:prstGeom>
          <a:solidFill>
            <a:schemeClr val="accent4"/>
          </a:solidFill>
          <a:ln w="29718">
            <a:noFill/>
          </a:ln>
        </p:spPr>
      </p:sp>
      <p:sp>
        <p:nvSpPr>
          <p:cNvPr id="295" name="Highlighted thread"/>
          <p:cNvSpPr/>
          <p:nvPr/>
        </p:nvSpPr>
        <p:spPr>
          <a:xfrm>
            <a:off x="891540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Highlighted thread</a:t>
            </a:r>
          </a:p>
        </p:txBody>
      </p:sp>
      <p:sp>
        <p:nvSpPr>
          <p:cNvPr id="296" name="Ranks start at zero and are relative to the group."/>
          <p:cNvSpPr/>
          <p:nvPr/>
        </p:nvSpPr>
        <p:spPr>
          <a:xfrm>
            <a:off x="19659600" y="19133820"/>
            <a:ext cx="126187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Ranks start at zero and are relative to the group.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 name="What makes them different? — Group qu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queries · Warps within block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Group queries · Warps within block</a:t>
            </a:r>
          </a:p>
        </p:txBody>
      </p:sp>
      <p:sp>
        <p:nvSpPr>
          <p:cNvPr id="4" name="1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5600700"/>
            <a:ext cx="15887700" cy="98755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CTK’s Cooperative Groups"/>
          <p:cNvSpPr/>
          <p:nvPr/>
        </p:nvSpPr>
        <p:spPr>
          <a:xfrm>
            <a:off x="2286000" y="6119165"/>
            <a:ext cx="15087600" cy="12344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8" name="Block: 128 threads"/>
          <p:cNvSpPr/>
          <p:nvPr/>
        </p:nvSpPr>
        <p:spPr>
          <a:xfrm>
            <a:off x="2468880" y="8069580"/>
            <a:ext cx="8458200" cy="864108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Upper boundary: block"/>
          <p:cNvSpPr/>
          <p:nvPr/>
        </p:nvSpPr>
        <p:spPr>
          <a:xfrm>
            <a:off x="2308860" y="7896758"/>
            <a:ext cx="8778240" cy="8986723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Warp 0"/>
          <p:cNvSpPr/>
          <p:nvPr/>
        </p:nvSpPr>
        <p:spPr>
          <a:xfrm>
            <a:off x="2903220" y="893368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1" name="Thread 0"/>
          <p:cNvSpPr/>
          <p:nvPr/>
        </p:nvSpPr>
        <p:spPr>
          <a:xfrm>
            <a:off x="53492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1"/>
          <p:cNvSpPr/>
          <p:nvPr/>
        </p:nvSpPr>
        <p:spPr>
          <a:xfrm>
            <a:off x="59893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2"/>
          <p:cNvSpPr/>
          <p:nvPr/>
        </p:nvSpPr>
        <p:spPr>
          <a:xfrm>
            <a:off x="66294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3"/>
          <p:cNvSpPr/>
          <p:nvPr/>
        </p:nvSpPr>
        <p:spPr>
          <a:xfrm>
            <a:off x="726948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4"/>
          <p:cNvSpPr/>
          <p:nvPr/>
        </p:nvSpPr>
        <p:spPr>
          <a:xfrm>
            <a:off x="790956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5"/>
          <p:cNvSpPr/>
          <p:nvPr/>
        </p:nvSpPr>
        <p:spPr>
          <a:xfrm>
            <a:off x="85496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6"/>
          <p:cNvSpPr/>
          <p:nvPr/>
        </p:nvSpPr>
        <p:spPr>
          <a:xfrm>
            <a:off x="91897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7"/>
          <p:cNvSpPr/>
          <p:nvPr/>
        </p:nvSpPr>
        <p:spPr>
          <a:xfrm>
            <a:off x="98298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8"/>
          <p:cNvSpPr/>
          <p:nvPr/>
        </p:nvSpPr>
        <p:spPr>
          <a:xfrm>
            <a:off x="53492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9"/>
          <p:cNvSpPr/>
          <p:nvPr/>
        </p:nvSpPr>
        <p:spPr>
          <a:xfrm>
            <a:off x="59893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0"/>
          <p:cNvSpPr/>
          <p:nvPr/>
        </p:nvSpPr>
        <p:spPr>
          <a:xfrm>
            <a:off x="66294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1"/>
          <p:cNvSpPr/>
          <p:nvPr/>
        </p:nvSpPr>
        <p:spPr>
          <a:xfrm>
            <a:off x="726948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2"/>
          <p:cNvSpPr/>
          <p:nvPr/>
        </p:nvSpPr>
        <p:spPr>
          <a:xfrm>
            <a:off x="790956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3"/>
          <p:cNvSpPr/>
          <p:nvPr/>
        </p:nvSpPr>
        <p:spPr>
          <a:xfrm>
            <a:off x="85496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4"/>
          <p:cNvSpPr/>
          <p:nvPr/>
        </p:nvSpPr>
        <p:spPr>
          <a:xfrm>
            <a:off x="91897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5"/>
          <p:cNvSpPr/>
          <p:nvPr/>
        </p:nvSpPr>
        <p:spPr>
          <a:xfrm>
            <a:off x="98298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6"/>
          <p:cNvSpPr/>
          <p:nvPr/>
        </p:nvSpPr>
        <p:spPr>
          <a:xfrm>
            <a:off x="53492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7"/>
          <p:cNvSpPr/>
          <p:nvPr/>
        </p:nvSpPr>
        <p:spPr>
          <a:xfrm>
            <a:off x="59893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8"/>
          <p:cNvSpPr/>
          <p:nvPr/>
        </p:nvSpPr>
        <p:spPr>
          <a:xfrm>
            <a:off x="66294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9"/>
          <p:cNvSpPr/>
          <p:nvPr/>
        </p:nvSpPr>
        <p:spPr>
          <a:xfrm>
            <a:off x="726948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0"/>
          <p:cNvSpPr/>
          <p:nvPr/>
        </p:nvSpPr>
        <p:spPr>
          <a:xfrm>
            <a:off x="790956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1"/>
          <p:cNvSpPr/>
          <p:nvPr/>
        </p:nvSpPr>
        <p:spPr>
          <a:xfrm>
            <a:off x="85496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2"/>
          <p:cNvSpPr/>
          <p:nvPr/>
        </p:nvSpPr>
        <p:spPr>
          <a:xfrm>
            <a:off x="91897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3"/>
          <p:cNvSpPr/>
          <p:nvPr/>
        </p:nvSpPr>
        <p:spPr>
          <a:xfrm>
            <a:off x="98298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4"/>
          <p:cNvSpPr/>
          <p:nvPr/>
        </p:nvSpPr>
        <p:spPr>
          <a:xfrm>
            <a:off x="53492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5"/>
          <p:cNvSpPr/>
          <p:nvPr/>
        </p:nvSpPr>
        <p:spPr>
          <a:xfrm>
            <a:off x="59893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6"/>
          <p:cNvSpPr/>
          <p:nvPr/>
        </p:nvSpPr>
        <p:spPr>
          <a:xfrm>
            <a:off x="66294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7"/>
          <p:cNvSpPr/>
          <p:nvPr/>
        </p:nvSpPr>
        <p:spPr>
          <a:xfrm>
            <a:off x="726948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8"/>
          <p:cNvSpPr/>
          <p:nvPr/>
        </p:nvSpPr>
        <p:spPr>
          <a:xfrm>
            <a:off x="790956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9"/>
          <p:cNvSpPr/>
          <p:nvPr/>
        </p:nvSpPr>
        <p:spPr>
          <a:xfrm>
            <a:off x="85496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0"/>
          <p:cNvSpPr/>
          <p:nvPr/>
        </p:nvSpPr>
        <p:spPr>
          <a:xfrm>
            <a:off x="91897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31"/>
          <p:cNvSpPr/>
          <p:nvPr/>
        </p:nvSpPr>
        <p:spPr>
          <a:xfrm>
            <a:off x="98298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Warp 1"/>
          <p:cNvSpPr/>
          <p:nvPr/>
        </p:nvSpPr>
        <p:spPr>
          <a:xfrm>
            <a:off x="2903220" y="1098285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44" name="Thread 32"/>
          <p:cNvSpPr/>
          <p:nvPr/>
        </p:nvSpPr>
        <p:spPr>
          <a:xfrm>
            <a:off x="534924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3"/>
          <p:cNvSpPr/>
          <p:nvPr/>
        </p:nvSpPr>
        <p:spPr>
          <a:xfrm>
            <a:off x="598932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4"/>
          <p:cNvSpPr/>
          <p:nvPr/>
        </p:nvSpPr>
        <p:spPr>
          <a:xfrm>
            <a:off x="662940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5"/>
          <p:cNvSpPr/>
          <p:nvPr/>
        </p:nvSpPr>
        <p:spPr>
          <a:xfrm>
            <a:off x="726948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6"/>
          <p:cNvSpPr/>
          <p:nvPr/>
        </p:nvSpPr>
        <p:spPr>
          <a:xfrm>
            <a:off x="790956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" name="Thread 37"/>
          <p:cNvSpPr/>
          <p:nvPr/>
        </p:nvSpPr>
        <p:spPr>
          <a:xfrm>
            <a:off x="854964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38"/>
          <p:cNvSpPr/>
          <p:nvPr/>
        </p:nvSpPr>
        <p:spPr>
          <a:xfrm>
            <a:off x="918972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39"/>
          <p:cNvSpPr/>
          <p:nvPr/>
        </p:nvSpPr>
        <p:spPr>
          <a:xfrm>
            <a:off x="982980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" name="Thread 40"/>
          <p:cNvSpPr/>
          <p:nvPr/>
        </p:nvSpPr>
        <p:spPr>
          <a:xfrm>
            <a:off x="534924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1"/>
          <p:cNvSpPr/>
          <p:nvPr/>
        </p:nvSpPr>
        <p:spPr>
          <a:xfrm>
            <a:off x="598932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2"/>
          <p:cNvSpPr/>
          <p:nvPr/>
        </p:nvSpPr>
        <p:spPr>
          <a:xfrm>
            <a:off x="662940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3"/>
          <p:cNvSpPr/>
          <p:nvPr/>
        </p:nvSpPr>
        <p:spPr>
          <a:xfrm>
            <a:off x="726948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4"/>
          <p:cNvSpPr/>
          <p:nvPr/>
        </p:nvSpPr>
        <p:spPr>
          <a:xfrm>
            <a:off x="790956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5"/>
          <p:cNvSpPr/>
          <p:nvPr/>
        </p:nvSpPr>
        <p:spPr>
          <a:xfrm>
            <a:off x="854964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6"/>
          <p:cNvSpPr/>
          <p:nvPr/>
        </p:nvSpPr>
        <p:spPr>
          <a:xfrm>
            <a:off x="918972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47"/>
          <p:cNvSpPr/>
          <p:nvPr/>
        </p:nvSpPr>
        <p:spPr>
          <a:xfrm>
            <a:off x="982980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48"/>
          <p:cNvSpPr/>
          <p:nvPr/>
        </p:nvSpPr>
        <p:spPr>
          <a:xfrm>
            <a:off x="534924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49"/>
          <p:cNvSpPr/>
          <p:nvPr/>
        </p:nvSpPr>
        <p:spPr>
          <a:xfrm>
            <a:off x="598932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0"/>
          <p:cNvSpPr/>
          <p:nvPr/>
        </p:nvSpPr>
        <p:spPr>
          <a:xfrm>
            <a:off x="662940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" name="Thread 51"/>
          <p:cNvSpPr/>
          <p:nvPr/>
        </p:nvSpPr>
        <p:spPr>
          <a:xfrm>
            <a:off x="726948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2"/>
          <p:cNvSpPr/>
          <p:nvPr/>
        </p:nvSpPr>
        <p:spPr>
          <a:xfrm>
            <a:off x="790956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3"/>
          <p:cNvSpPr/>
          <p:nvPr/>
        </p:nvSpPr>
        <p:spPr>
          <a:xfrm>
            <a:off x="854964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4"/>
          <p:cNvSpPr/>
          <p:nvPr/>
        </p:nvSpPr>
        <p:spPr>
          <a:xfrm>
            <a:off x="918972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5"/>
          <p:cNvSpPr/>
          <p:nvPr/>
        </p:nvSpPr>
        <p:spPr>
          <a:xfrm>
            <a:off x="982980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6"/>
          <p:cNvSpPr/>
          <p:nvPr/>
        </p:nvSpPr>
        <p:spPr>
          <a:xfrm>
            <a:off x="534924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57"/>
          <p:cNvSpPr/>
          <p:nvPr/>
        </p:nvSpPr>
        <p:spPr>
          <a:xfrm>
            <a:off x="598932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" name="Thread 58"/>
          <p:cNvSpPr/>
          <p:nvPr/>
        </p:nvSpPr>
        <p:spPr>
          <a:xfrm>
            <a:off x="662940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59"/>
          <p:cNvSpPr/>
          <p:nvPr/>
        </p:nvSpPr>
        <p:spPr>
          <a:xfrm>
            <a:off x="726948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0"/>
          <p:cNvSpPr/>
          <p:nvPr/>
        </p:nvSpPr>
        <p:spPr>
          <a:xfrm>
            <a:off x="790956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1"/>
          <p:cNvSpPr/>
          <p:nvPr/>
        </p:nvSpPr>
        <p:spPr>
          <a:xfrm>
            <a:off x="854964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" name="Thread 62"/>
          <p:cNvSpPr/>
          <p:nvPr/>
        </p:nvSpPr>
        <p:spPr>
          <a:xfrm>
            <a:off x="918972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" name="Thread 63"/>
          <p:cNvSpPr/>
          <p:nvPr/>
        </p:nvSpPr>
        <p:spPr>
          <a:xfrm>
            <a:off x="982980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" name="Warp 2"/>
          <p:cNvSpPr/>
          <p:nvPr/>
        </p:nvSpPr>
        <p:spPr>
          <a:xfrm>
            <a:off x="2903220" y="1303202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77" name="Thread 64"/>
          <p:cNvSpPr/>
          <p:nvPr/>
        </p:nvSpPr>
        <p:spPr>
          <a:xfrm>
            <a:off x="53492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5"/>
          <p:cNvSpPr/>
          <p:nvPr/>
        </p:nvSpPr>
        <p:spPr>
          <a:xfrm>
            <a:off x="59893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6"/>
          <p:cNvSpPr/>
          <p:nvPr/>
        </p:nvSpPr>
        <p:spPr>
          <a:xfrm>
            <a:off x="66294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7"/>
          <p:cNvSpPr/>
          <p:nvPr/>
        </p:nvSpPr>
        <p:spPr>
          <a:xfrm>
            <a:off x="726948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8"/>
          <p:cNvSpPr/>
          <p:nvPr/>
        </p:nvSpPr>
        <p:spPr>
          <a:xfrm>
            <a:off x="790956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69"/>
          <p:cNvSpPr/>
          <p:nvPr/>
        </p:nvSpPr>
        <p:spPr>
          <a:xfrm>
            <a:off x="85496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0"/>
          <p:cNvSpPr/>
          <p:nvPr/>
        </p:nvSpPr>
        <p:spPr>
          <a:xfrm>
            <a:off x="91897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1"/>
          <p:cNvSpPr/>
          <p:nvPr/>
        </p:nvSpPr>
        <p:spPr>
          <a:xfrm>
            <a:off x="98298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2"/>
          <p:cNvSpPr/>
          <p:nvPr/>
        </p:nvSpPr>
        <p:spPr>
          <a:xfrm>
            <a:off x="53492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3"/>
          <p:cNvSpPr/>
          <p:nvPr/>
        </p:nvSpPr>
        <p:spPr>
          <a:xfrm>
            <a:off x="59893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4"/>
          <p:cNvSpPr/>
          <p:nvPr/>
        </p:nvSpPr>
        <p:spPr>
          <a:xfrm>
            <a:off x="66294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5 highlighted"/>
          <p:cNvSpPr/>
          <p:nvPr/>
        </p:nvSpPr>
        <p:spPr>
          <a:xfrm>
            <a:off x="7269480" y="13056718"/>
            <a:ext cx="297180" cy="320954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89" name="Highlighted thread 75 ring"/>
          <p:cNvSpPr/>
          <p:nvPr/>
        </p:nvSpPr>
        <p:spPr>
          <a:xfrm>
            <a:off x="7178040" y="12957962"/>
            <a:ext cx="480060" cy="518465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90" name="Highlighted thread marker"/>
          <p:cNvSpPr/>
          <p:nvPr/>
        </p:nvSpPr>
        <p:spPr>
          <a:xfrm>
            <a:off x="7372350" y="13167817"/>
            <a:ext cx="91440" cy="98755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91" name="Thread 76"/>
          <p:cNvSpPr/>
          <p:nvPr/>
        </p:nvSpPr>
        <p:spPr>
          <a:xfrm>
            <a:off x="790956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7"/>
          <p:cNvSpPr/>
          <p:nvPr/>
        </p:nvSpPr>
        <p:spPr>
          <a:xfrm>
            <a:off x="85496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8"/>
          <p:cNvSpPr/>
          <p:nvPr/>
        </p:nvSpPr>
        <p:spPr>
          <a:xfrm>
            <a:off x="91897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9"/>
          <p:cNvSpPr/>
          <p:nvPr/>
        </p:nvSpPr>
        <p:spPr>
          <a:xfrm>
            <a:off x="98298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0"/>
          <p:cNvSpPr/>
          <p:nvPr/>
        </p:nvSpPr>
        <p:spPr>
          <a:xfrm>
            <a:off x="53492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1"/>
          <p:cNvSpPr/>
          <p:nvPr/>
        </p:nvSpPr>
        <p:spPr>
          <a:xfrm>
            <a:off x="59893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2"/>
          <p:cNvSpPr/>
          <p:nvPr/>
        </p:nvSpPr>
        <p:spPr>
          <a:xfrm>
            <a:off x="66294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3"/>
          <p:cNvSpPr/>
          <p:nvPr/>
        </p:nvSpPr>
        <p:spPr>
          <a:xfrm>
            <a:off x="726948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4"/>
          <p:cNvSpPr/>
          <p:nvPr/>
        </p:nvSpPr>
        <p:spPr>
          <a:xfrm>
            <a:off x="790956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5"/>
          <p:cNvSpPr/>
          <p:nvPr/>
        </p:nvSpPr>
        <p:spPr>
          <a:xfrm>
            <a:off x="85496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6"/>
          <p:cNvSpPr/>
          <p:nvPr/>
        </p:nvSpPr>
        <p:spPr>
          <a:xfrm>
            <a:off x="91897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7"/>
          <p:cNvSpPr/>
          <p:nvPr/>
        </p:nvSpPr>
        <p:spPr>
          <a:xfrm>
            <a:off x="98298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8"/>
          <p:cNvSpPr/>
          <p:nvPr/>
        </p:nvSpPr>
        <p:spPr>
          <a:xfrm>
            <a:off x="53492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9"/>
          <p:cNvSpPr/>
          <p:nvPr/>
        </p:nvSpPr>
        <p:spPr>
          <a:xfrm>
            <a:off x="59893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0"/>
          <p:cNvSpPr/>
          <p:nvPr/>
        </p:nvSpPr>
        <p:spPr>
          <a:xfrm>
            <a:off x="66294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91"/>
          <p:cNvSpPr/>
          <p:nvPr/>
        </p:nvSpPr>
        <p:spPr>
          <a:xfrm>
            <a:off x="726948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92"/>
          <p:cNvSpPr/>
          <p:nvPr/>
        </p:nvSpPr>
        <p:spPr>
          <a:xfrm>
            <a:off x="790956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93"/>
          <p:cNvSpPr/>
          <p:nvPr/>
        </p:nvSpPr>
        <p:spPr>
          <a:xfrm>
            <a:off x="85496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4"/>
          <p:cNvSpPr/>
          <p:nvPr/>
        </p:nvSpPr>
        <p:spPr>
          <a:xfrm>
            <a:off x="91897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5"/>
          <p:cNvSpPr/>
          <p:nvPr/>
        </p:nvSpPr>
        <p:spPr>
          <a:xfrm>
            <a:off x="98298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Warp 3"/>
          <p:cNvSpPr/>
          <p:nvPr/>
        </p:nvSpPr>
        <p:spPr>
          <a:xfrm>
            <a:off x="2903220" y="1508119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112" name="Thread 96"/>
          <p:cNvSpPr/>
          <p:nvPr/>
        </p:nvSpPr>
        <p:spPr>
          <a:xfrm>
            <a:off x="534924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97"/>
          <p:cNvSpPr/>
          <p:nvPr/>
        </p:nvSpPr>
        <p:spPr>
          <a:xfrm>
            <a:off x="598932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98"/>
          <p:cNvSpPr/>
          <p:nvPr/>
        </p:nvSpPr>
        <p:spPr>
          <a:xfrm>
            <a:off x="662940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99"/>
          <p:cNvSpPr/>
          <p:nvPr/>
        </p:nvSpPr>
        <p:spPr>
          <a:xfrm>
            <a:off x="726948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0"/>
          <p:cNvSpPr/>
          <p:nvPr/>
        </p:nvSpPr>
        <p:spPr>
          <a:xfrm>
            <a:off x="790956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1"/>
          <p:cNvSpPr/>
          <p:nvPr/>
        </p:nvSpPr>
        <p:spPr>
          <a:xfrm>
            <a:off x="854964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8" name="Thread 102"/>
          <p:cNvSpPr/>
          <p:nvPr/>
        </p:nvSpPr>
        <p:spPr>
          <a:xfrm>
            <a:off x="918972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03"/>
          <p:cNvSpPr/>
          <p:nvPr/>
        </p:nvSpPr>
        <p:spPr>
          <a:xfrm>
            <a:off x="982980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04"/>
          <p:cNvSpPr/>
          <p:nvPr/>
        </p:nvSpPr>
        <p:spPr>
          <a:xfrm>
            <a:off x="534924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05"/>
          <p:cNvSpPr/>
          <p:nvPr/>
        </p:nvSpPr>
        <p:spPr>
          <a:xfrm>
            <a:off x="598932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06"/>
          <p:cNvSpPr/>
          <p:nvPr/>
        </p:nvSpPr>
        <p:spPr>
          <a:xfrm>
            <a:off x="662940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07"/>
          <p:cNvSpPr/>
          <p:nvPr/>
        </p:nvSpPr>
        <p:spPr>
          <a:xfrm>
            <a:off x="726948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08"/>
          <p:cNvSpPr/>
          <p:nvPr/>
        </p:nvSpPr>
        <p:spPr>
          <a:xfrm>
            <a:off x="790956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09"/>
          <p:cNvSpPr/>
          <p:nvPr/>
        </p:nvSpPr>
        <p:spPr>
          <a:xfrm>
            <a:off x="854964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0"/>
          <p:cNvSpPr/>
          <p:nvPr/>
        </p:nvSpPr>
        <p:spPr>
          <a:xfrm>
            <a:off x="918972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1"/>
          <p:cNvSpPr/>
          <p:nvPr/>
        </p:nvSpPr>
        <p:spPr>
          <a:xfrm>
            <a:off x="982980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2"/>
          <p:cNvSpPr/>
          <p:nvPr/>
        </p:nvSpPr>
        <p:spPr>
          <a:xfrm>
            <a:off x="534924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9" name="Thread 113"/>
          <p:cNvSpPr/>
          <p:nvPr/>
        </p:nvSpPr>
        <p:spPr>
          <a:xfrm>
            <a:off x="598932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14"/>
          <p:cNvSpPr/>
          <p:nvPr/>
        </p:nvSpPr>
        <p:spPr>
          <a:xfrm>
            <a:off x="662940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15"/>
          <p:cNvSpPr/>
          <p:nvPr/>
        </p:nvSpPr>
        <p:spPr>
          <a:xfrm>
            <a:off x="726948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16"/>
          <p:cNvSpPr/>
          <p:nvPr/>
        </p:nvSpPr>
        <p:spPr>
          <a:xfrm>
            <a:off x="790956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17"/>
          <p:cNvSpPr/>
          <p:nvPr/>
        </p:nvSpPr>
        <p:spPr>
          <a:xfrm>
            <a:off x="854964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18"/>
          <p:cNvSpPr/>
          <p:nvPr/>
        </p:nvSpPr>
        <p:spPr>
          <a:xfrm>
            <a:off x="918972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19"/>
          <p:cNvSpPr/>
          <p:nvPr/>
        </p:nvSpPr>
        <p:spPr>
          <a:xfrm>
            <a:off x="982980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6" name="Thread 120"/>
          <p:cNvSpPr/>
          <p:nvPr/>
        </p:nvSpPr>
        <p:spPr>
          <a:xfrm>
            <a:off x="534924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Thread 121"/>
          <p:cNvSpPr/>
          <p:nvPr/>
        </p:nvSpPr>
        <p:spPr>
          <a:xfrm>
            <a:off x="598932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8" name="Thread 122"/>
          <p:cNvSpPr/>
          <p:nvPr/>
        </p:nvSpPr>
        <p:spPr>
          <a:xfrm>
            <a:off x="662940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9" name="Thread 123"/>
          <p:cNvSpPr/>
          <p:nvPr/>
        </p:nvSpPr>
        <p:spPr>
          <a:xfrm>
            <a:off x="726948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0" name="Thread 124"/>
          <p:cNvSpPr/>
          <p:nvPr/>
        </p:nvSpPr>
        <p:spPr>
          <a:xfrm>
            <a:off x="790956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1" name="Thread 125"/>
          <p:cNvSpPr/>
          <p:nvPr/>
        </p:nvSpPr>
        <p:spPr>
          <a:xfrm>
            <a:off x="854964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2" name="Thread 126"/>
          <p:cNvSpPr/>
          <p:nvPr/>
        </p:nvSpPr>
        <p:spPr>
          <a:xfrm>
            <a:off x="918972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3" name="Thread 127"/>
          <p:cNvSpPr/>
          <p:nvPr/>
        </p:nvSpPr>
        <p:spPr>
          <a:xfrm>
            <a:off x="982980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4" name="RANK WITHIN GROUP"/>
          <p:cNvSpPr/>
          <p:nvPr/>
        </p:nvSpPr>
        <p:spPr>
          <a:xfrm>
            <a:off x="11704320" y="8834933"/>
            <a:ext cx="5394960" cy="666598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145" name="Thread rank"/>
          <p:cNvSpPr/>
          <p:nvPr/>
        </p:nvSpPr>
        <p:spPr>
          <a:xfrm>
            <a:off x="11704320" y="10019995"/>
            <a:ext cx="5394960" cy="1012241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146" name="43"/>
          <p:cNvSpPr/>
          <p:nvPr/>
        </p:nvSpPr>
        <p:spPr>
          <a:xfrm>
            <a:off x="11704320" y="11130991"/>
            <a:ext cx="5029200" cy="1925726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43</a:t>
            </a:r>
          </a:p>
        </p:txBody>
      </p:sp>
      <p:sp>
        <p:nvSpPr>
          <p:cNvPr id="147" name="Thread rank only"/>
          <p:cNvSpPr/>
          <p:nvPr/>
        </p:nvSpPr>
        <p:spPr>
          <a:xfrm>
            <a:off x="11704320" y="14044270"/>
            <a:ext cx="5143500" cy="1481328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Thread rank only</a:t>
            </a:r>
          </a:p>
        </p:txBody>
      </p:sp>
      <p:sp>
        <p:nvSpPr>
          <p:cNvPr id="148" name="Shape"/>
          <p:cNvSpPr/>
          <p:nvPr/>
        </p:nvSpPr>
        <p:spPr>
          <a:xfrm>
            <a:off x="18859500" y="5600700"/>
            <a:ext cx="15887700" cy="98755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9" name="CCCL Cooperative Groups"/>
          <p:cNvSpPr/>
          <p:nvPr/>
        </p:nvSpPr>
        <p:spPr>
          <a:xfrm>
            <a:off x="19316700" y="6119165"/>
            <a:ext cx="15087600" cy="12344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50" name="Block: 128 threads"/>
          <p:cNvSpPr/>
          <p:nvPr/>
        </p:nvSpPr>
        <p:spPr>
          <a:xfrm>
            <a:off x="19499580" y="8069580"/>
            <a:ext cx="8458200" cy="864108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51" name="Upper boundary: block"/>
          <p:cNvSpPr/>
          <p:nvPr/>
        </p:nvSpPr>
        <p:spPr>
          <a:xfrm>
            <a:off x="19339560" y="7896758"/>
            <a:ext cx="8778240" cy="8986723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52" name="Selected warp unit 0"/>
          <p:cNvSpPr/>
          <p:nvPr/>
        </p:nvSpPr>
        <p:spPr>
          <a:xfrm>
            <a:off x="19705320" y="8316468"/>
            <a:ext cx="8023860" cy="1901038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3429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Warp 0"/>
          <p:cNvSpPr/>
          <p:nvPr/>
        </p:nvSpPr>
        <p:spPr>
          <a:xfrm>
            <a:off x="19933920" y="893368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54" name="Thread 0"/>
          <p:cNvSpPr/>
          <p:nvPr/>
        </p:nvSpPr>
        <p:spPr>
          <a:xfrm>
            <a:off x="223799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1"/>
          <p:cNvSpPr/>
          <p:nvPr/>
        </p:nvSpPr>
        <p:spPr>
          <a:xfrm>
            <a:off x="230200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2"/>
          <p:cNvSpPr/>
          <p:nvPr/>
        </p:nvSpPr>
        <p:spPr>
          <a:xfrm>
            <a:off x="236601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3"/>
          <p:cNvSpPr/>
          <p:nvPr/>
        </p:nvSpPr>
        <p:spPr>
          <a:xfrm>
            <a:off x="2430018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4"/>
          <p:cNvSpPr/>
          <p:nvPr/>
        </p:nvSpPr>
        <p:spPr>
          <a:xfrm>
            <a:off x="2494026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5"/>
          <p:cNvSpPr/>
          <p:nvPr/>
        </p:nvSpPr>
        <p:spPr>
          <a:xfrm>
            <a:off x="255803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6"/>
          <p:cNvSpPr/>
          <p:nvPr/>
        </p:nvSpPr>
        <p:spPr>
          <a:xfrm>
            <a:off x="262204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7"/>
          <p:cNvSpPr/>
          <p:nvPr/>
        </p:nvSpPr>
        <p:spPr>
          <a:xfrm>
            <a:off x="268605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8"/>
          <p:cNvSpPr/>
          <p:nvPr/>
        </p:nvSpPr>
        <p:spPr>
          <a:xfrm>
            <a:off x="223799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9"/>
          <p:cNvSpPr/>
          <p:nvPr/>
        </p:nvSpPr>
        <p:spPr>
          <a:xfrm>
            <a:off x="230200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0"/>
          <p:cNvSpPr/>
          <p:nvPr/>
        </p:nvSpPr>
        <p:spPr>
          <a:xfrm>
            <a:off x="236601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1"/>
          <p:cNvSpPr/>
          <p:nvPr/>
        </p:nvSpPr>
        <p:spPr>
          <a:xfrm>
            <a:off x="2430018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2"/>
          <p:cNvSpPr/>
          <p:nvPr/>
        </p:nvSpPr>
        <p:spPr>
          <a:xfrm>
            <a:off x="2494026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3"/>
          <p:cNvSpPr/>
          <p:nvPr/>
        </p:nvSpPr>
        <p:spPr>
          <a:xfrm>
            <a:off x="255803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4"/>
          <p:cNvSpPr/>
          <p:nvPr/>
        </p:nvSpPr>
        <p:spPr>
          <a:xfrm>
            <a:off x="262204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5"/>
          <p:cNvSpPr/>
          <p:nvPr/>
        </p:nvSpPr>
        <p:spPr>
          <a:xfrm>
            <a:off x="268605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16"/>
          <p:cNvSpPr/>
          <p:nvPr/>
        </p:nvSpPr>
        <p:spPr>
          <a:xfrm>
            <a:off x="223799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17"/>
          <p:cNvSpPr/>
          <p:nvPr/>
        </p:nvSpPr>
        <p:spPr>
          <a:xfrm>
            <a:off x="230200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18"/>
          <p:cNvSpPr/>
          <p:nvPr/>
        </p:nvSpPr>
        <p:spPr>
          <a:xfrm>
            <a:off x="236601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19"/>
          <p:cNvSpPr/>
          <p:nvPr/>
        </p:nvSpPr>
        <p:spPr>
          <a:xfrm>
            <a:off x="2430018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0"/>
          <p:cNvSpPr/>
          <p:nvPr/>
        </p:nvSpPr>
        <p:spPr>
          <a:xfrm>
            <a:off x="2494026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1"/>
          <p:cNvSpPr/>
          <p:nvPr/>
        </p:nvSpPr>
        <p:spPr>
          <a:xfrm>
            <a:off x="255803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2"/>
          <p:cNvSpPr/>
          <p:nvPr/>
        </p:nvSpPr>
        <p:spPr>
          <a:xfrm>
            <a:off x="262204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3"/>
          <p:cNvSpPr/>
          <p:nvPr/>
        </p:nvSpPr>
        <p:spPr>
          <a:xfrm>
            <a:off x="268605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4"/>
          <p:cNvSpPr/>
          <p:nvPr/>
        </p:nvSpPr>
        <p:spPr>
          <a:xfrm>
            <a:off x="223799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5"/>
          <p:cNvSpPr/>
          <p:nvPr/>
        </p:nvSpPr>
        <p:spPr>
          <a:xfrm>
            <a:off x="230200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26"/>
          <p:cNvSpPr/>
          <p:nvPr/>
        </p:nvSpPr>
        <p:spPr>
          <a:xfrm>
            <a:off x="236601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27"/>
          <p:cNvSpPr/>
          <p:nvPr/>
        </p:nvSpPr>
        <p:spPr>
          <a:xfrm>
            <a:off x="2430018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28"/>
          <p:cNvSpPr/>
          <p:nvPr/>
        </p:nvSpPr>
        <p:spPr>
          <a:xfrm>
            <a:off x="2494026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29"/>
          <p:cNvSpPr/>
          <p:nvPr/>
        </p:nvSpPr>
        <p:spPr>
          <a:xfrm>
            <a:off x="255803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0"/>
          <p:cNvSpPr/>
          <p:nvPr/>
        </p:nvSpPr>
        <p:spPr>
          <a:xfrm>
            <a:off x="262204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Thread 31"/>
          <p:cNvSpPr/>
          <p:nvPr/>
        </p:nvSpPr>
        <p:spPr>
          <a:xfrm>
            <a:off x="268605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Warp 1"/>
          <p:cNvSpPr/>
          <p:nvPr/>
        </p:nvSpPr>
        <p:spPr>
          <a:xfrm>
            <a:off x="19933920" y="1098285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187" name="Thread 32"/>
          <p:cNvSpPr/>
          <p:nvPr/>
        </p:nvSpPr>
        <p:spPr>
          <a:xfrm>
            <a:off x="2237994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33"/>
          <p:cNvSpPr/>
          <p:nvPr/>
        </p:nvSpPr>
        <p:spPr>
          <a:xfrm>
            <a:off x="2302002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34"/>
          <p:cNvSpPr/>
          <p:nvPr/>
        </p:nvSpPr>
        <p:spPr>
          <a:xfrm>
            <a:off x="2366010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35"/>
          <p:cNvSpPr/>
          <p:nvPr/>
        </p:nvSpPr>
        <p:spPr>
          <a:xfrm>
            <a:off x="2430018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36"/>
          <p:cNvSpPr/>
          <p:nvPr/>
        </p:nvSpPr>
        <p:spPr>
          <a:xfrm>
            <a:off x="2494026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37"/>
          <p:cNvSpPr/>
          <p:nvPr/>
        </p:nvSpPr>
        <p:spPr>
          <a:xfrm>
            <a:off x="2558034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38"/>
          <p:cNvSpPr/>
          <p:nvPr/>
        </p:nvSpPr>
        <p:spPr>
          <a:xfrm>
            <a:off x="2622042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39"/>
          <p:cNvSpPr/>
          <p:nvPr/>
        </p:nvSpPr>
        <p:spPr>
          <a:xfrm>
            <a:off x="2686050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40"/>
          <p:cNvSpPr/>
          <p:nvPr/>
        </p:nvSpPr>
        <p:spPr>
          <a:xfrm>
            <a:off x="2237994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41"/>
          <p:cNvSpPr/>
          <p:nvPr/>
        </p:nvSpPr>
        <p:spPr>
          <a:xfrm>
            <a:off x="2302002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7" name="Thread 42"/>
          <p:cNvSpPr/>
          <p:nvPr/>
        </p:nvSpPr>
        <p:spPr>
          <a:xfrm>
            <a:off x="2366010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43"/>
          <p:cNvSpPr/>
          <p:nvPr/>
        </p:nvSpPr>
        <p:spPr>
          <a:xfrm>
            <a:off x="2430018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44"/>
          <p:cNvSpPr/>
          <p:nvPr/>
        </p:nvSpPr>
        <p:spPr>
          <a:xfrm>
            <a:off x="2494026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45"/>
          <p:cNvSpPr/>
          <p:nvPr/>
        </p:nvSpPr>
        <p:spPr>
          <a:xfrm>
            <a:off x="2558034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46"/>
          <p:cNvSpPr/>
          <p:nvPr/>
        </p:nvSpPr>
        <p:spPr>
          <a:xfrm>
            <a:off x="2622042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47"/>
          <p:cNvSpPr/>
          <p:nvPr/>
        </p:nvSpPr>
        <p:spPr>
          <a:xfrm>
            <a:off x="2686050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48"/>
          <p:cNvSpPr/>
          <p:nvPr/>
        </p:nvSpPr>
        <p:spPr>
          <a:xfrm>
            <a:off x="2237994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4" name="Thread 49"/>
          <p:cNvSpPr/>
          <p:nvPr/>
        </p:nvSpPr>
        <p:spPr>
          <a:xfrm>
            <a:off x="2302002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5" name="Thread 50"/>
          <p:cNvSpPr/>
          <p:nvPr/>
        </p:nvSpPr>
        <p:spPr>
          <a:xfrm>
            <a:off x="2366010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6" name="Thread 51"/>
          <p:cNvSpPr/>
          <p:nvPr/>
        </p:nvSpPr>
        <p:spPr>
          <a:xfrm>
            <a:off x="2430018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7" name="Thread 52"/>
          <p:cNvSpPr/>
          <p:nvPr/>
        </p:nvSpPr>
        <p:spPr>
          <a:xfrm>
            <a:off x="2494026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8" name="Thread 53"/>
          <p:cNvSpPr/>
          <p:nvPr/>
        </p:nvSpPr>
        <p:spPr>
          <a:xfrm>
            <a:off x="2558034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9" name="Thread 54"/>
          <p:cNvSpPr/>
          <p:nvPr/>
        </p:nvSpPr>
        <p:spPr>
          <a:xfrm>
            <a:off x="2622042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0" name="Thread 55"/>
          <p:cNvSpPr/>
          <p:nvPr/>
        </p:nvSpPr>
        <p:spPr>
          <a:xfrm>
            <a:off x="2686050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56"/>
          <p:cNvSpPr/>
          <p:nvPr/>
        </p:nvSpPr>
        <p:spPr>
          <a:xfrm>
            <a:off x="2237994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2" name="Thread 57"/>
          <p:cNvSpPr/>
          <p:nvPr/>
        </p:nvSpPr>
        <p:spPr>
          <a:xfrm>
            <a:off x="2302002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3" name="Thread 58"/>
          <p:cNvSpPr/>
          <p:nvPr/>
        </p:nvSpPr>
        <p:spPr>
          <a:xfrm>
            <a:off x="2366010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4" name="Thread 59"/>
          <p:cNvSpPr/>
          <p:nvPr/>
        </p:nvSpPr>
        <p:spPr>
          <a:xfrm>
            <a:off x="2430018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5" name="Thread 60"/>
          <p:cNvSpPr/>
          <p:nvPr/>
        </p:nvSpPr>
        <p:spPr>
          <a:xfrm>
            <a:off x="2494026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6" name="Thread 61"/>
          <p:cNvSpPr/>
          <p:nvPr/>
        </p:nvSpPr>
        <p:spPr>
          <a:xfrm>
            <a:off x="2558034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7" name="Thread 62"/>
          <p:cNvSpPr/>
          <p:nvPr/>
        </p:nvSpPr>
        <p:spPr>
          <a:xfrm>
            <a:off x="2622042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8" name="Thread 63"/>
          <p:cNvSpPr/>
          <p:nvPr/>
        </p:nvSpPr>
        <p:spPr>
          <a:xfrm>
            <a:off x="2686050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9" name="Selected warp unit 2"/>
          <p:cNvSpPr/>
          <p:nvPr/>
        </p:nvSpPr>
        <p:spPr>
          <a:xfrm>
            <a:off x="19705320" y="12414809"/>
            <a:ext cx="8023860" cy="1901038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34290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Warp 2"/>
          <p:cNvSpPr/>
          <p:nvPr/>
        </p:nvSpPr>
        <p:spPr>
          <a:xfrm>
            <a:off x="19933920" y="1303202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221" name="Thread 64"/>
          <p:cNvSpPr/>
          <p:nvPr/>
        </p:nvSpPr>
        <p:spPr>
          <a:xfrm>
            <a:off x="223799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65"/>
          <p:cNvSpPr/>
          <p:nvPr/>
        </p:nvSpPr>
        <p:spPr>
          <a:xfrm>
            <a:off x="230200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66"/>
          <p:cNvSpPr/>
          <p:nvPr/>
        </p:nvSpPr>
        <p:spPr>
          <a:xfrm>
            <a:off x="236601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67"/>
          <p:cNvSpPr/>
          <p:nvPr/>
        </p:nvSpPr>
        <p:spPr>
          <a:xfrm>
            <a:off x="2430018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68"/>
          <p:cNvSpPr/>
          <p:nvPr/>
        </p:nvSpPr>
        <p:spPr>
          <a:xfrm>
            <a:off x="2494026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69"/>
          <p:cNvSpPr/>
          <p:nvPr/>
        </p:nvSpPr>
        <p:spPr>
          <a:xfrm>
            <a:off x="255803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0"/>
          <p:cNvSpPr/>
          <p:nvPr/>
        </p:nvSpPr>
        <p:spPr>
          <a:xfrm>
            <a:off x="262204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1"/>
          <p:cNvSpPr/>
          <p:nvPr/>
        </p:nvSpPr>
        <p:spPr>
          <a:xfrm>
            <a:off x="268605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2"/>
          <p:cNvSpPr/>
          <p:nvPr/>
        </p:nvSpPr>
        <p:spPr>
          <a:xfrm>
            <a:off x="223799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3"/>
          <p:cNvSpPr/>
          <p:nvPr/>
        </p:nvSpPr>
        <p:spPr>
          <a:xfrm>
            <a:off x="230200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74"/>
          <p:cNvSpPr/>
          <p:nvPr/>
        </p:nvSpPr>
        <p:spPr>
          <a:xfrm>
            <a:off x="236601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75 highlighted"/>
          <p:cNvSpPr/>
          <p:nvPr/>
        </p:nvSpPr>
        <p:spPr>
          <a:xfrm>
            <a:off x="24300180" y="13056718"/>
            <a:ext cx="297180" cy="320954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233" name="Highlighted thread 75 ring"/>
          <p:cNvSpPr/>
          <p:nvPr/>
        </p:nvSpPr>
        <p:spPr>
          <a:xfrm>
            <a:off x="24208740" y="12957962"/>
            <a:ext cx="480060" cy="518465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234" name="Highlighted thread marker"/>
          <p:cNvSpPr/>
          <p:nvPr/>
        </p:nvSpPr>
        <p:spPr>
          <a:xfrm>
            <a:off x="24403050" y="13167817"/>
            <a:ext cx="91440" cy="98755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235" name="Thread 76"/>
          <p:cNvSpPr/>
          <p:nvPr/>
        </p:nvSpPr>
        <p:spPr>
          <a:xfrm>
            <a:off x="2494026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77"/>
          <p:cNvSpPr/>
          <p:nvPr/>
        </p:nvSpPr>
        <p:spPr>
          <a:xfrm>
            <a:off x="255803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78"/>
          <p:cNvSpPr/>
          <p:nvPr/>
        </p:nvSpPr>
        <p:spPr>
          <a:xfrm>
            <a:off x="262204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79"/>
          <p:cNvSpPr/>
          <p:nvPr/>
        </p:nvSpPr>
        <p:spPr>
          <a:xfrm>
            <a:off x="268605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0"/>
          <p:cNvSpPr/>
          <p:nvPr/>
        </p:nvSpPr>
        <p:spPr>
          <a:xfrm>
            <a:off x="223799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1"/>
          <p:cNvSpPr/>
          <p:nvPr/>
        </p:nvSpPr>
        <p:spPr>
          <a:xfrm>
            <a:off x="230200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82"/>
          <p:cNvSpPr/>
          <p:nvPr/>
        </p:nvSpPr>
        <p:spPr>
          <a:xfrm>
            <a:off x="236601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83"/>
          <p:cNvSpPr/>
          <p:nvPr/>
        </p:nvSpPr>
        <p:spPr>
          <a:xfrm>
            <a:off x="2430018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84"/>
          <p:cNvSpPr/>
          <p:nvPr/>
        </p:nvSpPr>
        <p:spPr>
          <a:xfrm>
            <a:off x="2494026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85"/>
          <p:cNvSpPr/>
          <p:nvPr/>
        </p:nvSpPr>
        <p:spPr>
          <a:xfrm>
            <a:off x="255803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86"/>
          <p:cNvSpPr/>
          <p:nvPr/>
        </p:nvSpPr>
        <p:spPr>
          <a:xfrm>
            <a:off x="262204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87"/>
          <p:cNvSpPr/>
          <p:nvPr/>
        </p:nvSpPr>
        <p:spPr>
          <a:xfrm>
            <a:off x="268605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88"/>
          <p:cNvSpPr/>
          <p:nvPr/>
        </p:nvSpPr>
        <p:spPr>
          <a:xfrm>
            <a:off x="223799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89"/>
          <p:cNvSpPr/>
          <p:nvPr/>
        </p:nvSpPr>
        <p:spPr>
          <a:xfrm>
            <a:off x="230200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0"/>
          <p:cNvSpPr/>
          <p:nvPr/>
        </p:nvSpPr>
        <p:spPr>
          <a:xfrm>
            <a:off x="236601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1"/>
          <p:cNvSpPr/>
          <p:nvPr/>
        </p:nvSpPr>
        <p:spPr>
          <a:xfrm>
            <a:off x="2430018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92"/>
          <p:cNvSpPr/>
          <p:nvPr/>
        </p:nvSpPr>
        <p:spPr>
          <a:xfrm>
            <a:off x="2494026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93"/>
          <p:cNvSpPr/>
          <p:nvPr/>
        </p:nvSpPr>
        <p:spPr>
          <a:xfrm>
            <a:off x="255803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Thread 94"/>
          <p:cNvSpPr/>
          <p:nvPr/>
        </p:nvSpPr>
        <p:spPr>
          <a:xfrm>
            <a:off x="262204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4" name="Thread 95"/>
          <p:cNvSpPr/>
          <p:nvPr/>
        </p:nvSpPr>
        <p:spPr>
          <a:xfrm>
            <a:off x="268605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Warp 3"/>
          <p:cNvSpPr/>
          <p:nvPr/>
        </p:nvSpPr>
        <p:spPr>
          <a:xfrm>
            <a:off x="19933920" y="1508119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256" name="Thread 96"/>
          <p:cNvSpPr/>
          <p:nvPr/>
        </p:nvSpPr>
        <p:spPr>
          <a:xfrm>
            <a:off x="2237994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97"/>
          <p:cNvSpPr/>
          <p:nvPr/>
        </p:nvSpPr>
        <p:spPr>
          <a:xfrm>
            <a:off x="2302002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98"/>
          <p:cNvSpPr/>
          <p:nvPr/>
        </p:nvSpPr>
        <p:spPr>
          <a:xfrm>
            <a:off x="2366010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99"/>
          <p:cNvSpPr/>
          <p:nvPr/>
        </p:nvSpPr>
        <p:spPr>
          <a:xfrm>
            <a:off x="2430018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00"/>
          <p:cNvSpPr/>
          <p:nvPr/>
        </p:nvSpPr>
        <p:spPr>
          <a:xfrm>
            <a:off x="2494026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1" name="Thread 101"/>
          <p:cNvSpPr/>
          <p:nvPr/>
        </p:nvSpPr>
        <p:spPr>
          <a:xfrm>
            <a:off x="2558034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02"/>
          <p:cNvSpPr/>
          <p:nvPr/>
        </p:nvSpPr>
        <p:spPr>
          <a:xfrm>
            <a:off x="2622042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03"/>
          <p:cNvSpPr/>
          <p:nvPr/>
        </p:nvSpPr>
        <p:spPr>
          <a:xfrm>
            <a:off x="2686050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04"/>
          <p:cNvSpPr/>
          <p:nvPr/>
        </p:nvSpPr>
        <p:spPr>
          <a:xfrm>
            <a:off x="2237994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05"/>
          <p:cNvSpPr/>
          <p:nvPr/>
        </p:nvSpPr>
        <p:spPr>
          <a:xfrm>
            <a:off x="2302002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06"/>
          <p:cNvSpPr/>
          <p:nvPr/>
        </p:nvSpPr>
        <p:spPr>
          <a:xfrm>
            <a:off x="2366010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Thread 107"/>
          <p:cNvSpPr/>
          <p:nvPr/>
        </p:nvSpPr>
        <p:spPr>
          <a:xfrm>
            <a:off x="2430018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8" name="Thread 108"/>
          <p:cNvSpPr/>
          <p:nvPr/>
        </p:nvSpPr>
        <p:spPr>
          <a:xfrm>
            <a:off x="2494026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9" name="Thread 109"/>
          <p:cNvSpPr/>
          <p:nvPr/>
        </p:nvSpPr>
        <p:spPr>
          <a:xfrm>
            <a:off x="2558034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0" name="Thread 110"/>
          <p:cNvSpPr/>
          <p:nvPr/>
        </p:nvSpPr>
        <p:spPr>
          <a:xfrm>
            <a:off x="2622042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1" name="Thread 111"/>
          <p:cNvSpPr/>
          <p:nvPr/>
        </p:nvSpPr>
        <p:spPr>
          <a:xfrm>
            <a:off x="2686050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2" name="Thread 112"/>
          <p:cNvSpPr/>
          <p:nvPr/>
        </p:nvSpPr>
        <p:spPr>
          <a:xfrm>
            <a:off x="2237994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3" name="Thread 113"/>
          <p:cNvSpPr/>
          <p:nvPr/>
        </p:nvSpPr>
        <p:spPr>
          <a:xfrm>
            <a:off x="2302002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4" name="Thread 114"/>
          <p:cNvSpPr/>
          <p:nvPr/>
        </p:nvSpPr>
        <p:spPr>
          <a:xfrm>
            <a:off x="2366010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5" name="Thread 115"/>
          <p:cNvSpPr/>
          <p:nvPr/>
        </p:nvSpPr>
        <p:spPr>
          <a:xfrm>
            <a:off x="2430018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6" name="Thread 116"/>
          <p:cNvSpPr/>
          <p:nvPr/>
        </p:nvSpPr>
        <p:spPr>
          <a:xfrm>
            <a:off x="2494026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7" name="Thread 117"/>
          <p:cNvSpPr/>
          <p:nvPr/>
        </p:nvSpPr>
        <p:spPr>
          <a:xfrm>
            <a:off x="2558034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8" name="Thread 118"/>
          <p:cNvSpPr/>
          <p:nvPr/>
        </p:nvSpPr>
        <p:spPr>
          <a:xfrm>
            <a:off x="2622042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9" name="Thread 119"/>
          <p:cNvSpPr/>
          <p:nvPr/>
        </p:nvSpPr>
        <p:spPr>
          <a:xfrm>
            <a:off x="2686050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0" name="Thread 120"/>
          <p:cNvSpPr/>
          <p:nvPr/>
        </p:nvSpPr>
        <p:spPr>
          <a:xfrm>
            <a:off x="2237994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1" name="Thread 121"/>
          <p:cNvSpPr/>
          <p:nvPr/>
        </p:nvSpPr>
        <p:spPr>
          <a:xfrm>
            <a:off x="2302002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2" name="Thread 122"/>
          <p:cNvSpPr/>
          <p:nvPr/>
        </p:nvSpPr>
        <p:spPr>
          <a:xfrm>
            <a:off x="2366010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3" name="Thread 123"/>
          <p:cNvSpPr/>
          <p:nvPr/>
        </p:nvSpPr>
        <p:spPr>
          <a:xfrm>
            <a:off x="2430018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4" name="Thread 124"/>
          <p:cNvSpPr/>
          <p:nvPr/>
        </p:nvSpPr>
        <p:spPr>
          <a:xfrm>
            <a:off x="2494026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5" name="Thread 125"/>
          <p:cNvSpPr/>
          <p:nvPr/>
        </p:nvSpPr>
        <p:spPr>
          <a:xfrm>
            <a:off x="2558034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6" name="Thread 126"/>
          <p:cNvSpPr/>
          <p:nvPr/>
        </p:nvSpPr>
        <p:spPr>
          <a:xfrm>
            <a:off x="2622042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7" name="Thread 127"/>
          <p:cNvSpPr/>
          <p:nvPr/>
        </p:nvSpPr>
        <p:spPr>
          <a:xfrm>
            <a:off x="2686050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8" name="RANK WITHIN GROUP"/>
          <p:cNvSpPr/>
          <p:nvPr/>
        </p:nvSpPr>
        <p:spPr>
          <a:xfrm>
            <a:off x="28735020" y="8834933"/>
            <a:ext cx="5394960" cy="666598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289" name="Thread rank"/>
          <p:cNvSpPr/>
          <p:nvPr/>
        </p:nvSpPr>
        <p:spPr>
          <a:xfrm>
            <a:off x="28735020" y="10019995"/>
            <a:ext cx="5394960" cy="1012241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290" name="43"/>
          <p:cNvSpPr/>
          <p:nvPr/>
        </p:nvSpPr>
        <p:spPr>
          <a:xfrm>
            <a:off x="28735020" y="11130991"/>
            <a:ext cx="5029200" cy="1925726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43</a:t>
            </a:r>
          </a:p>
        </p:txBody>
      </p:sp>
      <p:sp>
        <p:nvSpPr>
          <p:cNvPr id="291" name="Warp rank"/>
          <p:cNvSpPr/>
          <p:nvPr/>
        </p:nvSpPr>
        <p:spPr>
          <a:xfrm>
            <a:off x="28735020" y="13649249"/>
            <a:ext cx="5394960" cy="864108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Warp rank</a:t>
            </a:r>
          </a:p>
        </p:txBody>
      </p:sp>
      <p:sp>
        <p:nvSpPr>
          <p:cNvPr id="292" name="1"/>
          <p:cNvSpPr/>
          <p:nvPr/>
        </p:nvSpPr>
        <p:spPr>
          <a:xfrm>
            <a:off x="28735020" y="14636801"/>
            <a:ext cx="5029200" cy="1728216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820" b="1">
                <a:solidFill>
                  <a:schemeClr val="accent4"/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293" name="CCCL Cooperative Groups are more capable"/>
          <p:cNvSpPr/>
          <p:nvPr/>
        </p:nvSpPr>
        <p:spPr>
          <a:xfrm>
            <a:off x="1874520" y="18013680"/>
            <a:ext cx="328041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CCCL Cooperative Groups are more capable</a:t>
            </a:r>
          </a:p>
        </p:txBody>
      </p:sp>
      <p:sp>
        <p:nvSpPr>
          <p:cNvPr id="294" name="Shape"/>
          <p:cNvSpPr/>
          <p:nvPr/>
        </p:nvSpPr>
        <p:spPr>
          <a:xfrm>
            <a:off x="1920240" y="19270980"/>
            <a:ext cx="274320" cy="274320"/>
          </a:xfrm>
          <a:prstGeom prst="ellipse">
            <a:avLst/>
          </a:prstGeom>
          <a:solidFill>
            <a:schemeClr val="accent1"/>
          </a:solidFill>
          <a:ln w="22860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in the group"/>
          <p:cNvSpPr/>
          <p:nvPr/>
        </p:nvSpPr>
        <p:spPr>
          <a:xfrm>
            <a:off x="244602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296" name="Shape"/>
          <p:cNvSpPr/>
          <p:nvPr/>
        </p:nvSpPr>
        <p:spPr>
          <a:xfrm>
            <a:off x="8138160" y="19179540"/>
            <a:ext cx="457200" cy="457200"/>
          </a:xfrm>
          <a:prstGeom prst="ellipse">
            <a:avLst/>
          </a:prstGeom>
          <a:noFill/>
          <a:ln w="34290">
            <a:solidFill>
              <a:schemeClr val="accent4"/>
            </a:solidFill>
          </a:ln>
        </p:spPr>
      </p:sp>
      <p:sp>
        <p:nvSpPr>
          <p:cNvPr id="297" name="Shape"/>
          <p:cNvSpPr/>
          <p:nvPr/>
        </p:nvSpPr>
        <p:spPr>
          <a:xfrm>
            <a:off x="8229600" y="19270980"/>
            <a:ext cx="274320" cy="274320"/>
          </a:xfrm>
          <a:prstGeom prst="ellipse">
            <a:avLst/>
          </a:prstGeom>
          <a:solidFill>
            <a:schemeClr val="accent4"/>
          </a:solidFill>
          <a:ln w="29718">
            <a:noFill/>
          </a:ln>
        </p:spPr>
      </p:sp>
      <p:sp>
        <p:nvSpPr>
          <p:cNvPr id="298" name="Highlighted thread"/>
          <p:cNvSpPr/>
          <p:nvPr/>
        </p:nvSpPr>
        <p:spPr>
          <a:xfrm>
            <a:off x="891540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Highlighted thread</a:t>
            </a:r>
          </a:p>
        </p:txBody>
      </p:sp>
      <p:sp>
        <p:nvSpPr>
          <p:cNvPr id="299" name="Ranks start at zero and are relative to the group."/>
          <p:cNvSpPr/>
          <p:nvPr/>
        </p:nvSpPr>
        <p:spPr>
          <a:xfrm>
            <a:off x="19659600" y="19133820"/>
            <a:ext cx="126187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Ranks start at zero and are relative to the group.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 name="What makes them different? — Partition and synchron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Separation of Partition and Synchronization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Separation of Partition and Synchronization</a:t>
            </a:r>
          </a:p>
        </p:txBody>
      </p:sp>
      <p:sp>
        <p:nvSpPr>
          <p:cNvPr id="4" name="1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5" name="How units are grouped is independent of&#10;how they are synchronized"/>
          <p:cNvSpPr/>
          <p:nvPr/>
        </p:nvSpPr>
        <p:spPr>
          <a:xfrm>
            <a:off x="1874520" y="4983480"/>
            <a:ext cx="32004000" cy="2057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How units are grouped is independent of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how they are synchronized.</a:t>
            </a:r>
          </a:p>
        </p:txBody>
      </p:sp>
      <p:sp>
        <p:nvSpPr>
          <p:cNvPr id="6" name="Unit choice"/>
          <p:cNvSpPr/>
          <p:nvPr/>
        </p:nvSpPr>
        <p:spPr>
          <a:xfrm>
            <a:off x="182880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7" name="Choice number"/>
          <p:cNvSpPr/>
          <p:nvPr/>
        </p:nvSpPr>
        <p:spPr>
          <a:xfrm>
            <a:off x="230886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" name="1"/>
          <p:cNvSpPr/>
          <p:nvPr/>
        </p:nvSpPr>
        <p:spPr>
          <a:xfrm>
            <a:off x="230886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9" name="Unit"/>
          <p:cNvSpPr/>
          <p:nvPr/>
        </p:nvSpPr>
        <p:spPr>
          <a:xfrm>
            <a:off x="347472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Unit</a:t>
            </a:r>
          </a:p>
        </p:txBody>
      </p:sp>
      <p:sp>
        <p:nvSpPr>
          <p:cNvPr id="10" name="What is being&#10;grouped?"/>
          <p:cNvSpPr/>
          <p:nvPr/>
        </p:nvSpPr>
        <p:spPr>
          <a:xfrm>
            <a:off x="235458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What is being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grouped?</a:t>
            </a:r>
          </a:p>
        </p:txBody>
      </p:sp>
      <p:sp>
        <p:nvSpPr>
          <p:cNvPr id="11" name="Threads, warps, …"/>
          <p:cNvSpPr/>
          <p:nvPr/>
        </p:nvSpPr>
        <p:spPr>
          <a:xfrm>
            <a:off x="235458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Threads, warps, …</a:t>
            </a:r>
          </a:p>
        </p:txBody>
      </p:sp>
      <p:sp>
        <p:nvSpPr>
          <p:cNvPr id="12" name="Next design choice"/>
          <p:cNvSpPr/>
          <p:nvPr/>
        </p:nvSpPr>
        <p:spPr>
          <a:xfrm>
            <a:off x="950976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13" name="Upper boundary choice"/>
          <p:cNvSpPr/>
          <p:nvPr/>
        </p:nvSpPr>
        <p:spPr>
          <a:xfrm>
            <a:off x="1033272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4" name="Choice number"/>
          <p:cNvSpPr/>
          <p:nvPr/>
        </p:nvSpPr>
        <p:spPr>
          <a:xfrm>
            <a:off x="1081278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2"/>
          <p:cNvSpPr/>
          <p:nvPr/>
        </p:nvSpPr>
        <p:spPr>
          <a:xfrm>
            <a:off x="1081278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6" name="Upper boundary"/>
          <p:cNvSpPr/>
          <p:nvPr/>
        </p:nvSpPr>
        <p:spPr>
          <a:xfrm>
            <a:off x="1197864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Upper boundary</a:t>
            </a:r>
          </a:p>
        </p:txBody>
      </p:sp>
      <p:sp>
        <p:nvSpPr>
          <p:cNvPr id="17" name="Within what?"/>
          <p:cNvSpPr/>
          <p:nvPr/>
        </p:nvSpPr>
        <p:spPr>
          <a:xfrm>
            <a:off x="1085850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Within what?</a:t>
            </a:r>
          </a:p>
        </p:txBody>
      </p:sp>
      <p:sp>
        <p:nvSpPr>
          <p:cNvPr id="18" name="A block, another group, …"/>
          <p:cNvSpPr/>
          <p:nvPr/>
        </p:nvSpPr>
        <p:spPr>
          <a:xfrm>
            <a:off x="1085850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A block, another group, …</a:t>
            </a:r>
          </a:p>
        </p:txBody>
      </p:sp>
      <p:sp>
        <p:nvSpPr>
          <p:cNvPr id="19" name="Next design choice"/>
          <p:cNvSpPr/>
          <p:nvPr/>
        </p:nvSpPr>
        <p:spPr>
          <a:xfrm>
            <a:off x="1801368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0" name="Mapping choice"/>
          <p:cNvSpPr/>
          <p:nvPr/>
        </p:nvSpPr>
        <p:spPr>
          <a:xfrm>
            <a:off x="1883664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1" name="Choice number"/>
          <p:cNvSpPr/>
          <p:nvPr/>
        </p:nvSpPr>
        <p:spPr>
          <a:xfrm>
            <a:off x="1931670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3"/>
          <p:cNvSpPr/>
          <p:nvPr/>
        </p:nvSpPr>
        <p:spPr>
          <a:xfrm>
            <a:off x="1931670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23" name="Mapping"/>
          <p:cNvSpPr/>
          <p:nvPr/>
        </p:nvSpPr>
        <p:spPr>
          <a:xfrm>
            <a:off x="2048256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Mapping</a:t>
            </a:r>
          </a:p>
        </p:txBody>
      </p:sp>
      <p:sp>
        <p:nvSpPr>
          <p:cNvPr id="24" name="How are units&#10;grouped?"/>
          <p:cNvSpPr/>
          <p:nvPr/>
        </p:nvSpPr>
        <p:spPr>
          <a:xfrm>
            <a:off x="1936242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How are units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grouped?</a:t>
            </a:r>
          </a:p>
        </p:txBody>
      </p:sp>
      <p:sp>
        <p:nvSpPr>
          <p:cNvPr id="25" name="By 4, a predicate, …"/>
          <p:cNvSpPr/>
          <p:nvPr/>
        </p:nvSpPr>
        <p:spPr>
          <a:xfrm>
            <a:off x="1936242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By 4, a predicate, …</a:t>
            </a:r>
          </a:p>
        </p:txBody>
      </p:sp>
      <p:sp>
        <p:nvSpPr>
          <p:cNvPr id="26" name="Next design choice"/>
          <p:cNvSpPr/>
          <p:nvPr/>
        </p:nvSpPr>
        <p:spPr>
          <a:xfrm>
            <a:off x="2651760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7" name="Synchronizer Selection choice"/>
          <p:cNvSpPr/>
          <p:nvPr/>
        </p:nvSpPr>
        <p:spPr>
          <a:xfrm>
            <a:off x="2734056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8" name="Choice number"/>
          <p:cNvSpPr/>
          <p:nvPr/>
        </p:nvSpPr>
        <p:spPr>
          <a:xfrm>
            <a:off x="2782062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4"/>
          <p:cNvSpPr/>
          <p:nvPr/>
        </p:nvSpPr>
        <p:spPr>
          <a:xfrm>
            <a:off x="2782062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30" name="Synchronizer Selection"/>
          <p:cNvSpPr/>
          <p:nvPr/>
        </p:nvSpPr>
        <p:spPr>
          <a:xfrm>
            <a:off x="2898648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Synchronizer Selection</a:t>
            </a:r>
          </a:p>
        </p:txBody>
      </p:sp>
      <p:sp>
        <p:nvSpPr>
          <p:cNvPr id="31" name="How shall it&#10;synchronize?"/>
          <p:cNvSpPr/>
          <p:nvPr/>
        </p:nvSpPr>
        <p:spPr>
          <a:xfrm>
            <a:off x="2786634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How shall it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synchronize?</a:t>
            </a:r>
          </a:p>
        </p:txBody>
      </p:sp>
      <p:sp>
        <p:nvSpPr>
          <p:cNvPr id="32" name="Barrier, __syncwarp(), …"/>
          <p:cNvSpPr/>
          <p:nvPr/>
        </p:nvSpPr>
        <p:spPr>
          <a:xfrm>
            <a:off x="2786634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Barrier, __syncwarp(), …</a:t>
            </a:r>
          </a:p>
        </p:txBody>
      </p:sp>
      <p:sp>
        <p:nvSpPr>
          <p:cNvPr id="33" name="Partition choices"/>
          <p:cNvSpPr/>
          <p:nvPr/>
        </p:nvSpPr>
        <p:spPr>
          <a:xfrm>
            <a:off x="1828800" y="15567660"/>
            <a:ext cx="2441448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4" name="Synchronization choice"/>
          <p:cNvSpPr/>
          <p:nvPr/>
        </p:nvSpPr>
        <p:spPr>
          <a:xfrm>
            <a:off x="27340560" y="15567660"/>
            <a:ext cx="740664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5" name="Partition"/>
          <p:cNvSpPr/>
          <p:nvPr/>
        </p:nvSpPr>
        <p:spPr>
          <a:xfrm>
            <a:off x="1828800" y="16207740"/>
            <a:ext cx="2441448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Partition</a:t>
            </a:r>
          </a:p>
        </p:txBody>
      </p:sp>
      <p:sp>
        <p:nvSpPr>
          <p:cNvPr id="36" name="Unit + upper boundary + mapping"/>
          <p:cNvSpPr/>
          <p:nvPr/>
        </p:nvSpPr>
        <p:spPr>
          <a:xfrm>
            <a:off x="1828800" y="17442180"/>
            <a:ext cx="2441448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Unit + upper boundary + mapping</a:t>
            </a:r>
          </a:p>
        </p:txBody>
      </p:sp>
      <p:sp>
        <p:nvSpPr>
          <p:cNvPr id="37" name="Synchronization"/>
          <p:cNvSpPr/>
          <p:nvPr/>
        </p:nvSpPr>
        <p:spPr>
          <a:xfrm>
            <a:off x="27340560" y="16207740"/>
            <a:ext cx="740664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Synchronization</a:t>
            </a:r>
          </a:p>
        </p:txBody>
      </p:sp>
      <p:sp>
        <p:nvSpPr>
          <p:cNvPr id="38" name="Choose the mechanism"/>
          <p:cNvSpPr/>
          <p:nvPr/>
        </p:nvSpPr>
        <p:spPr>
          <a:xfrm>
            <a:off x="27340560" y="17442180"/>
            <a:ext cx="740664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Choose the mechanism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>
  <p:cSld name="What makes them different? — Optional particip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Optional participation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Optional participation</a:t>
            </a:r>
          </a:p>
        </p:txBody>
      </p:sp>
      <p:sp>
        <p:nvSpPr>
          <p:cNvPr id="4" name="1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" name="CCCL Cooperative Groups support non-exhaustive mapping."/>
          <p:cNvSpPr/>
          <p:nvPr/>
        </p:nvSpPr>
        <p:spPr>
          <a:xfrm>
            <a:off x="1874520" y="4983480"/>
            <a:ext cx="323469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CCCL Cooperative Groups support non-exhaustive mapping.</a:t>
            </a:r>
          </a:p>
        </p:txBody>
      </p:sp>
      <p:sp>
        <p:nvSpPr>
          <p:cNvPr id="6" name="Parent group · one warp"/>
          <p:cNvSpPr/>
          <p:nvPr/>
        </p:nvSpPr>
        <p:spPr>
          <a:xfrm>
            <a:off x="1828800" y="7132320"/>
            <a:ext cx="8343900" cy="10058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Parent group · one warp</a:t>
            </a:r>
          </a:p>
        </p:txBody>
      </p:sp>
      <p:sp>
        <p:nvSpPr>
          <p:cNvPr id="7" name="Resulting groups"/>
          <p:cNvSpPr/>
          <p:nvPr/>
        </p:nvSpPr>
        <p:spPr>
          <a:xfrm>
            <a:off x="22860000" y="7132320"/>
            <a:ext cx="11887200" cy="10058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Resulting groups</a:t>
            </a:r>
          </a:p>
        </p:txBody>
      </p:sp>
      <p:sp>
        <p:nvSpPr>
          <p:cNvPr id="8" name="Parent group: one 32-thread warp"/>
          <p:cNvSpPr/>
          <p:nvPr/>
        </p:nvSpPr>
        <p:spPr>
          <a:xfrm>
            <a:off x="1828800" y="8641080"/>
            <a:ext cx="8343900" cy="6858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Parent group upper boundary"/>
          <p:cNvSpPr/>
          <p:nvPr/>
        </p:nvSpPr>
        <p:spPr>
          <a:xfrm>
            <a:off x="1668780" y="8481060"/>
            <a:ext cx="8663940" cy="7178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Parent thread 0"/>
          <p:cNvSpPr/>
          <p:nvPr/>
        </p:nvSpPr>
        <p:spPr>
          <a:xfrm>
            <a:off x="256032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Parent thread 1"/>
          <p:cNvSpPr/>
          <p:nvPr/>
        </p:nvSpPr>
        <p:spPr>
          <a:xfrm>
            <a:off x="345186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Parent thread 2"/>
          <p:cNvSpPr/>
          <p:nvPr/>
        </p:nvSpPr>
        <p:spPr>
          <a:xfrm>
            <a:off x="434340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Parent thread 3"/>
          <p:cNvSpPr/>
          <p:nvPr/>
        </p:nvSpPr>
        <p:spPr>
          <a:xfrm>
            <a:off x="523494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Parent thread 4"/>
          <p:cNvSpPr/>
          <p:nvPr/>
        </p:nvSpPr>
        <p:spPr>
          <a:xfrm>
            <a:off x="612648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Parent thread 5"/>
          <p:cNvSpPr/>
          <p:nvPr/>
        </p:nvSpPr>
        <p:spPr>
          <a:xfrm>
            <a:off x="701802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Parent thread 6"/>
          <p:cNvSpPr/>
          <p:nvPr/>
        </p:nvSpPr>
        <p:spPr>
          <a:xfrm>
            <a:off x="790956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Parent thread 7"/>
          <p:cNvSpPr/>
          <p:nvPr/>
        </p:nvSpPr>
        <p:spPr>
          <a:xfrm>
            <a:off x="880110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Parent thread 8"/>
          <p:cNvSpPr/>
          <p:nvPr/>
        </p:nvSpPr>
        <p:spPr>
          <a:xfrm>
            <a:off x="256032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Parent thread 9"/>
          <p:cNvSpPr/>
          <p:nvPr/>
        </p:nvSpPr>
        <p:spPr>
          <a:xfrm>
            <a:off x="345186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Parent thread 10"/>
          <p:cNvSpPr/>
          <p:nvPr/>
        </p:nvSpPr>
        <p:spPr>
          <a:xfrm>
            <a:off x="434340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Parent thread 11"/>
          <p:cNvSpPr/>
          <p:nvPr/>
        </p:nvSpPr>
        <p:spPr>
          <a:xfrm>
            <a:off x="523494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Parent thread 12"/>
          <p:cNvSpPr/>
          <p:nvPr/>
        </p:nvSpPr>
        <p:spPr>
          <a:xfrm>
            <a:off x="612648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Parent thread 13"/>
          <p:cNvSpPr/>
          <p:nvPr/>
        </p:nvSpPr>
        <p:spPr>
          <a:xfrm>
            <a:off x="701802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Parent thread 14"/>
          <p:cNvSpPr/>
          <p:nvPr/>
        </p:nvSpPr>
        <p:spPr>
          <a:xfrm>
            <a:off x="790956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Parent thread 15"/>
          <p:cNvSpPr/>
          <p:nvPr/>
        </p:nvSpPr>
        <p:spPr>
          <a:xfrm>
            <a:off x="880110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Parent thread 16"/>
          <p:cNvSpPr/>
          <p:nvPr/>
        </p:nvSpPr>
        <p:spPr>
          <a:xfrm>
            <a:off x="256032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Parent thread 17"/>
          <p:cNvSpPr/>
          <p:nvPr/>
        </p:nvSpPr>
        <p:spPr>
          <a:xfrm>
            <a:off x="345186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Parent thread 18"/>
          <p:cNvSpPr/>
          <p:nvPr/>
        </p:nvSpPr>
        <p:spPr>
          <a:xfrm>
            <a:off x="434340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Parent thread 19"/>
          <p:cNvSpPr/>
          <p:nvPr/>
        </p:nvSpPr>
        <p:spPr>
          <a:xfrm>
            <a:off x="523494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Parent thread 20"/>
          <p:cNvSpPr/>
          <p:nvPr/>
        </p:nvSpPr>
        <p:spPr>
          <a:xfrm>
            <a:off x="612648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Parent thread 21"/>
          <p:cNvSpPr/>
          <p:nvPr/>
        </p:nvSpPr>
        <p:spPr>
          <a:xfrm>
            <a:off x="701802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Parent thread 22"/>
          <p:cNvSpPr/>
          <p:nvPr/>
        </p:nvSpPr>
        <p:spPr>
          <a:xfrm>
            <a:off x="790956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Parent thread 23"/>
          <p:cNvSpPr/>
          <p:nvPr/>
        </p:nvSpPr>
        <p:spPr>
          <a:xfrm>
            <a:off x="880110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Parent thread 24"/>
          <p:cNvSpPr/>
          <p:nvPr/>
        </p:nvSpPr>
        <p:spPr>
          <a:xfrm>
            <a:off x="256032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Parent thread 25"/>
          <p:cNvSpPr/>
          <p:nvPr/>
        </p:nvSpPr>
        <p:spPr>
          <a:xfrm>
            <a:off x="345186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Parent thread 26"/>
          <p:cNvSpPr/>
          <p:nvPr/>
        </p:nvSpPr>
        <p:spPr>
          <a:xfrm>
            <a:off x="434340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Parent thread 27"/>
          <p:cNvSpPr/>
          <p:nvPr/>
        </p:nvSpPr>
        <p:spPr>
          <a:xfrm>
            <a:off x="523494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Parent thread 28"/>
          <p:cNvSpPr/>
          <p:nvPr/>
        </p:nvSpPr>
        <p:spPr>
          <a:xfrm>
            <a:off x="612648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Parent thread 29"/>
          <p:cNvSpPr/>
          <p:nvPr/>
        </p:nvSpPr>
        <p:spPr>
          <a:xfrm>
            <a:off x="701802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Parent thread 30"/>
          <p:cNvSpPr/>
          <p:nvPr/>
        </p:nvSpPr>
        <p:spPr>
          <a:xfrm>
            <a:off x="790956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Parent thread 31"/>
          <p:cNvSpPr/>
          <p:nvPr/>
        </p:nvSpPr>
        <p:spPr>
          <a:xfrm>
            <a:off x="880110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32 threads"/>
          <p:cNvSpPr/>
          <p:nvPr/>
        </p:nvSpPr>
        <p:spPr>
          <a:xfrm>
            <a:off x="2377440" y="14424660"/>
            <a:ext cx="722376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32 threads</a:t>
            </a:r>
          </a:p>
        </p:txBody>
      </p:sp>
      <p:sp>
        <p:nvSpPr>
          <p:cNvPr id="43" name="Parent to mapping"/>
          <p:cNvSpPr/>
          <p:nvPr/>
        </p:nvSpPr>
        <p:spPr>
          <a:xfrm>
            <a:off x="10858500" y="11590020"/>
            <a:ext cx="1600200" cy="64008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44" name="Mapping: group by five"/>
          <p:cNvSpPr/>
          <p:nvPr/>
        </p:nvSpPr>
        <p:spPr>
          <a:xfrm>
            <a:off x="13235940" y="9989820"/>
            <a:ext cx="6515100" cy="372618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5" name="MAPPING"/>
          <p:cNvSpPr/>
          <p:nvPr/>
        </p:nvSpPr>
        <p:spPr>
          <a:xfrm>
            <a:off x="13624560" y="10538460"/>
            <a:ext cx="571500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MAPPING</a:t>
            </a:r>
          </a:p>
        </p:txBody>
      </p:sp>
      <p:sp>
        <p:nvSpPr>
          <p:cNvPr id="46" name="Group by 5"/>
          <p:cNvSpPr/>
          <p:nvPr/>
        </p:nvSpPr>
        <p:spPr>
          <a:xfrm>
            <a:off x="13624560" y="11635740"/>
            <a:ext cx="5715000" cy="13030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5940" b="1">
                <a:solidFill>
                  <a:schemeClr val="dk1"/>
                </a:solidFill>
                <a:latin typeface="NVIDIA Sans Medium"/>
              </a:rPr>
              <a:t xml:space="preserve">Group by 5</a:t>
            </a:r>
          </a:p>
        </p:txBody>
      </p:sp>
      <p:sp>
        <p:nvSpPr>
          <p:cNvPr id="47" name="Mapping to resulting groups"/>
          <p:cNvSpPr/>
          <p:nvPr/>
        </p:nvSpPr>
        <p:spPr>
          <a:xfrm>
            <a:off x="20482560" y="11590020"/>
            <a:ext cx="1600200" cy="64008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48" name="Resulting group 0: five threads"/>
          <p:cNvSpPr/>
          <p:nvPr/>
        </p:nvSpPr>
        <p:spPr>
          <a:xfrm>
            <a:off x="22860000" y="864108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Group 0"/>
          <p:cNvSpPr/>
          <p:nvPr/>
        </p:nvSpPr>
        <p:spPr>
          <a:xfrm>
            <a:off x="23180040" y="886968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0</a:t>
            </a:r>
          </a:p>
        </p:txBody>
      </p:sp>
      <p:sp>
        <p:nvSpPr>
          <p:cNvPr id="50" name="Mapped thread 0 in group 0"/>
          <p:cNvSpPr/>
          <p:nvPr/>
        </p:nvSpPr>
        <p:spPr>
          <a:xfrm>
            <a:off x="2336292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Mapped thread 1 in group 0"/>
          <p:cNvSpPr/>
          <p:nvPr/>
        </p:nvSpPr>
        <p:spPr>
          <a:xfrm>
            <a:off x="2436876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Mapped thread 2 in group 0"/>
          <p:cNvSpPr/>
          <p:nvPr/>
        </p:nvSpPr>
        <p:spPr>
          <a:xfrm>
            <a:off x="2537460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Mapped thread 3 in group 0"/>
          <p:cNvSpPr/>
          <p:nvPr/>
        </p:nvSpPr>
        <p:spPr>
          <a:xfrm>
            <a:off x="2638044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Mapped thread 4 in group 0"/>
          <p:cNvSpPr/>
          <p:nvPr/>
        </p:nvSpPr>
        <p:spPr>
          <a:xfrm>
            <a:off x="2738628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Resulting group 1: five threads"/>
          <p:cNvSpPr/>
          <p:nvPr/>
        </p:nvSpPr>
        <p:spPr>
          <a:xfrm>
            <a:off x="29032200" y="864108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Group 1"/>
          <p:cNvSpPr/>
          <p:nvPr/>
        </p:nvSpPr>
        <p:spPr>
          <a:xfrm>
            <a:off x="29352240" y="886968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1</a:t>
            </a:r>
          </a:p>
        </p:txBody>
      </p:sp>
      <p:sp>
        <p:nvSpPr>
          <p:cNvPr id="57" name="Mapped thread 5 in group 1"/>
          <p:cNvSpPr/>
          <p:nvPr/>
        </p:nvSpPr>
        <p:spPr>
          <a:xfrm>
            <a:off x="2953512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Mapped thread 6 in group 1"/>
          <p:cNvSpPr/>
          <p:nvPr/>
        </p:nvSpPr>
        <p:spPr>
          <a:xfrm>
            <a:off x="3054096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Mapped thread 7 in group 1"/>
          <p:cNvSpPr/>
          <p:nvPr/>
        </p:nvSpPr>
        <p:spPr>
          <a:xfrm>
            <a:off x="3154680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Mapped thread 8 in group 1"/>
          <p:cNvSpPr/>
          <p:nvPr/>
        </p:nvSpPr>
        <p:spPr>
          <a:xfrm>
            <a:off x="3255264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Mapped thread 9 in group 1"/>
          <p:cNvSpPr/>
          <p:nvPr/>
        </p:nvSpPr>
        <p:spPr>
          <a:xfrm>
            <a:off x="3355848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Resulting group 2: five threads"/>
          <p:cNvSpPr/>
          <p:nvPr/>
        </p:nvSpPr>
        <p:spPr>
          <a:xfrm>
            <a:off x="22860000" y="1094994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Group 2"/>
          <p:cNvSpPr/>
          <p:nvPr/>
        </p:nvSpPr>
        <p:spPr>
          <a:xfrm>
            <a:off x="23180040" y="1117854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2</a:t>
            </a:r>
          </a:p>
        </p:txBody>
      </p:sp>
      <p:sp>
        <p:nvSpPr>
          <p:cNvPr id="64" name="Mapped thread 10 in group 2"/>
          <p:cNvSpPr/>
          <p:nvPr/>
        </p:nvSpPr>
        <p:spPr>
          <a:xfrm>
            <a:off x="2336292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Mapped thread 11 in group 2"/>
          <p:cNvSpPr/>
          <p:nvPr/>
        </p:nvSpPr>
        <p:spPr>
          <a:xfrm>
            <a:off x="2436876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Mapped thread 12 in group 2"/>
          <p:cNvSpPr/>
          <p:nvPr/>
        </p:nvSpPr>
        <p:spPr>
          <a:xfrm>
            <a:off x="2537460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Mapped thread 13 in group 2"/>
          <p:cNvSpPr/>
          <p:nvPr/>
        </p:nvSpPr>
        <p:spPr>
          <a:xfrm>
            <a:off x="2638044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Mapped thread 14 in group 2"/>
          <p:cNvSpPr/>
          <p:nvPr/>
        </p:nvSpPr>
        <p:spPr>
          <a:xfrm>
            <a:off x="2738628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Resulting group 3: five threads"/>
          <p:cNvSpPr/>
          <p:nvPr/>
        </p:nvSpPr>
        <p:spPr>
          <a:xfrm>
            <a:off x="29032200" y="1094994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Group 3"/>
          <p:cNvSpPr/>
          <p:nvPr/>
        </p:nvSpPr>
        <p:spPr>
          <a:xfrm>
            <a:off x="29352240" y="1117854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3</a:t>
            </a:r>
          </a:p>
        </p:txBody>
      </p:sp>
      <p:sp>
        <p:nvSpPr>
          <p:cNvPr id="71" name="Mapped thread 15 in group 3"/>
          <p:cNvSpPr/>
          <p:nvPr/>
        </p:nvSpPr>
        <p:spPr>
          <a:xfrm>
            <a:off x="2953512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Mapped thread 16 in group 3"/>
          <p:cNvSpPr/>
          <p:nvPr/>
        </p:nvSpPr>
        <p:spPr>
          <a:xfrm>
            <a:off x="3054096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Mapped thread 17 in group 3"/>
          <p:cNvSpPr/>
          <p:nvPr/>
        </p:nvSpPr>
        <p:spPr>
          <a:xfrm>
            <a:off x="3154680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Mapped thread 18 in group 3"/>
          <p:cNvSpPr/>
          <p:nvPr/>
        </p:nvSpPr>
        <p:spPr>
          <a:xfrm>
            <a:off x="3255264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Mapped thread 19 in group 3"/>
          <p:cNvSpPr/>
          <p:nvPr/>
        </p:nvSpPr>
        <p:spPr>
          <a:xfrm>
            <a:off x="3355848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Resulting group 4: five threads"/>
          <p:cNvSpPr/>
          <p:nvPr/>
        </p:nvSpPr>
        <p:spPr>
          <a:xfrm>
            <a:off x="22860000" y="1325880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Group 4"/>
          <p:cNvSpPr/>
          <p:nvPr/>
        </p:nvSpPr>
        <p:spPr>
          <a:xfrm>
            <a:off x="23180040" y="1348740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4</a:t>
            </a:r>
          </a:p>
        </p:txBody>
      </p:sp>
      <p:sp>
        <p:nvSpPr>
          <p:cNvPr id="78" name="Mapped thread 20 in group 4"/>
          <p:cNvSpPr/>
          <p:nvPr/>
        </p:nvSpPr>
        <p:spPr>
          <a:xfrm>
            <a:off x="2336292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Mapped thread 21 in group 4"/>
          <p:cNvSpPr/>
          <p:nvPr/>
        </p:nvSpPr>
        <p:spPr>
          <a:xfrm>
            <a:off x="2436876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Mapped thread 22 in group 4"/>
          <p:cNvSpPr/>
          <p:nvPr/>
        </p:nvSpPr>
        <p:spPr>
          <a:xfrm>
            <a:off x="2537460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Mapped thread 23 in group 4"/>
          <p:cNvSpPr/>
          <p:nvPr/>
        </p:nvSpPr>
        <p:spPr>
          <a:xfrm>
            <a:off x="2638044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Mapped thread 24 in group 4"/>
          <p:cNvSpPr/>
          <p:nvPr/>
        </p:nvSpPr>
        <p:spPr>
          <a:xfrm>
            <a:off x="2738628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Resulting group 5: five threads"/>
          <p:cNvSpPr/>
          <p:nvPr/>
        </p:nvSpPr>
        <p:spPr>
          <a:xfrm>
            <a:off x="29032200" y="1325880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Group 5"/>
          <p:cNvSpPr/>
          <p:nvPr/>
        </p:nvSpPr>
        <p:spPr>
          <a:xfrm>
            <a:off x="29352240" y="1348740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5</a:t>
            </a:r>
          </a:p>
        </p:txBody>
      </p:sp>
      <p:sp>
        <p:nvSpPr>
          <p:cNvPr id="85" name="Mapped thread 25 in group 5"/>
          <p:cNvSpPr/>
          <p:nvPr/>
        </p:nvSpPr>
        <p:spPr>
          <a:xfrm>
            <a:off x="2953512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Mapped thread 26 in group 5"/>
          <p:cNvSpPr/>
          <p:nvPr/>
        </p:nvSpPr>
        <p:spPr>
          <a:xfrm>
            <a:off x="3054096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Mapped thread 27 in group 5"/>
          <p:cNvSpPr/>
          <p:nvPr/>
        </p:nvSpPr>
        <p:spPr>
          <a:xfrm>
            <a:off x="3154680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Mapped thread 28 in group 5"/>
          <p:cNvSpPr/>
          <p:nvPr/>
        </p:nvSpPr>
        <p:spPr>
          <a:xfrm>
            <a:off x="3255264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Mapped thread 29 in group 5"/>
          <p:cNvSpPr/>
          <p:nvPr/>
        </p:nvSpPr>
        <p:spPr>
          <a:xfrm>
            <a:off x="3355848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No group"/>
          <p:cNvSpPr/>
          <p:nvPr/>
        </p:nvSpPr>
        <p:spPr>
          <a:xfrm>
            <a:off x="22860000" y="16162020"/>
            <a:ext cx="388620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dk1"/>
                </a:solidFill>
                <a:latin typeface="NVIDIA Sans Medium"/>
              </a:rPr>
              <a:t xml:space="preserve">No group</a:t>
            </a:r>
          </a:p>
        </p:txBody>
      </p:sp>
      <p:sp>
        <p:nvSpPr>
          <p:cNvPr id="91" name="Thread 30: no resulting group"/>
          <p:cNvSpPr/>
          <p:nvPr/>
        </p:nvSpPr>
        <p:spPr>
          <a:xfrm>
            <a:off x="27500580" y="16230600"/>
            <a:ext cx="502920" cy="502920"/>
          </a:xfrm>
          <a:prstGeom prst="ellipse">
            <a:avLst/>
          </a:prstGeom>
          <a:solidFill>
            <a:schemeClr val="dk1">
              <a:tint val="18000"/>
            </a:schemeClr>
          </a:solidFill>
          <a:ln w="25146">
            <a:solidFill>
              <a:schemeClr val="dk1">
                <a:tint val="35000"/>
              </a:schemeClr>
            </a:solidFill>
          </a:ln>
        </p:spPr>
      </p:sp>
      <p:sp>
        <p:nvSpPr>
          <p:cNvPr id="92" name="Thread 31: no resulting group"/>
          <p:cNvSpPr/>
          <p:nvPr/>
        </p:nvSpPr>
        <p:spPr>
          <a:xfrm>
            <a:off x="28506420" y="16230600"/>
            <a:ext cx="502920" cy="502920"/>
          </a:xfrm>
          <a:prstGeom prst="ellipse">
            <a:avLst/>
          </a:prstGeom>
          <a:solidFill>
            <a:schemeClr val="dk1">
              <a:tint val="18000"/>
            </a:schemeClr>
          </a:solidFill>
          <a:ln w="25146">
            <a:solidFill>
              <a:schemeClr val="dk1">
                <a:tint val="35000"/>
              </a:schemeClr>
            </a:solidFill>
          </a:ln>
        </p:spPr>
      </p:sp>
      <p:sp>
        <p:nvSpPr>
          <p:cNvPr id="93" name="2 threads"/>
          <p:cNvSpPr/>
          <p:nvPr/>
        </p:nvSpPr>
        <p:spPr>
          <a:xfrm>
            <a:off x="29946600" y="16207740"/>
            <a:ext cx="48006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2 threads</a:t>
            </a:r>
          </a:p>
        </p:txBody>
      </p:sp>
      <p:sp>
        <p:nvSpPr>
          <p:cNvPr id="94" name="32 threads → 6 groups × 5 threads + 2 threads without a group"/>
          <p:cNvSpPr/>
          <p:nvPr/>
        </p:nvSpPr>
        <p:spPr>
          <a:xfrm>
            <a:off x="1874520" y="18356580"/>
            <a:ext cx="3287268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32 threads → 6 groups × 5 threads + 2 threads without a group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>
  <p:cSld name="Requirements on groups —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quirements on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Requirements on groups</a:t>
            </a:r>
          </a:p>
        </p:txBody>
      </p:sp>
      <p:sp>
        <p:nvSpPr>
          <p:cNvPr id="3" name="What a group specifies and provides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a group specifies and provides</a:t>
            </a:r>
          </a:p>
        </p:txBody>
      </p:sp>
      <p:sp>
        <p:nvSpPr>
          <p:cNvPr id="4" name="14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6035040"/>
            <a:ext cx="19545300" cy="108585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22860000" y="6035040"/>
            <a:ext cx="11887200" cy="108585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6035040"/>
            <a:ext cx="195453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Shape"/>
          <p:cNvSpPr/>
          <p:nvPr/>
        </p:nvSpPr>
        <p:spPr>
          <a:xfrm>
            <a:off x="22860000" y="6035040"/>
            <a:ext cx="118872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9" name="It should specify"/>
          <p:cNvSpPr/>
          <p:nvPr/>
        </p:nvSpPr>
        <p:spPr>
          <a:xfrm>
            <a:off x="2514600" y="6789420"/>
            <a:ext cx="18173700" cy="12573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It should specify</a:t>
            </a:r>
          </a:p>
        </p:txBody>
      </p:sp>
      <p:sp>
        <p:nvSpPr>
          <p:cNvPr id="10" name="Shape"/>
          <p:cNvSpPr/>
          <p:nvPr/>
        </p:nvSpPr>
        <p:spPr>
          <a:xfrm>
            <a:off x="2560320" y="9121140"/>
            <a:ext cx="960120" cy="96012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1"/>
          <p:cNvSpPr/>
          <p:nvPr/>
        </p:nvSpPr>
        <p:spPr>
          <a:xfrm>
            <a:off x="2560320" y="9212580"/>
            <a:ext cx="96012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45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12" name="Units being grouped"/>
          <p:cNvSpPr/>
          <p:nvPr/>
        </p:nvSpPr>
        <p:spPr>
          <a:xfrm>
            <a:off x="4114800" y="9029700"/>
            <a:ext cx="1634490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Units being grouped</a:t>
            </a:r>
          </a:p>
        </p:txBody>
      </p:sp>
      <p:sp>
        <p:nvSpPr>
          <p:cNvPr id="13" name="Threads, warps, …"/>
          <p:cNvSpPr/>
          <p:nvPr/>
        </p:nvSpPr>
        <p:spPr>
          <a:xfrm>
            <a:off x="4114800" y="10058400"/>
            <a:ext cx="163449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Threads, warps, …</a:t>
            </a:r>
          </a:p>
        </p:txBody>
      </p:sp>
      <p:sp>
        <p:nvSpPr>
          <p:cNvPr id="14" name="Shape"/>
          <p:cNvSpPr/>
          <p:nvPr/>
        </p:nvSpPr>
        <p:spPr>
          <a:xfrm>
            <a:off x="2560320" y="11407140"/>
            <a:ext cx="960120" cy="96012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2"/>
          <p:cNvSpPr/>
          <p:nvPr/>
        </p:nvSpPr>
        <p:spPr>
          <a:xfrm>
            <a:off x="2560320" y="11498580"/>
            <a:ext cx="96012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45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6" name="Upper boundary level"/>
          <p:cNvSpPr/>
          <p:nvPr/>
        </p:nvSpPr>
        <p:spPr>
          <a:xfrm>
            <a:off x="4114800" y="11315700"/>
            <a:ext cx="1634490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Upper boundary level</a:t>
            </a:r>
          </a:p>
        </p:txBody>
      </p:sp>
      <p:sp>
        <p:nvSpPr>
          <p:cNvPr id="17" name="Block, grid, …"/>
          <p:cNvSpPr/>
          <p:nvPr/>
        </p:nvSpPr>
        <p:spPr>
          <a:xfrm>
            <a:off x="4114800" y="12344400"/>
            <a:ext cx="163449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Block, grid, …</a:t>
            </a:r>
          </a:p>
        </p:txBody>
      </p:sp>
      <p:sp>
        <p:nvSpPr>
          <p:cNvPr id="18" name="Shape"/>
          <p:cNvSpPr/>
          <p:nvPr/>
        </p:nvSpPr>
        <p:spPr>
          <a:xfrm>
            <a:off x="2560320" y="13693140"/>
            <a:ext cx="960120" cy="96012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3"/>
          <p:cNvSpPr/>
          <p:nvPr/>
        </p:nvSpPr>
        <p:spPr>
          <a:xfrm>
            <a:off x="2560320" y="13784580"/>
            <a:ext cx="96012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45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20" name="Hierarchy"/>
          <p:cNvSpPr/>
          <p:nvPr/>
        </p:nvSpPr>
        <p:spPr>
          <a:xfrm>
            <a:off x="4114800" y="13601700"/>
            <a:ext cx="1634490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Hierarchy</a:t>
            </a:r>
          </a:p>
        </p:txBody>
      </p:sp>
      <p:sp>
        <p:nvSpPr>
          <p:cNvPr id="21" name="The hierarchy in which the group exists"/>
          <p:cNvSpPr/>
          <p:nvPr/>
        </p:nvSpPr>
        <p:spPr>
          <a:xfrm>
            <a:off x="4114800" y="14630400"/>
            <a:ext cx="163449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The hierarchy in which the group exists</a:t>
            </a:r>
          </a:p>
        </p:txBody>
      </p:sp>
      <p:sp>
        <p:nvSpPr>
          <p:cNvPr id="22" name="It should provide"/>
          <p:cNvSpPr/>
          <p:nvPr/>
        </p:nvSpPr>
        <p:spPr>
          <a:xfrm>
            <a:off x="23545800" y="6789420"/>
            <a:ext cx="10515600" cy="12573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It should provide</a:t>
            </a:r>
          </a:p>
        </p:txBody>
      </p:sp>
      <p:sp>
        <p:nvSpPr>
          <p:cNvPr id="23" name="Query APIs"/>
          <p:cNvSpPr/>
          <p:nvPr/>
        </p:nvSpPr>
        <p:spPr>
          <a:xfrm>
            <a:off x="23545800" y="9372600"/>
            <a:ext cx="105156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Query APIs</a:t>
            </a:r>
          </a:p>
        </p:txBody>
      </p:sp>
      <p:sp>
        <p:nvSpPr>
          <p:cNvPr id="24" name="Information about the group"/>
          <p:cNvSpPr/>
          <p:nvPr/>
        </p:nvSpPr>
        <p:spPr>
          <a:xfrm>
            <a:off x="23545800" y="10629900"/>
            <a:ext cx="10515600" cy="1417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Information about the group</a:t>
            </a:r>
          </a:p>
        </p:txBody>
      </p:sp>
      <p:sp>
        <p:nvSpPr>
          <p:cNvPr id="25" name="Shape"/>
          <p:cNvSpPr/>
          <p:nvPr/>
        </p:nvSpPr>
        <p:spPr>
          <a:xfrm>
            <a:off x="23545800" y="12595860"/>
            <a:ext cx="105156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6" name="Synchronization APIs"/>
          <p:cNvSpPr/>
          <p:nvPr/>
        </p:nvSpPr>
        <p:spPr>
          <a:xfrm>
            <a:off x="23545800" y="13510260"/>
            <a:ext cx="105156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Synchronization APIs</a:t>
            </a:r>
          </a:p>
        </p:txBody>
      </p:sp>
      <p:sp>
        <p:nvSpPr>
          <p:cNvPr id="27" name="Synchronization of its units"/>
          <p:cNvSpPr/>
          <p:nvPr/>
        </p:nvSpPr>
        <p:spPr>
          <a:xfrm>
            <a:off x="23545800" y="14767560"/>
            <a:ext cx="10515600" cy="1417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Synchronization of its units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>
  <p:cSld name="Requirements on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quirements on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Requirements on groups</a:t>
            </a:r>
          </a:p>
        </p:txBody>
      </p:sp>
      <p:sp>
        <p:nvSpPr>
          <p:cNvPr id="3" name="The group concept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The group concept</a:t>
            </a:r>
          </a:p>
        </p:txBody>
      </p:sp>
      <p:sp>
        <p:nvSpPr>
          <p:cNvPr id="4" name="1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29200"/>
            <a:ext cx="22860000" cy="1351026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CONCEPT"/>
          <p:cNvSpPr/>
          <p:nvPr/>
        </p:nvSpPr>
        <p:spPr>
          <a:xfrm>
            <a:off x="2423160" y="5532120"/>
            <a:ext cx="216712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1">
                <a:solidFill>
                  <a:schemeClr val="accent6"/>
                </a:solidFill>
                <a:latin typeface="NVIDIA Sans Medium"/>
              </a:rPr>
              <a:t xml:space="preserve">CONCEPT</a:t>
            </a:r>
          </a:p>
        </p:txBody>
      </p:sp>
      <p:sp>
        <p:nvSpPr>
          <p:cNvPr id="7" name="Verbatim C++ snippet" descr="Verbatim fenced C++ snippet from slides.md"/>
          <p:cNvSpPr/>
          <p:nvPr/>
        </p:nvSpPr>
        <p:spPr>
          <a:xfrm>
            <a:off x="2423160" y="6858000"/>
            <a:ext cx="21671280" cy="109728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concept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requires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Member types.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requires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/*is-hierarchy-level*/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unit_type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(1)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requires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/*is-hierarchy-level*/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level_type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requires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/*is-hierarchy*/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hierarchy_type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(3)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Getters.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hierarchy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noexcept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same_as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hierarchy_type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(4)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Synchronization.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noexcept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same_as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    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(5)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noexcept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same_as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(6)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Properties.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is_always_contiguous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noexcept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same_as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bool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                        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(7), must be constexpr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8" name="1"/>
          <p:cNvSpPr/>
          <p:nvPr/>
        </p:nvSpPr>
        <p:spPr>
          <a:xfrm>
            <a:off x="25374600" y="546354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9" name="what units are being grouped"/>
          <p:cNvSpPr/>
          <p:nvPr/>
        </p:nvSpPr>
        <p:spPr>
          <a:xfrm>
            <a:off x="26403300" y="5463540"/>
            <a:ext cx="834390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what units are being grouped</a:t>
            </a:r>
          </a:p>
        </p:txBody>
      </p:sp>
      <p:sp>
        <p:nvSpPr>
          <p:cNvPr id="10" name="2"/>
          <p:cNvSpPr/>
          <p:nvPr/>
        </p:nvSpPr>
        <p:spPr>
          <a:xfrm>
            <a:off x="25374600" y="722376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1" name="within which level"/>
          <p:cNvSpPr/>
          <p:nvPr/>
        </p:nvSpPr>
        <p:spPr>
          <a:xfrm>
            <a:off x="26403300" y="7223760"/>
            <a:ext cx="834390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within which level</a:t>
            </a:r>
          </a:p>
        </p:txBody>
      </p:sp>
      <p:sp>
        <p:nvSpPr>
          <p:cNvPr id="12" name="3"/>
          <p:cNvSpPr/>
          <p:nvPr/>
        </p:nvSpPr>
        <p:spPr>
          <a:xfrm>
            <a:off x="25374600" y="898398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13" name="in which hierarchy"/>
          <p:cNvSpPr/>
          <p:nvPr/>
        </p:nvSpPr>
        <p:spPr>
          <a:xfrm>
            <a:off x="26403300" y="8983980"/>
            <a:ext cx="834390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 which hierarchy</a:t>
            </a:r>
          </a:p>
        </p:txBody>
      </p:sp>
      <p:sp>
        <p:nvSpPr>
          <p:cNvPr id="14" name="4"/>
          <p:cNvSpPr/>
          <p:nvPr/>
        </p:nvSpPr>
        <p:spPr>
          <a:xfrm>
            <a:off x="25374600" y="1074420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15" name="hierarchy getter"/>
          <p:cNvSpPr/>
          <p:nvPr/>
        </p:nvSpPr>
        <p:spPr>
          <a:xfrm>
            <a:off x="26403300" y="10744200"/>
            <a:ext cx="834390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hierarchy getter</a:t>
            </a:r>
          </a:p>
        </p:txBody>
      </p:sp>
      <p:sp>
        <p:nvSpPr>
          <p:cNvPr id="16" name="5"/>
          <p:cNvSpPr/>
          <p:nvPr/>
        </p:nvSpPr>
        <p:spPr>
          <a:xfrm>
            <a:off x="25374600" y="125044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5</a:t>
            </a:r>
          </a:p>
        </p:txBody>
      </p:sp>
      <p:sp>
        <p:nvSpPr>
          <p:cNvPr id="17" name="synchronizes all units"/>
          <p:cNvSpPr/>
          <p:nvPr/>
        </p:nvSpPr>
        <p:spPr>
          <a:xfrm>
            <a:off x="26403300" y="12504420"/>
            <a:ext cx="834390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synchronizes all units</a:t>
            </a:r>
          </a:p>
        </p:txBody>
      </p:sp>
      <p:sp>
        <p:nvSpPr>
          <p:cNvPr id="18" name="6"/>
          <p:cNvSpPr/>
          <p:nvPr/>
        </p:nvSpPr>
        <p:spPr>
          <a:xfrm>
            <a:off x="25374600" y="1426464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6</a:t>
            </a:r>
          </a:p>
        </p:txBody>
      </p:sp>
      <p:sp>
        <p:nvSpPr>
          <p:cNvPr id="19" name="synchronizes all units, requires context alignment"/>
          <p:cNvSpPr/>
          <p:nvPr/>
        </p:nvSpPr>
        <p:spPr>
          <a:xfrm>
            <a:off x="26403300" y="14264640"/>
            <a:ext cx="834390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synchronizes all units, requires context alignment</a:t>
            </a:r>
          </a:p>
        </p:txBody>
      </p:sp>
      <p:sp>
        <p:nvSpPr>
          <p:cNvPr id="20" name="7"/>
          <p:cNvSpPr/>
          <p:nvPr/>
        </p:nvSpPr>
        <p:spPr>
          <a:xfrm>
            <a:off x="25374600" y="1602486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7</a:t>
            </a:r>
          </a:p>
        </p:txBody>
      </p:sp>
      <p:sp>
        <p:nvSpPr>
          <p:cNvPr id="21" name="`true` if each group occupies a contiguous range of physical unit"/>
          <p:cNvSpPr/>
          <p:nvPr/>
        </p:nvSpPr>
        <p:spPr>
          <a:xfrm>
            <a:off x="26403300" y="16024860"/>
            <a:ext cx="834390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true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 if each group occupies a contiguous range of physical units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>
  <p:cSld name="Group qu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querie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queries</a:t>
            </a:r>
          </a:p>
        </p:txBody>
      </p:sp>
      <p:sp>
        <p:nvSpPr>
          <p:cNvPr id="3" name="Sub-unit and super-level queries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Sub-unit and super-level queries</a:t>
            </a:r>
          </a:p>
        </p:txBody>
      </p:sp>
      <p:sp>
        <p:nvSpPr>
          <p:cNvPr id="4" name="1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063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Sub-unit queries"/>
          <p:cNvSpPr/>
          <p:nvPr/>
        </p:nvSpPr>
        <p:spPr>
          <a:xfrm>
            <a:off x="2240280" y="5600700"/>
            <a:ext cx="1506474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Sub-unit queries</a:t>
            </a:r>
          </a:p>
        </p:txBody>
      </p:sp>
      <p:sp>
        <p:nvSpPr>
          <p:cNvPr id="7" name="Query information about levels that are below the group's unit ty"/>
          <p:cNvSpPr/>
          <p:nvPr/>
        </p:nvSpPr>
        <p:spPr>
          <a:xfrm>
            <a:off x="2240280" y="6926580"/>
            <a:ext cx="1506474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Query information about levels that are below the group's unit type.</a:t>
            </a:r>
          </a:p>
        </p:txBody>
      </p:sp>
      <p:sp>
        <p:nvSpPr>
          <p:cNvPr id="8" name="Shape"/>
          <p:cNvSpPr/>
          <p:nvPr/>
        </p:nvSpPr>
        <p:spPr>
          <a:xfrm>
            <a:off x="1828800" y="8778240"/>
            <a:ext cx="15887700" cy="47777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9" name="Verbatim C++ snippet" descr="Verbatim fenced C++ snippet from slides.md"/>
          <p:cNvSpPr/>
          <p:nvPr/>
        </p:nvSpPr>
        <p:spPr>
          <a:xfrm>
            <a:off x="2103120" y="9395460"/>
            <a:ext cx="15339060" cy="3886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static_count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(1)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count_as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rank_as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(3)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   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(4)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    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(5)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is_root_rank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(6)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endParaRPr lang="en-US" sz="306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0" name="1"/>
          <p:cNvSpPr/>
          <p:nvPr/>
        </p:nvSpPr>
        <p:spPr>
          <a:xfrm>
            <a:off x="2171700" y="1399032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11" name="Statically known number of `qunit` within `group`"/>
          <p:cNvSpPr/>
          <p:nvPr/>
        </p:nvSpPr>
        <p:spPr>
          <a:xfrm>
            <a:off x="3017520" y="1399032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Statically known number of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2"/>
          <p:cNvSpPr/>
          <p:nvPr/>
        </p:nvSpPr>
        <p:spPr>
          <a:xfrm>
            <a:off x="2171700" y="1481328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3" name="Number of `qunit` within `group` returned as `T`"/>
          <p:cNvSpPr/>
          <p:nvPr/>
        </p:nvSpPr>
        <p:spPr>
          <a:xfrm>
            <a:off x="3017520" y="1481328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Number of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4" name="3"/>
          <p:cNvSpPr/>
          <p:nvPr/>
        </p:nvSpPr>
        <p:spPr>
          <a:xfrm>
            <a:off x="2171700" y="1563624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15" name="Current `qunit`'s rank within `group` returned as `T`"/>
          <p:cNvSpPr/>
          <p:nvPr/>
        </p:nvSpPr>
        <p:spPr>
          <a:xfrm>
            <a:off x="3017520" y="1563624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Current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's rank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6" name="4"/>
          <p:cNvSpPr/>
          <p:nvPr/>
        </p:nvSpPr>
        <p:spPr>
          <a:xfrm>
            <a:off x="2171700" y="1645920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17" name="Same as `qunit.count_as&lt;/*default-T*/&gt;(group)`"/>
          <p:cNvSpPr/>
          <p:nvPr/>
        </p:nvSpPr>
        <p:spPr>
          <a:xfrm>
            <a:off x="3017520" y="1645920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qunit.count_as&lt;/*default-T*/&gt;(group)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8" name="5"/>
          <p:cNvSpPr/>
          <p:nvPr/>
        </p:nvSpPr>
        <p:spPr>
          <a:xfrm>
            <a:off x="2171700" y="1728216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5</a:t>
            </a:r>
          </a:p>
        </p:txBody>
      </p:sp>
      <p:sp>
        <p:nvSpPr>
          <p:cNvPr id="19" name="Same as `qunit.rank_as&lt;/*default-T*/&gt;(group)`"/>
          <p:cNvSpPr/>
          <p:nvPr/>
        </p:nvSpPr>
        <p:spPr>
          <a:xfrm>
            <a:off x="3017520" y="1728216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qunit.rank_as&lt;/*default-T*/&gt;(group)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0" name="6"/>
          <p:cNvSpPr/>
          <p:nvPr/>
        </p:nvSpPr>
        <p:spPr>
          <a:xfrm>
            <a:off x="2171700" y="1810512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6</a:t>
            </a:r>
          </a:p>
        </p:txBody>
      </p:sp>
      <p:sp>
        <p:nvSpPr>
          <p:cNvPr id="21" name="Same as `qunit.rank(group) == 0`"/>
          <p:cNvSpPr/>
          <p:nvPr/>
        </p:nvSpPr>
        <p:spPr>
          <a:xfrm>
            <a:off x="3017520" y="1810512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qunit.rank(group) == 0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2" name="Shape"/>
          <p:cNvSpPr/>
          <p:nvPr/>
        </p:nvSpPr>
        <p:spPr>
          <a:xfrm>
            <a:off x="18859500" y="50063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3" name="Super-level queries"/>
          <p:cNvSpPr/>
          <p:nvPr/>
        </p:nvSpPr>
        <p:spPr>
          <a:xfrm>
            <a:off x="19270980" y="5600700"/>
            <a:ext cx="1506474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Super-level queries</a:t>
            </a:r>
          </a:p>
        </p:txBody>
      </p:sp>
      <p:sp>
        <p:nvSpPr>
          <p:cNvPr id="24" name="Query information about levels that are above the group's upper b"/>
          <p:cNvSpPr/>
          <p:nvPr/>
        </p:nvSpPr>
        <p:spPr>
          <a:xfrm>
            <a:off x="19270980" y="6926580"/>
            <a:ext cx="1506474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Query information about levels that are above the group's upper boundary type.</a:t>
            </a:r>
          </a:p>
        </p:txBody>
      </p:sp>
      <p:sp>
        <p:nvSpPr>
          <p:cNvPr id="25" name="Shape"/>
          <p:cNvSpPr/>
          <p:nvPr/>
        </p:nvSpPr>
        <p:spPr>
          <a:xfrm>
            <a:off x="18859500" y="8778240"/>
            <a:ext cx="15887700" cy="47777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26" name="Verbatim C++ snippet" descr="Verbatim fenced C++ snippet from slides.md"/>
          <p:cNvSpPr/>
          <p:nvPr/>
        </p:nvSpPr>
        <p:spPr>
          <a:xfrm>
            <a:off x="19133820" y="9395460"/>
            <a:ext cx="15339060" cy="3886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static_count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/*parent-group-or-qlevel*/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(1)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count_as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/*parent-group-or-qlevel*/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rank_as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/*parent-group-or-qlevel*/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(3)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/*parent-group-or-qlevel*/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   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(4)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/*parent-group-or-qlevel*/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    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(5)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endParaRPr lang="en-US" sz="306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27" name="1"/>
          <p:cNvSpPr/>
          <p:nvPr/>
        </p:nvSpPr>
        <p:spPr>
          <a:xfrm>
            <a:off x="19202400" y="1399032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28" name="Statically known number of `group` within `/*parent-group-or-qlev"/>
          <p:cNvSpPr/>
          <p:nvPr/>
        </p:nvSpPr>
        <p:spPr>
          <a:xfrm>
            <a:off x="20048220" y="1399032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Statically known number of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/*parent-group-or-qlevel*/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9" name="2"/>
          <p:cNvSpPr/>
          <p:nvPr/>
        </p:nvSpPr>
        <p:spPr>
          <a:xfrm>
            <a:off x="19202400" y="1481328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30" name="Number of `group` within `/*parent-group-or-qlevel*/` returned as"/>
          <p:cNvSpPr/>
          <p:nvPr/>
        </p:nvSpPr>
        <p:spPr>
          <a:xfrm>
            <a:off x="20048220" y="1481328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Number of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/*parent-group-or-qlevel*/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1" name="3"/>
          <p:cNvSpPr/>
          <p:nvPr/>
        </p:nvSpPr>
        <p:spPr>
          <a:xfrm>
            <a:off x="19202400" y="1563624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32" name="Current `group`'s rank within `/*parent-group-or-qlevel*/` return"/>
          <p:cNvSpPr/>
          <p:nvPr/>
        </p:nvSpPr>
        <p:spPr>
          <a:xfrm>
            <a:off x="20048220" y="1563624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Current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's rank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/*parent-group-or-qlevel*/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3" name="4"/>
          <p:cNvSpPr/>
          <p:nvPr/>
        </p:nvSpPr>
        <p:spPr>
          <a:xfrm>
            <a:off x="19202400" y="1645920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34" name="Same as `group.count_as&lt;/*default-T*/&gt;(/*parent-group-or-qlevel*/"/>
          <p:cNvSpPr/>
          <p:nvPr/>
        </p:nvSpPr>
        <p:spPr>
          <a:xfrm>
            <a:off x="20048220" y="1645920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group.count_as&lt;/*default-T*/&gt;(/*parent-group-or-qlevel*/)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5" name="5"/>
          <p:cNvSpPr/>
          <p:nvPr/>
        </p:nvSpPr>
        <p:spPr>
          <a:xfrm>
            <a:off x="19202400" y="1728216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5</a:t>
            </a:r>
          </a:p>
        </p:txBody>
      </p:sp>
      <p:sp>
        <p:nvSpPr>
          <p:cNvPr id="36" name="Same as `group.rank_as&lt;/*default-T*/&gt;(/*parent-group-or-qlevel*/)"/>
          <p:cNvSpPr/>
          <p:nvPr/>
        </p:nvSpPr>
        <p:spPr>
          <a:xfrm>
            <a:off x="20048220" y="1728216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group.rank_as&lt;/*default-T*/&gt;(/*parent-group-or-qlevel*/)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7" name="default-T is the default result type."/>
          <p:cNvSpPr/>
          <p:nvPr/>
        </p:nvSpPr>
        <p:spPr>
          <a:xfrm>
            <a:off x="1874520" y="19133820"/>
            <a:ext cx="323469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default-T is the default result type.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>
  <p:cSld name="Predefined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Groups</a:t>
            </a:r>
          </a:p>
        </p:txBody>
      </p:sp>
      <p:sp>
        <p:nvSpPr>
          <p:cNvPr id="3" name="Overview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Overview</a:t>
            </a:r>
          </a:p>
        </p:txBody>
      </p:sp>
      <p:sp>
        <p:nvSpPr>
          <p:cNvPr id="4" name="1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" name="CCCL Cooperative Groups come with several predefined group types."/>
          <p:cNvSpPr/>
          <p:nvPr/>
        </p:nvSpPr>
        <p:spPr>
          <a:xfrm>
            <a:off x="1874520" y="4892040"/>
            <a:ext cx="323469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CCCL Cooperative Groups come with several predefined group types.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903720"/>
            <a:ext cx="10515600" cy="105613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690372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01"/>
          <p:cNvSpPr/>
          <p:nvPr/>
        </p:nvSpPr>
        <p:spPr>
          <a:xfrm>
            <a:off x="2423160" y="7498080"/>
            <a:ext cx="16002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01</a:t>
            </a:r>
          </a:p>
        </p:txBody>
      </p:sp>
      <p:sp>
        <p:nvSpPr>
          <p:cNvPr id="9" name="Implicit groups"/>
          <p:cNvSpPr/>
          <p:nvPr/>
        </p:nvSpPr>
        <p:spPr>
          <a:xfrm>
            <a:off x="2423160" y="8732520"/>
            <a:ext cx="932688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Implicit groups</a:t>
            </a:r>
          </a:p>
        </p:txBody>
      </p:sp>
      <p:sp>
        <p:nvSpPr>
          <p:cNvPr id="10" name="Shape"/>
          <p:cNvSpPr/>
          <p:nvPr/>
        </p:nvSpPr>
        <p:spPr>
          <a:xfrm>
            <a:off x="13030200" y="6903720"/>
            <a:ext cx="10515600" cy="105613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3030200" y="690372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02"/>
          <p:cNvSpPr/>
          <p:nvPr/>
        </p:nvSpPr>
        <p:spPr>
          <a:xfrm>
            <a:off x="13624560" y="7498080"/>
            <a:ext cx="16002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02</a:t>
            </a:r>
          </a:p>
        </p:txBody>
      </p:sp>
      <p:sp>
        <p:nvSpPr>
          <p:cNvPr id="13" name="Derived groups"/>
          <p:cNvSpPr/>
          <p:nvPr/>
        </p:nvSpPr>
        <p:spPr>
          <a:xfrm>
            <a:off x="13624560" y="8732520"/>
            <a:ext cx="932688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Derived groups</a:t>
            </a:r>
          </a:p>
        </p:txBody>
      </p:sp>
      <p:sp>
        <p:nvSpPr>
          <p:cNvPr id="14" name="Shape"/>
          <p:cNvSpPr/>
          <p:nvPr/>
        </p:nvSpPr>
        <p:spPr>
          <a:xfrm>
            <a:off x="24231600" y="6903720"/>
            <a:ext cx="10515600" cy="105613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hape"/>
          <p:cNvSpPr/>
          <p:nvPr/>
        </p:nvSpPr>
        <p:spPr>
          <a:xfrm>
            <a:off x="24231600" y="690372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03"/>
          <p:cNvSpPr/>
          <p:nvPr/>
        </p:nvSpPr>
        <p:spPr>
          <a:xfrm>
            <a:off x="24825960" y="7498080"/>
            <a:ext cx="16002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03</a:t>
            </a:r>
          </a:p>
        </p:txBody>
      </p:sp>
      <p:sp>
        <p:nvSpPr>
          <p:cNvPr id="17" name="Non-owning view"/>
          <p:cNvSpPr/>
          <p:nvPr/>
        </p:nvSpPr>
        <p:spPr>
          <a:xfrm>
            <a:off x="24825960" y="8732520"/>
            <a:ext cx="932688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Non-owning view</a:t>
            </a:r>
          </a:p>
        </p:txBody>
      </p:sp>
      <p:sp>
        <p:nvSpPr>
          <p:cNvPr id="18" name="Independent building block"/>
          <p:cNvSpPr/>
          <p:nvPr/>
        </p:nvSpPr>
        <p:spPr>
          <a:xfrm>
            <a:off x="2743200" y="10584180"/>
            <a:ext cx="2171700" cy="12115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Independent building block"/>
          <p:cNvSpPr/>
          <p:nvPr/>
        </p:nvSpPr>
        <p:spPr>
          <a:xfrm>
            <a:off x="5600700" y="10584180"/>
            <a:ext cx="2171700" cy="12115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Independent building block"/>
          <p:cNvSpPr/>
          <p:nvPr/>
        </p:nvSpPr>
        <p:spPr>
          <a:xfrm>
            <a:off x="8458200" y="10584180"/>
            <a:ext cx="2171700" cy="12115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`this_{level} groups`"/>
          <p:cNvSpPr/>
          <p:nvPr/>
        </p:nvSpPr>
        <p:spPr>
          <a:xfrm>
            <a:off x="2423160" y="1273302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this_{level} groups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2" name="`coalesced_group`"/>
          <p:cNvSpPr/>
          <p:nvPr/>
        </p:nvSpPr>
        <p:spPr>
          <a:xfrm>
            <a:off x="2423160" y="1383030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coalesced_group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3" name="NEW"/>
          <p:cNvSpPr/>
          <p:nvPr/>
        </p:nvSpPr>
        <p:spPr>
          <a:xfrm>
            <a:off x="7520940" y="13944600"/>
            <a:ext cx="2400300" cy="6629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NEW</a:t>
            </a:r>
          </a:p>
        </p:txBody>
      </p:sp>
      <p:sp>
        <p:nvSpPr>
          <p:cNvPr id="24" name="No parent group; building blocks&#10;for other groups."/>
          <p:cNvSpPr/>
          <p:nvPr/>
        </p:nvSpPr>
        <p:spPr>
          <a:xfrm>
            <a:off x="2423160" y="15567660"/>
            <a:ext cx="932688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No parent group; building blocks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for other groups.</a:t>
            </a:r>
          </a:p>
        </p:txBody>
      </p:sp>
      <p:sp>
        <p:nvSpPr>
          <p:cNvPr id="25" name="Parent group"/>
          <p:cNvSpPr/>
          <p:nvPr/>
        </p:nvSpPr>
        <p:spPr>
          <a:xfrm>
            <a:off x="16299180" y="10378440"/>
            <a:ext cx="3977640" cy="1005840"/>
          </a:xfrm>
          <a:prstGeom prst="roundRect">
            <a:avLst>
              <a:gd name="adj" fmla="val 6000"/>
            </a:avLst>
          </a:prstGeom>
          <a:solidFill>
            <a:schemeClr val="lt1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6" name="Parent group"/>
          <p:cNvSpPr/>
          <p:nvPr/>
        </p:nvSpPr>
        <p:spPr>
          <a:xfrm>
            <a:off x="16299180" y="10538460"/>
            <a:ext cx="397764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420" b="0">
                <a:solidFill>
                  <a:schemeClr val="dk1"/>
                </a:solidFill>
                <a:latin typeface="NVIDIA Sans"/>
              </a:rPr>
              <a:t xml:space="preserve">Parent group</a:t>
            </a:r>
          </a:p>
        </p:txBody>
      </p:sp>
      <p:sp>
        <p:nvSpPr>
          <p:cNvPr id="27" name="Split from parent"/>
          <p:cNvSpPr/>
          <p:nvPr/>
        </p:nvSpPr>
        <p:spPr>
          <a:xfrm>
            <a:off x="15087600" y="11704320"/>
            <a:ext cx="548640" cy="64008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8" name="Result of splitting"/>
          <p:cNvSpPr/>
          <p:nvPr/>
        </p:nvSpPr>
        <p:spPr>
          <a:xfrm>
            <a:off x="14196060" y="12664440"/>
            <a:ext cx="2331720" cy="617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Split from parent"/>
          <p:cNvSpPr/>
          <p:nvPr/>
        </p:nvSpPr>
        <p:spPr>
          <a:xfrm>
            <a:off x="20116800" y="11704320"/>
            <a:ext cx="548640" cy="64008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30" name="Result of splitting"/>
          <p:cNvSpPr/>
          <p:nvPr/>
        </p:nvSpPr>
        <p:spPr>
          <a:xfrm>
            <a:off x="19225260" y="12664440"/>
            <a:ext cx="2331720" cy="617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Parent split branches"/>
          <p:cNvSpPr/>
          <p:nvPr/>
        </p:nvSpPr>
        <p:spPr>
          <a:xfrm>
            <a:off x="15361920" y="11498580"/>
            <a:ext cx="5029200" cy="45720"/>
          </a:xfrm>
          <a:prstGeom prst="rect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32" name="Shape"/>
          <p:cNvSpPr/>
          <p:nvPr/>
        </p:nvSpPr>
        <p:spPr>
          <a:xfrm>
            <a:off x="18265140" y="11384280"/>
            <a:ext cx="45720" cy="160020"/>
          </a:xfrm>
          <a:prstGeom prst="rect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33" name="`generic_group`"/>
          <p:cNvSpPr/>
          <p:nvPr/>
        </p:nvSpPr>
        <p:spPr>
          <a:xfrm>
            <a:off x="13624560" y="1385316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4" name="`virtual_group`"/>
          <p:cNvSpPr/>
          <p:nvPr/>
        </p:nvSpPr>
        <p:spPr>
          <a:xfrm>
            <a:off x="13624560" y="1483614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virtual_group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5" name="NEW"/>
          <p:cNvSpPr/>
          <p:nvPr/>
        </p:nvSpPr>
        <p:spPr>
          <a:xfrm>
            <a:off x="18288000" y="14950440"/>
            <a:ext cx="2400300" cy="6629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NEW</a:t>
            </a:r>
          </a:p>
        </p:txBody>
      </p:sp>
      <p:sp>
        <p:nvSpPr>
          <p:cNvPr id="36" name="Created by splitting another group."/>
          <p:cNvSpPr/>
          <p:nvPr/>
        </p:nvSpPr>
        <p:spPr>
          <a:xfrm>
            <a:off x="13624560" y="16116300"/>
            <a:ext cx="932688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Created by splitting another group.</a:t>
            </a:r>
          </a:p>
        </p:txBody>
      </p:sp>
      <p:sp>
        <p:nvSpPr>
          <p:cNvPr id="37" name="Existing group"/>
          <p:cNvSpPr/>
          <p:nvPr/>
        </p:nvSpPr>
        <p:spPr>
          <a:xfrm>
            <a:off x="26243280" y="10607040"/>
            <a:ext cx="6492240" cy="2217420"/>
          </a:xfrm>
          <a:prstGeom prst="roundRect">
            <a:avLst>
              <a:gd name="adj" fmla="val 6000"/>
            </a:avLst>
          </a:prstGeom>
          <a:solidFill>
            <a:schemeClr val="lt1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38" name="Viewed group member"/>
          <p:cNvSpPr/>
          <p:nvPr/>
        </p:nvSpPr>
        <p:spPr>
          <a:xfrm>
            <a:off x="27089100" y="1154430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9" name="Viewed group member"/>
          <p:cNvSpPr/>
          <p:nvPr/>
        </p:nvSpPr>
        <p:spPr>
          <a:xfrm>
            <a:off x="27980640" y="1154430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0" name="Viewed group member"/>
          <p:cNvSpPr/>
          <p:nvPr/>
        </p:nvSpPr>
        <p:spPr>
          <a:xfrm>
            <a:off x="28872180" y="1154430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1" name="Viewed group member"/>
          <p:cNvSpPr/>
          <p:nvPr/>
        </p:nvSpPr>
        <p:spPr>
          <a:xfrm>
            <a:off x="29763720" y="1154430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2" name="Viewed group member"/>
          <p:cNvSpPr/>
          <p:nvPr/>
        </p:nvSpPr>
        <p:spPr>
          <a:xfrm>
            <a:off x="30655260" y="1154430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3" name="Viewed group member"/>
          <p:cNvSpPr/>
          <p:nvPr/>
        </p:nvSpPr>
        <p:spPr>
          <a:xfrm>
            <a:off x="31546800" y="1154430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4" name="Non-owning view of existing group"/>
          <p:cNvSpPr/>
          <p:nvPr/>
        </p:nvSpPr>
        <p:spPr>
          <a:xfrm>
            <a:off x="26060400" y="10424160"/>
            <a:ext cx="6858000" cy="258318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dk2"/>
            </a:solidFill>
            <a:prstDash val="dash"/>
          </a:ln>
        </p:spPr>
      </p:sp>
      <p:sp>
        <p:nvSpPr>
          <p:cNvPr id="45" name="`group_view`"/>
          <p:cNvSpPr/>
          <p:nvPr/>
        </p:nvSpPr>
        <p:spPr>
          <a:xfrm>
            <a:off x="24825960" y="1385316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group_view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46" name="NEW"/>
          <p:cNvSpPr/>
          <p:nvPr/>
        </p:nvSpPr>
        <p:spPr>
          <a:xfrm>
            <a:off x="28666440" y="13967460"/>
            <a:ext cx="2400300" cy="6629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NEW</a:t>
            </a:r>
          </a:p>
        </p:txBody>
      </p:sp>
      <p:sp>
        <p:nvSpPr>
          <p:cNvPr id="47" name="A non-owning group view&#10;over a group."/>
          <p:cNvSpPr/>
          <p:nvPr/>
        </p:nvSpPr>
        <p:spPr>
          <a:xfrm>
            <a:off x="24825960" y="15567660"/>
            <a:ext cx="932688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A non-owning group view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over a group.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>
  <p:cSld name="Implicit Groups — This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plicit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Implicit Groups</a:t>
            </a:r>
          </a:p>
        </p:txBody>
      </p:sp>
      <p:sp>
        <p:nvSpPr>
          <p:cNvPr id="3" name="This groups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This groups</a:t>
            </a:r>
          </a:p>
        </p:txBody>
      </p:sp>
      <p:sp>
        <p:nvSpPr>
          <p:cNvPr id="5" name="Shape"/>
          <p:cNvSpPr/>
          <p:nvPr/>
        </p:nvSpPr>
        <p:spPr>
          <a:xfrm>
            <a:off x="12801600" y="5029200"/>
            <a:ext cx="21945600" cy="89154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This groups use-case example" descr="Supplemental this-group usage example based on repository query and synchronization APIs"/>
          <p:cNvSpPr/>
          <p:nvPr/>
        </p:nvSpPr>
        <p:spPr>
          <a:xfrm>
            <a:off x="13258800" y="5394960"/>
            <a:ext cx="21031200" cy="8458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this_block_example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construction​​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synchronization​​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sync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   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equivalent to __barrier_sync(0)​​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sync_aligned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equivalent to __syncthreads()​​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Thread rank within block.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Warp count within block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Number of blocks within cluster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cluster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</p:txBody>
      </p:sp>
      <p:sp>
        <p:nvSpPr>
          <p:cNvPr id="7" name="Shape"/>
          <p:cNvSpPr/>
          <p:nvPr/>
        </p:nvSpPr>
        <p:spPr>
          <a:xfrm>
            <a:off x="1828800" y="59664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Named this_{level}"/>
          <p:cNvSpPr/>
          <p:nvPr/>
        </p:nvSpPr>
        <p:spPr>
          <a:xfrm>
            <a:off x="2583180" y="582930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Named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this_{level}</a:t>
            </a:r>
          </a:p>
        </p:txBody>
      </p:sp>
      <p:sp>
        <p:nvSpPr>
          <p:cNvPr id="9" name="Shape"/>
          <p:cNvSpPr/>
          <p:nvPr/>
        </p:nvSpPr>
        <p:spPr>
          <a:xfrm>
            <a:off x="1828800" y="78409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one class per level"/>
          <p:cNvSpPr/>
          <p:nvPr/>
        </p:nvSpPr>
        <p:spPr>
          <a:xfrm>
            <a:off x="2583180" y="770382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one class per level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971550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contain a single unit within the same level"/>
          <p:cNvSpPr/>
          <p:nvPr/>
        </p:nvSpPr>
        <p:spPr>
          <a:xfrm>
            <a:off x="2583180" y="957834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contain a single unit within the same level</a:t>
            </a:r>
          </a:p>
        </p:txBody>
      </p:sp>
      <p:sp>
        <p:nvSpPr>
          <p:cNvPr id="15" name="Shape"/>
          <p:cNvSpPr/>
          <p:nvPr/>
        </p:nvSpPr>
        <p:spPr>
          <a:xfrm>
            <a:off x="1828800" y="1159002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always contiguous"/>
          <p:cNvSpPr/>
          <p:nvPr/>
        </p:nvSpPr>
        <p:spPr>
          <a:xfrm>
            <a:off x="2583180" y="1145286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always contiguous</a:t>
            </a:r>
          </a:p>
        </p:txBody>
      </p:sp>
      <p:sp>
        <p:nvSpPr>
          <p:cNvPr id="17" name="this_grid: three illustrated blocks and additional blocks"/>
          <p:cNvSpPr/>
          <p:nvPr/>
        </p:nvSpPr>
        <p:spPr>
          <a:xfrm>
            <a:off x="1828800" y="14401800"/>
            <a:ext cx="32918400" cy="361696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1"/>
            </a:solidFill>
          </a:ln>
        </p:spPr>
      </p:sp>
      <p:sp>
        <p:nvSpPr>
          <p:cNvPr id="18" name="this_cluster: first two thread blocks"/>
          <p:cNvSpPr/>
          <p:nvPr/>
        </p:nvSpPr>
        <p:spPr>
          <a:xfrm>
            <a:off x="2194560" y="14706600"/>
            <a:ext cx="19293840" cy="304800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19" name="this_block: current block"/>
          <p:cNvSpPr/>
          <p:nvPr/>
        </p:nvSpPr>
        <p:spPr>
          <a:xfrm>
            <a:off x="2560320" y="15072360"/>
            <a:ext cx="8869680" cy="23774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50292">
            <a:solidFill>
              <a:schemeClr val="accent3"/>
            </a:solidFill>
          </a:ln>
        </p:spPr>
      </p:sp>
      <p:sp>
        <p:nvSpPr>
          <p:cNvPr id="20" name="Block 0"/>
          <p:cNvSpPr/>
          <p:nvPr/>
        </p:nvSpPr>
        <p:spPr>
          <a:xfrm>
            <a:off x="2834640" y="15214600"/>
            <a:ext cx="8321040" cy="447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21" name="this_warp: current warp"/>
          <p:cNvSpPr/>
          <p:nvPr/>
        </p:nvSpPr>
        <p:spPr>
          <a:xfrm>
            <a:off x="2834640" y="15681960"/>
            <a:ext cx="8321040" cy="6299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22" name="Thread 0 in block 0"/>
          <p:cNvSpPr/>
          <p:nvPr/>
        </p:nvSpPr>
        <p:spPr>
          <a:xfrm>
            <a:off x="30175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 in block 0"/>
          <p:cNvSpPr/>
          <p:nvPr/>
        </p:nvSpPr>
        <p:spPr>
          <a:xfrm>
            <a:off x="35204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2 in block 0"/>
          <p:cNvSpPr/>
          <p:nvPr/>
        </p:nvSpPr>
        <p:spPr>
          <a:xfrm>
            <a:off x="40233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3 in block 0"/>
          <p:cNvSpPr/>
          <p:nvPr/>
        </p:nvSpPr>
        <p:spPr>
          <a:xfrm>
            <a:off x="45262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4 in block 0"/>
          <p:cNvSpPr/>
          <p:nvPr/>
        </p:nvSpPr>
        <p:spPr>
          <a:xfrm>
            <a:off x="50292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is_thread: current thread"/>
          <p:cNvSpPr/>
          <p:nvPr/>
        </p:nvSpPr>
        <p:spPr>
          <a:xfrm>
            <a:off x="5463540" y="15722600"/>
            <a:ext cx="274320" cy="243840"/>
          </a:xfrm>
          <a:prstGeom prst="ellipse">
            <a:avLst/>
          </a:prstGeom>
          <a:noFill/>
          <a:ln w="45720">
            <a:solidFill>
              <a:schemeClr val="accent4"/>
            </a:solidFill>
          </a:ln>
        </p:spPr>
      </p:sp>
      <p:sp>
        <p:nvSpPr>
          <p:cNvPr id="28" name="Thread 5 in block 0"/>
          <p:cNvSpPr/>
          <p:nvPr/>
        </p:nvSpPr>
        <p:spPr>
          <a:xfrm>
            <a:off x="5532120" y="15783560"/>
            <a:ext cx="137160" cy="121920"/>
          </a:xfrm>
          <a:prstGeom prst="ellipse">
            <a:avLst/>
          </a:prstGeom>
          <a:solidFill>
            <a:schemeClr val="accent4"/>
          </a:solidFill>
          <a:ln w="11430">
            <a:solidFill>
              <a:schemeClr val="accent4"/>
            </a:solidFill>
          </a:ln>
        </p:spPr>
      </p:sp>
      <p:sp>
        <p:nvSpPr>
          <p:cNvPr id="29" name="Thread 6 in block 0"/>
          <p:cNvSpPr/>
          <p:nvPr/>
        </p:nvSpPr>
        <p:spPr>
          <a:xfrm>
            <a:off x="60350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7 in block 0"/>
          <p:cNvSpPr/>
          <p:nvPr/>
        </p:nvSpPr>
        <p:spPr>
          <a:xfrm>
            <a:off x="65379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8 in block 0"/>
          <p:cNvSpPr/>
          <p:nvPr/>
        </p:nvSpPr>
        <p:spPr>
          <a:xfrm>
            <a:off x="70408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9 in block 0"/>
          <p:cNvSpPr/>
          <p:nvPr/>
        </p:nvSpPr>
        <p:spPr>
          <a:xfrm>
            <a:off x="75438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10 in block 0"/>
          <p:cNvSpPr/>
          <p:nvPr/>
        </p:nvSpPr>
        <p:spPr>
          <a:xfrm>
            <a:off x="80467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11 in block 0"/>
          <p:cNvSpPr/>
          <p:nvPr/>
        </p:nvSpPr>
        <p:spPr>
          <a:xfrm>
            <a:off x="85496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12 in block 0"/>
          <p:cNvSpPr/>
          <p:nvPr/>
        </p:nvSpPr>
        <p:spPr>
          <a:xfrm>
            <a:off x="90525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13 in block 0"/>
          <p:cNvSpPr/>
          <p:nvPr/>
        </p:nvSpPr>
        <p:spPr>
          <a:xfrm>
            <a:off x="95554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14 in block 0"/>
          <p:cNvSpPr/>
          <p:nvPr/>
        </p:nvSpPr>
        <p:spPr>
          <a:xfrm>
            <a:off x="100584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15 in block 0"/>
          <p:cNvSpPr/>
          <p:nvPr/>
        </p:nvSpPr>
        <p:spPr>
          <a:xfrm>
            <a:off x="105613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16 in block 0"/>
          <p:cNvSpPr/>
          <p:nvPr/>
        </p:nvSpPr>
        <p:spPr>
          <a:xfrm>
            <a:off x="30175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17 in block 0"/>
          <p:cNvSpPr/>
          <p:nvPr/>
        </p:nvSpPr>
        <p:spPr>
          <a:xfrm>
            <a:off x="35204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18 in block 0"/>
          <p:cNvSpPr/>
          <p:nvPr/>
        </p:nvSpPr>
        <p:spPr>
          <a:xfrm>
            <a:off x="40233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19 in block 0"/>
          <p:cNvSpPr/>
          <p:nvPr/>
        </p:nvSpPr>
        <p:spPr>
          <a:xfrm>
            <a:off x="45262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Thread 20 in block 0"/>
          <p:cNvSpPr/>
          <p:nvPr/>
        </p:nvSpPr>
        <p:spPr>
          <a:xfrm>
            <a:off x="50292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4" name="Thread 21 in block 0"/>
          <p:cNvSpPr/>
          <p:nvPr/>
        </p:nvSpPr>
        <p:spPr>
          <a:xfrm>
            <a:off x="55321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22 in block 0"/>
          <p:cNvSpPr/>
          <p:nvPr/>
        </p:nvSpPr>
        <p:spPr>
          <a:xfrm>
            <a:off x="60350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Thread 23 in block 0"/>
          <p:cNvSpPr/>
          <p:nvPr/>
        </p:nvSpPr>
        <p:spPr>
          <a:xfrm>
            <a:off x="65379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24 in block 0"/>
          <p:cNvSpPr/>
          <p:nvPr/>
        </p:nvSpPr>
        <p:spPr>
          <a:xfrm>
            <a:off x="70408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Thread 25 in block 0"/>
          <p:cNvSpPr/>
          <p:nvPr/>
        </p:nvSpPr>
        <p:spPr>
          <a:xfrm>
            <a:off x="75438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26 in block 0"/>
          <p:cNvSpPr/>
          <p:nvPr/>
        </p:nvSpPr>
        <p:spPr>
          <a:xfrm>
            <a:off x="80467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Thread 27 in block 0"/>
          <p:cNvSpPr/>
          <p:nvPr/>
        </p:nvSpPr>
        <p:spPr>
          <a:xfrm>
            <a:off x="85496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28 in block 0"/>
          <p:cNvSpPr/>
          <p:nvPr/>
        </p:nvSpPr>
        <p:spPr>
          <a:xfrm>
            <a:off x="90525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29 in block 0"/>
          <p:cNvSpPr/>
          <p:nvPr/>
        </p:nvSpPr>
        <p:spPr>
          <a:xfrm>
            <a:off x="95554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30 in block 0"/>
          <p:cNvSpPr/>
          <p:nvPr/>
        </p:nvSpPr>
        <p:spPr>
          <a:xfrm>
            <a:off x="100584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Thread 31 in block 0"/>
          <p:cNvSpPr/>
          <p:nvPr/>
        </p:nvSpPr>
        <p:spPr>
          <a:xfrm>
            <a:off x="105613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32 in block 0"/>
          <p:cNvSpPr/>
          <p:nvPr/>
        </p:nvSpPr>
        <p:spPr>
          <a:xfrm>
            <a:off x="30175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Thread 33 in block 0"/>
          <p:cNvSpPr/>
          <p:nvPr/>
        </p:nvSpPr>
        <p:spPr>
          <a:xfrm>
            <a:off x="35204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34 in block 0"/>
          <p:cNvSpPr/>
          <p:nvPr/>
        </p:nvSpPr>
        <p:spPr>
          <a:xfrm>
            <a:off x="40233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Thread 35 in block 0"/>
          <p:cNvSpPr/>
          <p:nvPr/>
        </p:nvSpPr>
        <p:spPr>
          <a:xfrm>
            <a:off x="45262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36 in block 0"/>
          <p:cNvSpPr/>
          <p:nvPr/>
        </p:nvSpPr>
        <p:spPr>
          <a:xfrm>
            <a:off x="50292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Thread 37 in block 0"/>
          <p:cNvSpPr/>
          <p:nvPr/>
        </p:nvSpPr>
        <p:spPr>
          <a:xfrm>
            <a:off x="55321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38 in block 0"/>
          <p:cNvSpPr/>
          <p:nvPr/>
        </p:nvSpPr>
        <p:spPr>
          <a:xfrm>
            <a:off x="60350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Thread 39 in block 0"/>
          <p:cNvSpPr/>
          <p:nvPr/>
        </p:nvSpPr>
        <p:spPr>
          <a:xfrm>
            <a:off x="65379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40 in block 0"/>
          <p:cNvSpPr/>
          <p:nvPr/>
        </p:nvSpPr>
        <p:spPr>
          <a:xfrm>
            <a:off x="70408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Thread 41 in block 0"/>
          <p:cNvSpPr/>
          <p:nvPr/>
        </p:nvSpPr>
        <p:spPr>
          <a:xfrm>
            <a:off x="75438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42 in block 0"/>
          <p:cNvSpPr/>
          <p:nvPr/>
        </p:nvSpPr>
        <p:spPr>
          <a:xfrm>
            <a:off x="80467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Thread 43 in block 0"/>
          <p:cNvSpPr/>
          <p:nvPr/>
        </p:nvSpPr>
        <p:spPr>
          <a:xfrm>
            <a:off x="85496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44 in block 0"/>
          <p:cNvSpPr/>
          <p:nvPr/>
        </p:nvSpPr>
        <p:spPr>
          <a:xfrm>
            <a:off x="90525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Thread 45 in block 0"/>
          <p:cNvSpPr/>
          <p:nvPr/>
        </p:nvSpPr>
        <p:spPr>
          <a:xfrm>
            <a:off x="95554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46 in block 0"/>
          <p:cNvSpPr/>
          <p:nvPr/>
        </p:nvSpPr>
        <p:spPr>
          <a:xfrm>
            <a:off x="100584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47 in block 0"/>
          <p:cNvSpPr/>
          <p:nvPr/>
        </p:nvSpPr>
        <p:spPr>
          <a:xfrm>
            <a:off x="105613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48 in block 0"/>
          <p:cNvSpPr/>
          <p:nvPr/>
        </p:nvSpPr>
        <p:spPr>
          <a:xfrm>
            <a:off x="30175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Thread 49 in block 0"/>
          <p:cNvSpPr/>
          <p:nvPr/>
        </p:nvSpPr>
        <p:spPr>
          <a:xfrm>
            <a:off x="35204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50 in block 0"/>
          <p:cNvSpPr/>
          <p:nvPr/>
        </p:nvSpPr>
        <p:spPr>
          <a:xfrm>
            <a:off x="40233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51 in block 0"/>
          <p:cNvSpPr/>
          <p:nvPr/>
        </p:nvSpPr>
        <p:spPr>
          <a:xfrm>
            <a:off x="45262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52 in block 0"/>
          <p:cNvSpPr/>
          <p:nvPr/>
        </p:nvSpPr>
        <p:spPr>
          <a:xfrm>
            <a:off x="50292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53 in block 0"/>
          <p:cNvSpPr/>
          <p:nvPr/>
        </p:nvSpPr>
        <p:spPr>
          <a:xfrm>
            <a:off x="55321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54 in block 0"/>
          <p:cNvSpPr/>
          <p:nvPr/>
        </p:nvSpPr>
        <p:spPr>
          <a:xfrm>
            <a:off x="60350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55 in block 0"/>
          <p:cNvSpPr/>
          <p:nvPr/>
        </p:nvSpPr>
        <p:spPr>
          <a:xfrm>
            <a:off x="65379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56 in block 0"/>
          <p:cNvSpPr/>
          <p:nvPr/>
        </p:nvSpPr>
        <p:spPr>
          <a:xfrm>
            <a:off x="70408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57 in block 0"/>
          <p:cNvSpPr/>
          <p:nvPr/>
        </p:nvSpPr>
        <p:spPr>
          <a:xfrm>
            <a:off x="75438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58 in block 0"/>
          <p:cNvSpPr/>
          <p:nvPr/>
        </p:nvSpPr>
        <p:spPr>
          <a:xfrm>
            <a:off x="80467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59 in block 0"/>
          <p:cNvSpPr/>
          <p:nvPr/>
        </p:nvSpPr>
        <p:spPr>
          <a:xfrm>
            <a:off x="85496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60 in block 0"/>
          <p:cNvSpPr/>
          <p:nvPr/>
        </p:nvSpPr>
        <p:spPr>
          <a:xfrm>
            <a:off x="90525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61 in block 0"/>
          <p:cNvSpPr/>
          <p:nvPr/>
        </p:nvSpPr>
        <p:spPr>
          <a:xfrm>
            <a:off x="95554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62 in block 0"/>
          <p:cNvSpPr/>
          <p:nvPr/>
        </p:nvSpPr>
        <p:spPr>
          <a:xfrm>
            <a:off x="100584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63 in block 0"/>
          <p:cNvSpPr/>
          <p:nvPr/>
        </p:nvSpPr>
        <p:spPr>
          <a:xfrm>
            <a:off x="105613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block 1"/>
          <p:cNvSpPr/>
          <p:nvPr/>
        </p:nvSpPr>
        <p:spPr>
          <a:xfrm>
            <a:off x="12252960" y="15072360"/>
            <a:ext cx="8869680" cy="23774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8" name="Block 1"/>
          <p:cNvSpPr/>
          <p:nvPr/>
        </p:nvSpPr>
        <p:spPr>
          <a:xfrm>
            <a:off x="12527280" y="15214600"/>
            <a:ext cx="8321040" cy="447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89" name="Thread 0 in block 1"/>
          <p:cNvSpPr/>
          <p:nvPr/>
        </p:nvSpPr>
        <p:spPr>
          <a:xfrm>
            <a:off x="127101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Thread 1 in block 1"/>
          <p:cNvSpPr/>
          <p:nvPr/>
        </p:nvSpPr>
        <p:spPr>
          <a:xfrm>
            <a:off x="132130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2 in block 1"/>
          <p:cNvSpPr/>
          <p:nvPr/>
        </p:nvSpPr>
        <p:spPr>
          <a:xfrm>
            <a:off x="137160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3 in block 1"/>
          <p:cNvSpPr/>
          <p:nvPr/>
        </p:nvSpPr>
        <p:spPr>
          <a:xfrm>
            <a:off x="142189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4 in block 1"/>
          <p:cNvSpPr/>
          <p:nvPr/>
        </p:nvSpPr>
        <p:spPr>
          <a:xfrm>
            <a:off x="147218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5 in block 1"/>
          <p:cNvSpPr/>
          <p:nvPr/>
        </p:nvSpPr>
        <p:spPr>
          <a:xfrm>
            <a:off x="152247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6 in block 1"/>
          <p:cNvSpPr/>
          <p:nvPr/>
        </p:nvSpPr>
        <p:spPr>
          <a:xfrm>
            <a:off x="157276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7 in block 1"/>
          <p:cNvSpPr/>
          <p:nvPr/>
        </p:nvSpPr>
        <p:spPr>
          <a:xfrm>
            <a:off x="162306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 in block 1"/>
          <p:cNvSpPr/>
          <p:nvPr/>
        </p:nvSpPr>
        <p:spPr>
          <a:xfrm>
            <a:off x="167335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9 in block 1"/>
          <p:cNvSpPr/>
          <p:nvPr/>
        </p:nvSpPr>
        <p:spPr>
          <a:xfrm>
            <a:off x="172364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10 in block 1"/>
          <p:cNvSpPr/>
          <p:nvPr/>
        </p:nvSpPr>
        <p:spPr>
          <a:xfrm>
            <a:off x="177393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11 in block 1"/>
          <p:cNvSpPr/>
          <p:nvPr/>
        </p:nvSpPr>
        <p:spPr>
          <a:xfrm>
            <a:off x="182422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12 in block 1"/>
          <p:cNvSpPr/>
          <p:nvPr/>
        </p:nvSpPr>
        <p:spPr>
          <a:xfrm>
            <a:off x="187452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13 in block 1"/>
          <p:cNvSpPr/>
          <p:nvPr/>
        </p:nvSpPr>
        <p:spPr>
          <a:xfrm>
            <a:off x="192481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14 in block 1"/>
          <p:cNvSpPr/>
          <p:nvPr/>
        </p:nvSpPr>
        <p:spPr>
          <a:xfrm>
            <a:off x="197510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15 in block 1"/>
          <p:cNvSpPr/>
          <p:nvPr/>
        </p:nvSpPr>
        <p:spPr>
          <a:xfrm>
            <a:off x="202539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16 in block 1"/>
          <p:cNvSpPr/>
          <p:nvPr/>
        </p:nvSpPr>
        <p:spPr>
          <a:xfrm>
            <a:off x="127101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17 in block 1"/>
          <p:cNvSpPr/>
          <p:nvPr/>
        </p:nvSpPr>
        <p:spPr>
          <a:xfrm>
            <a:off x="132130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18 in block 1"/>
          <p:cNvSpPr/>
          <p:nvPr/>
        </p:nvSpPr>
        <p:spPr>
          <a:xfrm>
            <a:off x="137160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19 in block 1"/>
          <p:cNvSpPr/>
          <p:nvPr/>
        </p:nvSpPr>
        <p:spPr>
          <a:xfrm>
            <a:off x="142189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20 in block 1"/>
          <p:cNvSpPr/>
          <p:nvPr/>
        </p:nvSpPr>
        <p:spPr>
          <a:xfrm>
            <a:off x="147218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21 in block 1"/>
          <p:cNvSpPr/>
          <p:nvPr/>
        </p:nvSpPr>
        <p:spPr>
          <a:xfrm>
            <a:off x="152247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Thread 22 in block 1"/>
          <p:cNvSpPr/>
          <p:nvPr/>
        </p:nvSpPr>
        <p:spPr>
          <a:xfrm>
            <a:off x="157276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Thread 23 in block 1"/>
          <p:cNvSpPr/>
          <p:nvPr/>
        </p:nvSpPr>
        <p:spPr>
          <a:xfrm>
            <a:off x="162306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Thread 24 in block 1"/>
          <p:cNvSpPr/>
          <p:nvPr/>
        </p:nvSpPr>
        <p:spPr>
          <a:xfrm>
            <a:off x="167335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Thread 25 in block 1"/>
          <p:cNvSpPr/>
          <p:nvPr/>
        </p:nvSpPr>
        <p:spPr>
          <a:xfrm>
            <a:off x="172364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Thread 26 in block 1"/>
          <p:cNvSpPr/>
          <p:nvPr/>
        </p:nvSpPr>
        <p:spPr>
          <a:xfrm>
            <a:off x="177393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Thread 27 in block 1"/>
          <p:cNvSpPr/>
          <p:nvPr/>
        </p:nvSpPr>
        <p:spPr>
          <a:xfrm>
            <a:off x="182422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Thread 28 in block 1"/>
          <p:cNvSpPr/>
          <p:nvPr/>
        </p:nvSpPr>
        <p:spPr>
          <a:xfrm>
            <a:off x="187452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29 in block 1"/>
          <p:cNvSpPr/>
          <p:nvPr/>
        </p:nvSpPr>
        <p:spPr>
          <a:xfrm>
            <a:off x="192481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Thread 30 in block 1"/>
          <p:cNvSpPr/>
          <p:nvPr/>
        </p:nvSpPr>
        <p:spPr>
          <a:xfrm>
            <a:off x="197510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Thread 31 in block 1"/>
          <p:cNvSpPr/>
          <p:nvPr/>
        </p:nvSpPr>
        <p:spPr>
          <a:xfrm>
            <a:off x="202539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Thread 32 in block 1"/>
          <p:cNvSpPr/>
          <p:nvPr/>
        </p:nvSpPr>
        <p:spPr>
          <a:xfrm>
            <a:off x="127101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Thread 33 in block 1"/>
          <p:cNvSpPr/>
          <p:nvPr/>
        </p:nvSpPr>
        <p:spPr>
          <a:xfrm>
            <a:off x="132130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Thread 34 in block 1"/>
          <p:cNvSpPr/>
          <p:nvPr/>
        </p:nvSpPr>
        <p:spPr>
          <a:xfrm>
            <a:off x="137160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Thread 35 in block 1"/>
          <p:cNvSpPr/>
          <p:nvPr/>
        </p:nvSpPr>
        <p:spPr>
          <a:xfrm>
            <a:off x="142189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Thread 36 in block 1"/>
          <p:cNvSpPr/>
          <p:nvPr/>
        </p:nvSpPr>
        <p:spPr>
          <a:xfrm>
            <a:off x="147218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Thread 37 in block 1"/>
          <p:cNvSpPr/>
          <p:nvPr/>
        </p:nvSpPr>
        <p:spPr>
          <a:xfrm>
            <a:off x="152247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Thread 38 in block 1"/>
          <p:cNvSpPr/>
          <p:nvPr/>
        </p:nvSpPr>
        <p:spPr>
          <a:xfrm>
            <a:off x="157276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Thread 39 in block 1"/>
          <p:cNvSpPr/>
          <p:nvPr/>
        </p:nvSpPr>
        <p:spPr>
          <a:xfrm>
            <a:off x="162306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40 in block 1"/>
          <p:cNvSpPr/>
          <p:nvPr/>
        </p:nvSpPr>
        <p:spPr>
          <a:xfrm>
            <a:off x="167335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Thread 41 in block 1"/>
          <p:cNvSpPr/>
          <p:nvPr/>
        </p:nvSpPr>
        <p:spPr>
          <a:xfrm>
            <a:off x="172364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Thread 42 in block 1"/>
          <p:cNvSpPr/>
          <p:nvPr/>
        </p:nvSpPr>
        <p:spPr>
          <a:xfrm>
            <a:off x="177393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Thread 43 in block 1"/>
          <p:cNvSpPr/>
          <p:nvPr/>
        </p:nvSpPr>
        <p:spPr>
          <a:xfrm>
            <a:off x="182422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Thread 44 in block 1"/>
          <p:cNvSpPr/>
          <p:nvPr/>
        </p:nvSpPr>
        <p:spPr>
          <a:xfrm>
            <a:off x="187452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Thread 45 in block 1"/>
          <p:cNvSpPr/>
          <p:nvPr/>
        </p:nvSpPr>
        <p:spPr>
          <a:xfrm>
            <a:off x="192481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Thread 46 in block 1"/>
          <p:cNvSpPr/>
          <p:nvPr/>
        </p:nvSpPr>
        <p:spPr>
          <a:xfrm>
            <a:off x="197510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47 in block 1"/>
          <p:cNvSpPr/>
          <p:nvPr/>
        </p:nvSpPr>
        <p:spPr>
          <a:xfrm>
            <a:off x="202539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Thread 48 in block 1"/>
          <p:cNvSpPr/>
          <p:nvPr/>
        </p:nvSpPr>
        <p:spPr>
          <a:xfrm>
            <a:off x="127101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Thread 49 in block 1"/>
          <p:cNvSpPr/>
          <p:nvPr/>
        </p:nvSpPr>
        <p:spPr>
          <a:xfrm>
            <a:off x="132130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Thread 50 in block 1"/>
          <p:cNvSpPr/>
          <p:nvPr/>
        </p:nvSpPr>
        <p:spPr>
          <a:xfrm>
            <a:off x="137160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51 in block 1"/>
          <p:cNvSpPr/>
          <p:nvPr/>
        </p:nvSpPr>
        <p:spPr>
          <a:xfrm>
            <a:off x="142189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52 in block 1"/>
          <p:cNvSpPr/>
          <p:nvPr/>
        </p:nvSpPr>
        <p:spPr>
          <a:xfrm>
            <a:off x="147218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53 in block 1"/>
          <p:cNvSpPr/>
          <p:nvPr/>
        </p:nvSpPr>
        <p:spPr>
          <a:xfrm>
            <a:off x="152247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54 in block 1"/>
          <p:cNvSpPr/>
          <p:nvPr/>
        </p:nvSpPr>
        <p:spPr>
          <a:xfrm>
            <a:off x="157276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Thread 55 in block 1"/>
          <p:cNvSpPr/>
          <p:nvPr/>
        </p:nvSpPr>
        <p:spPr>
          <a:xfrm>
            <a:off x="162306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Thread 56 in block 1"/>
          <p:cNvSpPr/>
          <p:nvPr/>
        </p:nvSpPr>
        <p:spPr>
          <a:xfrm>
            <a:off x="167335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Thread 57 in block 1"/>
          <p:cNvSpPr/>
          <p:nvPr/>
        </p:nvSpPr>
        <p:spPr>
          <a:xfrm>
            <a:off x="172364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Thread 58 in block 1"/>
          <p:cNvSpPr/>
          <p:nvPr/>
        </p:nvSpPr>
        <p:spPr>
          <a:xfrm>
            <a:off x="177393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Thread 59 in block 1"/>
          <p:cNvSpPr/>
          <p:nvPr/>
        </p:nvSpPr>
        <p:spPr>
          <a:xfrm>
            <a:off x="182422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Thread 60 in block 1"/>
          <p:cNvSpPr/>
          <p:nvPr/>
        </p:nvSpPr>
        <p:spPr>
          <a:xfrm>
            <a:off x="187452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Thread 61 in block 1"/>
          <p:cNvSpPr/>
          <p:nvPr/>
        </p:nvSpPr>
        <p:spPr>
          <a:xfrm>
            <a:off x="192481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Thread 62 in block 1"/>
          <p:cNvSpPr/>
          <p:nvPr/>
        </p:nvSpPr>
        <p:spPr>
          <a:xfrm>
            <a:off x="197510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Thread 63 in block 1"/>
          <p:cNvSpPr/>
          <p:nvPr/>
        </p:nvSpPr>
        <p:spPr>
          <a:xfrm>
            <a:off x="202539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Thread block 2"/>
          <p:cNvSpPr/>
          <p:nvPr/>
        </p:nvSpPr>
        <p:spPr>
          <a:xfrm>
            <a:off x="21945600" y="15072360"/>
            <a:ext cx="8869680" cy="23774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54" name="Block 2"/>
          <p:cNvSpPr/>
          <p:nvPr/>
        </p:nvSpPr>
        <p:spPr>
          <a:xfrm>
            <a:off x="22219920" y="15214600"/>
            <a:ext cx="8321040" cy="447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2</a:t>
            </a:r>
          </a:p>
        </p:txBody>
      </p:sp>
      <p:sp>
        <p:nvSpPr>
          <p:cNvPr id="155" name="Thread 0 in block 2"/>
          <p:cNvSpPr/>
          <p:nvPr/>
        </p:nvSpPr>
        <p:spPr>
          <a:xfrm>
            <a:off x="224028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1 in block 2"/>
          <p:cNvSpPr/>
          <p:nvPr/>
        </p:nvSpPr>
        <p:spPr>
          <a:xfrm>
            <a:off x="229057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2 in block 2"/>
          <p:cNvSpPr/>
          <p:nvPr/>
        </p:nvSpPr>
        <p:spPr>
          <a:xfrm>
            <a:off x="234086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3 in block 2"/>
          <p:cNvSpPr/>
          <p:nvPr/>
        </p:nvSpPr>
        <p:spPr>
          <a:xfrm>
            <a:off x="239115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4 in block 2"/>
          <p:cNvSpPr/>
          <p:nvPr/>
        </p:nvSpPr>
        <p:spPr>
          <a:xfrm>
            <a:off x="244144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5 in block 2"/>
          <p:cNvSpPr/>
          <p:nvPr/>
        </p:nvSpPr>
        <p:spPr>
          <a:xfrm>
            <a:off x="249174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6 in block 2"/>
          <p:cNvSpPr/>
          <p:nvPr/>
        </p:nvSpPr>
        <p:spPr>
          <a:xfrm>
            <a:off x="254203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7 in block 2"/>
          <p:cNvSpPr/>
          <p:nvPr/>
        </p:nvSpPr>
        <p:spPr>
          <a:xfrm>
            <a:off x="259232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8 in block 2"/>
          <p:cNvSpPr/>
          <p:nvPr/>
        </p:nvSpPr>
        <p:spPr>
          <a:xfrm>
            <a:off x="264261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9 in block 2"/>
          <p:cNvSpPr/>
          <p:nvPr/>
        </p:nvSpPr>
        <p:spPr>
          <a:xfrm>
            <a:off x="269290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0 in block 2"/>
          <p:cNvSpPr/>
          <p:nvPr/>
        </p:nvSpPr>
        <p:spPr>
          <a:xfrm>
            <a:off x="274320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1 in block 2"/>
          <p:cNvSpPr/>
          <p:nvPr/>
        </p:nvSpPr>
        <p:spPr>
          <a:xfrm>
            <a:off x="279349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2 in block 2"/>
          <p:cNvSpPr/>
          <p:nvPr/>
        </p:nvSpPr>
        <p:spPr>
          <a:xfrm>
            <a:off x="284378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3 in block 2"/>
          <p:cNvSpPr/>
          <p:nvPr/>
        </p:nvSpPr>
        <p:spPr>
          <a:xfrm>
            <a:off x="289407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4 in block 2"/>
          <p:cNvSpPr/>
          <p:nvPr/>
        </p:nvSpPr>
        <p:spPr>
          <a:xfrm>
            <a:off x="294436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15 in block 2"/>
          <p:cNvSpPr/>
          <p:nvPr/>
        </p:nvSpPr>
        <p:spPr>
          <a:xfrm>
            <a:off x="299466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16 in block 2"/>
          <p:cNvSpPr/>
          <p:nvPr/>
        </p:nvSpPr>
        <p:spPr>
          <a:xfrm>
            <a:off x="224028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17 in block 2"/>
          <p:cNvSpPr/>
          <p:nvPr/>
        </p:nvSpPr>
        <p:spPr>
          <a:xfrm>
            <a:off x="229057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18 in block 2"/>
          <p:cNvSpPr/>
          <p:nvPr/>
        </p:nvSpPr>
        <p:spPr>
          <a:xfrm>
            <a:off x="234086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19 in block 2"/>
          <p:cNvSpPr/>
          <p:nvPr/>
        </p:nvSpPr>
        <p:spPr>
          <a:xfrm>
            <a:off x="239115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0 in block 2"/>
          <p:cNvSpPr/>
          <p:nvPr/>
        </p:nvSpPr>
        <p:spPr>
          <a:xfrm>
            <a:off x="244144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1 in block 2"/>
          <p:cNvSpPr/>
          <p:nvPr/>
        </p:nvSpPr>
        <p:spPr>
          <a:xfrm>
            <a:off x="249174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2 in block 2"/>
          <p:cNvSpPr/>
          <p:nvPr/>
        </p:nvSpPr>
        <p:spPr>
          <a:xfrm>
            <a:off x="254203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3 in block 2"/>
          <p:cNvSpPr/>
          <p:nvPr/>
        </p:nvSpPr>
        <p:spPr>
          <a:xfrm>
            <a:off x="259232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4 in block 2"/>
          <p:cNvSpPr/>
          <p:nvPr/>
        </p:nvSpPr>
        <p:spPr>
          <a:xfrm>
            <a:off x="264261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25 in block 2"/>
          <p:cNvSpPr/>
          <p:nvPr/>
        </p:nvSpPr>
        <p:spPr>
          <a:xfrm>
            <a:off x="269290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26 in block 2"/>
          <p:cNvSpPr/>
          <p:nvPr/>
        </p:nvSpPr>
        <p:spPr>
          <a:xfrm>
            <a:off x="274320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27 in block 2"/>
          <p:cNvSpPr/>
          <p:nvPr/>
        </p:nvSpPr>
        <p:spPr>
          <a:xfrm>
            <a:off x="279349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28 in block 2"/>
          <p:cNvSpPr/>
          <p:nvPr/>
        </p:nvSpPr>
        <p:spPr>
          <a:xfrm>
            <a:off x="284378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29 in block 2"/>
          <p:cNvSpPr/>
          <p:nvPr/>
        </p:nvSpPr>
        <p:spPr>
          <a:xfrm>
            <a:off x="289407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Thread 30 in block 2"/>
          <p:cNvSpPr/>
          <p:nvPr/>
        </p:nvSpPr>
        <p:spPr>
          <a:xfrm>
            <a:off x="294436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Thread 31 in block 2"/>
          <p:cNvSpPr/>
          <p:nvPr/>
        </p:nvSpPr>
        <p:spPr>
          <a:xfrm>
            <a:off x="299466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7" name="Thread 32 in block 2"/>
          <p:cNvSpPr/>
          <p:nvPr/>
        </p:nvSpPr>
        <p:spPr>
          <a:xfrm>
            <a:off x="224028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Thread 33 in block 2"/>
          <p:cNvSpPr/>
          <p:nvPr/>
        </p:nvSpPr>
        <p:spPr>
          <a:xfrm>
            <a:off x="229057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Thread 34 in block 2"/>
          <p:cNvSpPr/>
          <p:nvPr/>
        </p:nvSpPr>
        <p:spPr>
          <a:xfrm>
            <a:off x="234086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Thread 35 in block 2"/>
          <p:cNvSpPr/>
          <p:nvPr/>
        </p:nvSpPr>
        <p:spPr>
          <a:xfrm>
            <a:off x="239115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1" name="Thread 36 in block 2"/>
          <p:cNvSpPr/>
          <p:nvPr/>
        </p:nvSpPr>
        <p:spPr>
          <a:xfrm>
            <a:off x="244144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Thread 37 in block 2"/>
          <p:cNvSpPr/>
          <p:nvPr/>
        </p:nvSpPr>
        <p:spPr>
          <a:xfrm>
            <a:off x="249174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3" name="Thread 38 in block 2"/>
          <p:cNvSpPr/>
          <p:nvPr/>
        </p:nvSpPr>
        <p:spPr>
          <a:xfrm>
            <a:off x="254203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Thread 39 in block 2"/>
          <p:cNvSpPr/>
          <p:nvPr/>
        </p:nvSpPr>
        <p:spPr>
          <a:xfrm>
            <a:off x="259232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Thread 40 in block 2"/>
          <p:cNvSpPr/>
          <p:nvPr/>
        </p:nvSpPr>
        <p:spPr>
          <a:xfrm>
            <a:off x="264261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Thread 41 in block 2"/>
          <p:cNvSpPr/>
          <p:nvPr/>
        </p:nvSpPr>
        <p:spPr>
          <a:xfrm>
            <a:off x="269290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42 in block 2"/>
          <p:cNvSpPr/>
          <p:nvPr/>
        </p:nvSpPr>
        <p:spPr>
          <a:xfrm>
            <a:off x="274320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Thread 43 in block 2"/>
          <p:cNvSpPr/>
          <p:nvPr/>
        </p:nvSpPr>
        <p:spPr>
          <a:xfrm>
            <a:off x="279349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9" name="Thread 44 in block 2"/>
          <p:cNvSpPr/>
          <p:nvPr/>
        </p:nvSpPr>
        <p:spPr>
          <a:xfrm>
            <a:off x="284378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0" name="Thread 45 in block 2"/>
          <p:cNvSpPr/>
          <p:nvPr/>
        </p:nvSpPr>
        <p:spPr>
          <a:xfrm>
            <a:off x="289407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Thread 46 in block 2"/>
          <p:cNvSpPr/>
          <p:nvPr/>
        </p:nvSpPr>
        <p:spPr>
          <a:xfrm>
            <a:off x="294436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2" name="Thread 47 in block 2"/>
          <p:cNvSpPr/>
          <p:nvPr/>
        </p:nvSpPr>
        <p:spPr>
          <a:xfrm>
            <a:off x="299466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3" name="Thread 48 in block 2"/>
          <p:cNvSpPr/>
          <p:nvPr/>
        </p:nvSpPr>
        <p:spPr>
          <a:xfrm>
            <a:off x="224028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49 in block 2"/>
          <p:cNvSpPr/>
          <p:nvPr/>
        </p:nvSpPr>
        <p:spPr>
          <a:xfrm>
            <a:off x="229057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50 in block 2"/>
          <p:cNvSpPr/>
          <p:nvPr/>
        </p:nvSpPr>
        <p:spPr>
          <a:xfrm>
            <a:off x="234086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51 in block 2"/>
          <p:cNvSpPr/>
          <p:nvPr/>
        </p:nvSpPr>
        <p:spPr>
          <a:xfrm>
            <a:off x="239115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52 in block 2"/>
          <p:cNvSpPr/>
          <p:nvPr/>
        </p:nvSpPr>
        <p:spPr>
          <a:xfrm>
            <a:off x="244144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53 in block 2"/>
          <p:cNvSpPr/>
          <p:nvPr/>
        </p:nvSpPr>
        <p:spPr>
          <a:xfrm>
            <a:off x="249174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54 in block 2"/>
          <p:cNvSpPr/>
          <p:nvPr/>
        </p:nvSpPr>
        <p:spPr>
          <a:xfrm>
            <a:off x="254203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55 in block 2"/>
          <p:cNvSpPr/>
          <p:nvPr/>
        </p:nvSpPr>
        <p:spPr>
          <a:xfrm>
            <a:off x="259232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56 in block 2"/>
          <p:cNvSpPr/>
          <p:nvPr/>
        </p:nvSpPr>
        <p:spPr>
          <a:xfrm>
            <a:off x="264261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57 in block 2"/>
          <p:cNvSpPr/>
          <p:nvPr/>
        </p:nvSpPr>
        <p:spPr>
          <a:xfrm>
            <a:off x="269290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58 in block 2"/>
          <p:cNvSpPr/>
          <p:nvPr/>
        </p:nvSpPr>
        <p:spPr>
          <a:xfrm>
            <a:off x="274320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Thread 59 in block 2"/>
          <p:cNvSpPr/>
          <p:nvPr/>
        </p:nvSpPr>
        <p:spPr>
          <a:xfrm>
            <a:off x="279349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Thread 60 in block 2"/>
          <p:cNvSpPr/>
          <p:nvPr/>
        </p:nvSpPr>
        <p:spPr>
          <a:xfrm>
            <a:off x="284378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61 in block 2"/>
          <p:cNvSpPr/>
          <p:nvPr/>
        </p:nvSpPr>
        <p:spPr>
          <a:xfrm>
            <a:off x="289407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62 in block 2"/>
          <p:cNvSpPr/>
          <p:nvPr/>
        </p:nvSpPr>
        <p:spPr>
          <a:xfrm>
            <a:off x="294436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Thread 63 in block 2"/>
          <p:cNvSpPr/>
          <p:nvPr/>
        </p:nvSpPr>
        <p:spPr>
          <a:xfrm>
            <a:off x="299466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9" name="Additional blocks in this grid"/>
          <p:cNvSpPr/>
          <p:nvPr/>
        </p:nvSpPr>
        <p:spPr>
          <a:xfrm>
            <a:off x="31318200" y="15824200"/>
            <a:ext cx="2286000" cy="975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6120" b="0">
                <a:solidFill>
                  <a:schemeClr val="accent6"/>
                </a:solidFill>
                <a:latin typeface="NVIDIA Sans"/>
              </a:rPr>
              <a:t xml:space="preserve">...</a:t>
            </a:r>
          </a:p>
        </p:txBody>
      </p:sp>
      <p:sp>
        <p:nvSpPr>
          <p:cNvPr id="220" name="Shape"/>
          <p:cNvSpPr/>
          <p:nvPr/>
        </p:nvSpPr>
        <p:spPr>
          <a:xfrm>
            <a:off x="41148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221" name="`this_thread`"/>
          <p:cNvSpPr/>
          <p:nvPr/>
        </p:nvSpPr>
        <p:spPr>
          <a:xfrm>
            <a:off x="4617720" y="18379440"/>
            <a:ext cx="3726180" cy="5486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4"/>
                </a:solidFill>
                <a:latin typeface="NVIDIA Sans"/>
              </a:rPr>
              <a:t xml:space="preserve"/>
            </a:r>
            <a:r>
              <a:rPr lang="en-US" sz="2520" b="0">
                <a:solidFill>
                  <a:schemeClr val="accent4"/>
                </a:solidFill>
                <a:latin typeface="DejaVu Sans Mono"/>
              </a:rPr>
              <a:t xml:space="preserve">this_thread</a:t>
            </a:r>
            <a:r>
              <a:rPr lang="en-US" sz="2520" b="0">
                <a:solidFill>
                  <a:schemeClr val="accent4"/>
                </a:solidFill>
                <a:latin typeface="NVIDIA Sans"/>
              </a:rPr>
              <a:t xml:space="preserve"/>
            </a:r>
          </a:p>
        </p:txBody>
      </p:sp>
      <p:sp>
        <p:nvSpPr>
          <p:cNvPr id="222" name="Shape"/>
          <p:cNvSpPr/>
          <p:nvPr/>
        </p:nvSpPr>
        <p:spPr>
          <a:xfrm>
            <a:off x="100584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5"/>
            </a:solidFill>
          </a:ln>
        </p:spPr>
      </p:sp>
      <p:sp>
        <p:nvSpPr>
          <p:cNvPr id="223" name="`this_warp`"/>
          <p:cNvSpPr/>
          <p:nvPr/>
        </p:nvSpPr>
        <p:spPr>
          <a:xfrm>
            <a:off x="10561320" y="18379440"/>
            <a:ext cx="3726180" cy="5486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5"/>
                </a:solidFill>
                <a:latin typeface="NVIDIA Sans"/>
              </a:rPr>
              <a:t xml:space="preserve"/>
            </a:r>
            <a:r>
              <a:rPr lang="en-US" sz="2520" b="0">
                <a:solidFill>
                  <a:schemeClr val="accent5"/>
                </a:solidFill>
                <a:latin typeface="DejaVu Sans Mono"/>
              </a:rPr>
              <a:t xml:space="preserve">this_warp</a:t>
            </a:r>
            <a:r>
              <a:rPr lang="en-US" sz="2520" b="0">
                <a:solidFill>
                  <a:schemeClr val="accent5"/>
                </a:solidFill>
                <a:latin typeface="NVIDIA Sans"/>
              </a:rPr>
              <a:t xml:space="preserve"/>
            </a:r>
          </a:p>
        </p:txBody>
      </p:sp>
      <p:sp>
        <p:nvSpPr>
          <p:cNvPr id="224" name="Shape"/>
          <p:cNvSpPr/>
          <p:nvPr/>
        </p:nvSpPr>
        <p:spPr>
          <a:xfrm>
            <a:off x="160020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225" name="`this_block`"/>
          <p:cNvSpPr/>
          <p:nvPr/>
        </p:nvSpPr>
        <p:spPr>
          <a:xfrm>
            <a:off x="16504920" y="18379440"/>
            <a:ext cx="3726180" cy="5486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3"/>
                </a:solidFill>
                <a:latin typeface="NVIDIA Sans"/>
              </a:rPr>
              <a:t xml:space="preserve"/>
            </a:r>
            <a:r>
              <a:rPr lang="en-US" sz="2520" b="0">
                <a:solidFill>
                  <a:schemeClr val="accent3"/>
                </a:solidFill>
                <a:latin typeface="DejaVu Sans Mono"/>
              </a:rPr>
              <a:t xml:space="preserve">this_block</a:t>
            </a:r>
            <a:r>
              <a:rPr lang="en-US" sz="2520" b="0">
                <a:solidFill>
                  <a:schemeClr val="accent3"/>
                </a:solidFill>
                <a:latin typeface="NVIDIA Sans"/>
              </a:rPr>
              <a:t xml:space="preserve"/>
            </a:r>
          </a:p>
        </p:txBody>
      </p:sp>
      <p:sp>
        <p:nvSpPr>
          <p:cNvPr id="226" name="Shape"/>
          <p:cNvSpPr/>
          <p:nvPr/>
        </p:nvSpPr>
        <p:spPr>
          <a:xfrm>
            <a:off x="219456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2"/>
            </a:solidFill>
          </a:ln>
        </p:spPr>
      </p:sp>
      <p:sp>
        <p:nvSpPr>
          <p:cNvPr id="227" name="`this_cluster`"/>
          <p:cNvSpPr/>
          <p:nvPr/>
        </p:nvSpPr>
        <p:spPr>
          <a:xfrm>
            <a:off x="22448520" y="18379440"/>
            <a:ext cx="3726180" cy="5486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2"/>
                </a:solidFill>
                <a:latin typeface="NVIDIA Sans"/>
              </a:rPr>
              <a:t xml:space="preserve"/>
            </a:r>
            <a:r>
              <a:rPr lang="en-US" sz="2520" b="0">
                <a:solidFill>
                  <a:schemeClr val="accent2"/>
                </a:solidFill>
                <a:latin typeface="DejaVu Sans Mono"/>
              </a:rPr>
              <a:t xml:space="preserve">this_cluster</a:t>
            </a:r>
            <a:r>
              <a:rPr lang="en-US" sz="2520" b="0">
                <a:solidFill>
                  <a:schemeClr val="accent2"/>
                </a:solidFill>
                <a:latin typeface="NVIDIA Sans"/>
              </a:rPr>
              <a:t xml:space="preserve"/>
            </a:r>
          </a:p>
        </p:txBody>
      </p:sp>
      <p:sp>
        <p:nvSpPr>
          <p:cNvPr id="228" name="Shape"/>
          <p:cNvSpPr/>
          <p:nvPr/>
        </p:nvSpPr>
        <p:spPr>
          <a:xfrm>
            <a:off x="278892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1"/>
            </a:solidFill>
          </a:ln>
        </p:spPr>
      </p:sp>
      <p:sp>
        <p:nvSpPr>
          <p:cNvPr id="229" name="`this_grid`"/>
          <p:cNvSpPr/>
          <p:nvPr/>
        </p:nvSpPr>
        <p:spPr>
          <a:xfrm>
            <a:off x="28392120" y="18379440"/>
            <a:ext cx="3726180" cy="5486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1"/>
                </a:solidFill>
                <a:latin typeface="NVIDIA Sans"/>
              </a:rPr>
              <a:t xml:space="preserve"/>
            </a:r>
            <a:r>
              <a:rPr lang="en-US" sz="2520" b="0">
                <a:solidFill>
                  <a:schemeClr val="accent1"/>
                </a:solidFill>
                <a:latin typeface="DejaVu Sans Mono"/>
              </a:rPr>
              <a:t xml:space="preserve">this_grid</a:t>
            </a:r>
            <a:r>
              <a:rPr lang="en-US" sz="2520" b="0">
                <a:solidFill>
                  <a:schemeClr val="accent1"/>
                </a:solidFill>
                <a:latin typeface="NVIDIA Sans"/>
              </a:rPr>
              <a:t xml:space="preserve"/>
            </a:r>
          </a:p>
        </p:txBody>
      </p:sp>
      <p:sp>
        <p:nvSpPr>
          <p:cNvPr id="230" name="1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>
  <p:cSld name="Implicit Groups — Coalesced gro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plicit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Implicit Groups</a:t>
            </a:r>
          </a:p>
        </p:txBody>
      </p:sp>
      <p:sp>
        <p:nvSpPr>
          <p:cNvPr id="3" name="Coalesced group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Coalesced group</a:t>
            </a:r>
          </a:p>
        </p:txBody>
      </p:sp>
      <p:sp>
        <p:nvSpPr>
          <p:cNvPr id="4" name="1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9664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Active threads within a warp"/>
          <p:cNvSpPr/>
          <p:nvPr/>
        </p:nvSpPr>
        <p:spPr>
          <a:xfrm>
            <a:off x="2583180" y="582930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Active threads within a warp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78409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Membership from `__activemask()`"/>
          <p:cNvSpPr/>
          <p:nvPr/>
        </p:nvSpPr>
        <p:spPr>
          <a:xfrm>
            <a:off x="2583180" y="770382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Membership from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__activemask()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Shape"/>
          <p:cNvSpPr/>
          <p:nvPr/>
        </p:nvSpPr>
        <p:spPr>
          <a:xfrm>
            <a:off x="1828800" y="971550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Useful for opportunistic programming"/>
          <p:cNvSpPr/>
          <p:nvPr/>
        </p:nvSpPr>
        <p:spPr>
          <a:xfrm>
            <a:off x="2583180" y="957834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Useful for opportunistic programming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1159002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May be noncontiguous"/>
          <p:cNvSpPr/>
          <p:nvPr/>
        </p:nvSpPr>
        <p:spPr>
          <a:xfrm>
            <a:off x="2583180" y="1145286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May be noncontiguous</a:t>
            </a:r>
          </a:p>
        </p:txBody>
      </p:sp>
      <p:sp>
        <p:nvSpPr>
          <p:cNvPr id="13" name="Shape"/>
          <p:cNvSpPr/>
          <p:nvPr/>
        </p:nvSpPr>
        <p:spPr>
          <a:xfrm>
            <a:off x="12801600" y="5029200"/>
            <a:ext cx="21945600" cy="89154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4" name="Coalesced group use-case example" descr="Supplemental coalesced-group usage example based on repository documentation"/>
          <p:cNvSpPr/>
          <p:nvPr/>
        </p:nvSpPr>
        <p:spPr>
          <a:xfrm>
            <a:off x="13258800" y="5394960"/>
            <a:ext cx="21031200" cy="8458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coalesced_group_example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if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%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2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0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Group the currently active threads within this warp.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coalesced_group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Thread rank and thread count within the group.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nthreads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Synchronize the threads in the group.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sync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5" name="Thread block 0"/>
          <p:cNvSpPr/>
          <p:nvPr/>
        </p:nvSpPr>
        <p:spPr>
          <a:xfrm>
            <a:off x="256032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6" name="Block 0"/>
          <p:cNvSpPr/>
          <p:nvPr/>
        </p:nvSpPr>
        <p:spPr>
          <a:xfrm>
            <a:off x="2834640" y="14840631"/>
            <a:ext cx="8321040" cy="473684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17" name="Coalesced group in block 0, warp 0: lane 0"/>
          <p:cNvSpPr/>
          <p:nvPr/>
        </p:nvSpPr>
        <p:spPr>
          <a:xfrm>
            <a:off x="294894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18" name="Lane 0 in warp 0, block 0 active"/>
          <p:cNvSpPr/>
          <p:nvPr/>
        </p:nvSpPr>
        <p:spPr>
          <a:xfrm>
            <a:off x="301752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Lane 1 in warp 0, block 0 inactive"/>
          <p:cNvSpPr/>
          <p:nvPr/>
        </p:nvSpPr>
        <p:spPr>
          <a:xfrm>
            <a:off x="35204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" name="Coalesced group in block 0, warp 0: lane 2"/>
          <p:cNvSpPr/>
          <p:nvPr/>
        </p:nvSpPr>
        <p:spPr>
          <a:xfrm>
            <a:off x="395478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1" name="Lane 2 in warp 0, block 0 active"/>
          <p:cNvSpPr/>
          <p:nvPr/>
        </p:nvSpPr>
        <p:spPr>
          <a:xfrm>
            <a:off x="40233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Lane 3 in warp 0, block 0 inactive"/>
          <p:cNvSpPr/>
          <p:nvPr/>
        </p:nvSpPr>
        <p:spPr>
          <a:xfrm>
            <a:off x="45262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" name="Coalesced group in block 0, warp 0: lane 4"/>
          <p:cNvSpPr/>
          <p:nvPr/>
        </p:nvSpPr>
        <p:spPr>
          <a:xfrm>
            <a:off x="496062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4" name="Lane 4 in warp 0, block 0 active"/>
          <p:cNvSpPr/>
          <p:nvPr/>
        </p:nvSpPr>
        <p:spPr>
          <a:xfrm>
            <a:off x="50292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Lane 5 in warp 0, block 0 inactive"/>
          <p:cNvSpPr/>
          <p:nvPr/>
        </p:nvSpPr>
        <p:spPr>
          <a:xfrm>
            <a:off x="55321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6" name="Coalesced group in block 0, warp 0: lane 6"/>
          <p:cNvSpPr/>
          <p:nvPr/>
        </p:nvSpPr>
        <p:spPr>
          <a:xfrm>
            <a:off x="596646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7" name="Lane 6 in warp 0, block 0 active"/>
          <p:cNvSpPr/>
          <p:nvPr/>
        </p:nvSpPr>
        <p:spPr>
          <a:xfrm>
            <a:off x="60350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Lane 7 in warp 0, block 0 inactive"/>
          <p:cNvSpPr/>
          <p:nvPr/>
        </p:nvSpPr>
        <p:spPr>
          <a:xfrm>
            <a:off x="65379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9" name="Coalesced group in block 0, warp 0: lane 8"/>
          <p:cNvSpPr/>
          <p:nvPr/>
        </p:nvSpPr>
        <p:spPr>
          <a:xfrm>
            <a:off x="697230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30" name="Lane 8 in warp 0, block 0 active"/>
          <p:cNvSpPr/>
          <p:nvPr/>
        </p:nvSpPr>
        <p:spPr>
          <a:xfrm>
            <a:off x="704088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Lane 9 in warp 0, block 0 inactive"/>
          <p:cNvSpPr/>
          <p:nvPr/>
        </p:nvSpPr>
        <p:spPr>
          <a:xfrm>
            <a:off x="75438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2" name="Coalesced group in block 0, warp 0: lane 10"/>
          <p:cNvSpPr/>
          <p:nvPr/>
        </p:nvSpPr>
        <p:spPr>
          <a:xfrm>
            <a:off x="797814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33" name="Lane 10 in warp 0, block 0 active"/>
          <p:cNvSpPr/>
          <p:nvPr/>
        </p:nvSpPr>
        <p:spPr>
          <a:xfrm>
            <a:off x="804672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Lane 11 in warp 0, block 0 inactive"/>
          <p:cNvSpPr/>
          <p:nvPr/>
        </p:nvSpPr>
        <p:spPr>
          <a:xfrm>
            <a:off x="85496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5" name="Coalesced group in block 0, warp 0: lane 12"/>
          <p:cNvSpPr/>
          <p:nvPr/>
        </p:nvSpPr>
        <p:spPr>
          <a:xfrm>
            <a:off x="898398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36" name="Lane 12 in warp 0, block 0 active"/>
          <p:cNvSpPr/>
          <p:nvPr/>
        </p:nvSpPr>
        <p:spPr>
          <a:xfrm>
            <a:off x="90525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Lane 13 in warp 0, block 0 inactive"/>
          <p:cNvSpPr/>
          <p:nvPr/>
        </p:nvSpPr>
        <p:spPr>
          <a:xfrm>
            <a:off x="95554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8" name="Coalesced group in block 0, warp 0: lane 14"/>
          <p:cNvSpPr/>
          <p:nvPr/>
        </p:nvSpPr>
        <p:spPr>
          <a:xfrm>
            <a:off x="998982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39" name="Lane 14 in warp 0, block 0 active"/>
          <p:cNvSpPr/>
          <p:nvPr/>
        </p:nvSpPr>
        <p:spPr>
          <a:xfrm>
            <a:off x="100584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Lane 15 in warp 0, block 0 inactive"/>
          <p:cNvSpPr/>
          <p:nvPr/>
        </p:nvSpPr>
        <p:spPr>
          <a:xfrm>
            <a:off x="105613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41" name="Coalesced group in block 0, warp 0: lane 16"/>
          <p:cNvSpPr/>
          <p:nvPr/>
        </p:nvSpPr>
        <p:spPr>
          <a:xfrm>
            <a:off x="294894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42" name="Lane 16 in warp 0, block 0 active"/>
          <p:cNvSpPr/>
          <p:nvPr/>
        </p:nvSpPr>
        <p:spPr>
          <a:xfrm>
            <a:off x="301752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Lane 17 in warp 0, block 0 inactive"/>
          <p:cNvSpPr/>
          <p:nvPr/>
        </p:nvSpPr>
        <p:spPr>
          <a:xfrm>
            <a:off x="35204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44" name="Coalesced group in block 0, warp 0: lane 18"/>
          <p:cNvSpPr/>
          <p:nvPr/>
        </p:nvSpPr>
        <p:spPr>
          <a:xfrm>
            <a:off x="395478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45" name="Lane 18 in warp 0, block 0 active"/>
          <p:cNvSpPr/>
          <p:nvPr/>
        </p:nvSpPr>
        <p:spPr>
          <a:xfrm>
            <a:off x="40233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Lane 19 in warp 0, block 0 inactive"/>
          <p:cNvSpPr/>
          <p:nvPr/>
        </p:nvSpPr>
        <p:spPr>
          <a:xfrm>
            <a:off x="45262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47" name="Coalesced group in block 0, warp 0: lane 20"/>
          <p:cNvSpPr/>
          <p:nvPr/>
        </p:nvSpPr>
        <p:spPr>
          <a:xfrm>
            <a:off x="496062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48" name="Lane 20 in warp 0, block 0 active"/>
          <p:cNvSpPr/>
          <p:nvPr/>
        </p:nvSpPr>
        <p:spPr>
          <a:xfrm>
            <a:off x="50292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Lane 21 in warp 0, block 0 inactive"/>
          <p:cNvSpPr/>
          <p:nvPr/>
        </p:nvSpPr>
        <p:spPr>
          <a:xfrm>
            <a:off x="55321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50" name="Coalesced group in block 0, warp 0: lane 22"/>
          <p:cNvSpPr/>
          <p:nvPr/>
        </p:nvSpPr>
        <p:spPr>
          <a:xfrm>
            <a:off x="596646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51" name="Lane 22 in warp 0, block 0 active"/>
          <p:cNvSpPr/>
          <p:nvPr/>
        </p:nvSpPr>
        <p:spPr>
          <a:xfrm>
            <a:off x="60350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Lane 23 in warp 0, block 0 inactive"/>
          <p:cNvSpPr/>
          <p:nvPr/>
        </p:nvSpPr>
        <p:spPr>
          <a:xfrm>
            <a:off x="65379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53" name="Coalesced group in block 0, warp 0: lane 24"/>
          <p:cNvSpPr/>
          <p:nvPr/>
        </p:nvSpPr>
        <p:spPr>
          <a:xfrm>
            <a:off x="697230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54" name="Lane 24 in warp 0, block 0 active"/>
          <p:cNvSpPr/>
          <p:nvPr/>
        </p:nvSpPr>
        <p:spPr>
          <a:xfrm>
            <a:off x="704088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Lane 25 in warp 0, block 0 inactive"/>
          <p:cNvSpPr/>
          <p:nvPr/>
        </p:nvSpPr>
        <p:spPr>
          <a:xfrm>
            <a:off x="75438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56" name="Coalesced group in block 0, warp 0: lane 26"/>
          <p:cNvSpPr/>
          <p:nvPr/>
        </p:nvSpPr>
        <p:spPr>
          <a:xfrm>
            <a:off x="797814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57" name="Lane 26 in warp 0, block 0 active"/>
          <p:cNvSpPr/>
          <p:nvPr/>
        </p:nvSpPr>
        <p:spPr>
          <a:xfrm>
            <a:off x="804672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Lane 27 in warp 0, block 0 inactive"/>
          <p:cNvSpPr/>
          <p:nvPr/>
        </p:nvSpPr>
        <p:spPr>
          <a:xfrm>
            <a:off x="85496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59" name="Coalesced group in block 0, warp 0: lane 28"/>
          <p:cNvSpPr/>
          <p:nvPr/>
        </p:nvSpPr>
        <p:spPr>
          <a:xfrm>
            <a:off x="898398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60" name="Lane 28 in warp 0, block 0 active"/>
          <p:cNvSpPr/>
          <p:nvPr/>
        </p:nvSpPr>
        <p:spPr>
          <a:xfrm>
            <a:off x="90525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Lane 29 in warp 0, block 0 inactive"/>
          <p:cNvSpPr/>
          <p:nvPr/>
        </p:nvSpPr>
        <p:spPr>
          <a:xfrm>
            <a:off x="95554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62" name="Coalesced group in block 0, warp 0: lane 30"/>
          <p:cNvSpPr/>
          <p:nvPr/>
        </p:nvSpPr>
        <p:spPr>
          <a:xfrm>
            <a:off x="998982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63" name="Lane 30 in warp 0, block 0 active"/>
          <p:cNvSpPr/>
          <p:nvPr/>
        </p:nvSpPr>
        <p:spPr>
          <a:xfrm>
            <a:off x="100584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Lane 31 in warp 0, block 0 inactive"/>
          <p:cNvSpPr/>
          <p:nvPr/>
        </p:nvSpPr>
        <p:spPr>
          <a:xfrm>
            <a:off x="105613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65" name="Coalesced group in block 0, warp 1: lane 0"/>
          <p:cNvSpPr/>
          <p:nvPr/>
        </p:nvSpPr>
        <p:spPr>
          <a:xfrm>
            <a:off x="294894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66" name="Lane 0 in warp 1, block 0 active"/>
          <p:cNvSpPr/>
          <p:nvPr/>
        </p:nvSpPr>
        <p:spPr>
          <a:xfrm>
            <a:off x="301752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Lane 1 in warp 1, block 0 inactive"/>
          <p:cNvSpPr/>
          <p:nvPr/>
        </p:nvSpPr>
        <p:spPr>
          <a:xfrm>
            <a:off x="35204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68" name="Coalesced group in block 0, warp 1: lane 2"/>
          <p:cNvSpPr/>
          <p:nvPr/>
        </p:nvSpPr>
        <p:spPr>
          <a:xfrm>
            <a:off x="395478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69" name="Lane 2 in warp 1, block 0 active"/>
          <p:cNvSpPr/>
          <p:nvPr/>
        </p:nvSpPr>
        <p:spPr>
          <a:xfrm>
            <a:off x="402336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Lane 3 in warp 1, block 0 inactive"/>
          <p:cNvSpPr/>
          <p:nvPr/>
        </p:nvSpPr>
        <p:spPr>
          <a:xfrm>
            <a:off x="45262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71" name="Coalesced group in block 0, warp 1: lane 4"/>
          <p:cNvSpPr/>
          <p:nvPr/>
        </p:nvSpPr>
        <p:spPr>
          <a:xfrm>
            <a:off x="496062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72" name="Lane 4 in warp 1, block 0 active"/>
          <p:cNvSpPr/>
          <p:nvPr/>
        </p:nvSpPr>
        <p:spPr>
          <a:xfrm>
            <a:off x="502920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Lane 5 in warp 1, block 0 inactive"/>
          <p:cNvSpPr/>
          <p:nvPr/>
        </p:nvSpPr>
        <p:spPr>
          <a:xfrm>
            <a:off x="55321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74" name="Coalesced group in block 0, warp 1: lane 6"/>
          <p:cNvSpPr/>
          <p:nvPr/>
        </p:nvSpPr>
        <p:spPr>
          <a:xfrm>
            <a:off x="596646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75" name="Lane 6 in warp 1, block 0 active"/>
          <p:cNvSpPr/>
          <p:nvPr/>
        </p:nvSpPr>
        <p:spPr>
          <a:xfrm>
            <a:off x="603504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Lane 7 in warp 1, block 0 inactive"/>
          <p:cNvSpPr/>
          <p:nvPr/>
        </p:nvSpPr>
        <p:spPr>
          <a:xfrm>
            <a:off x="65379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77" name="Coalesced group in block 0, warp 1: lane 8"/>
          <p:cNvSpPr/>
          <p:nvPr/>
        </p:nvSpPr>
        <p:spPr>
          <a:xfrm>
            <a:off x="697230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78" name="Lane 8 in warp 1, block 0 active"/>
          <p:cNvSpPr/>
          <p:nvPr/>
        </p:nvSpPr>
        <p:spPr>
          <a:xfrm>
            <a:off x="704088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Lane 9 in warp 1, block 0 inactive"/>
          <p:cNvSpPr/>
          <p:nvPr/>
        </p:nvSpPr>
        <p:spPr>
          <a:xfrm>
            <a:off x="75438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0" name="Coalesced group in block 0, warp 1: lane 10"/>
          <p:cNvSpPr/>
          <p:nvPr/>
        </p:nvSpPr>
        <p:spPr>
          <a:xfrm>
            <a:off x="797814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81" name="Lane 10 in warp 1, block 0 active"/>
          <p:cNvSpPr/>
          <p:nvPr/>
        </p:nvSpPr>
        <p:spPr>
          <a:xfrm>
            <a:off x="804672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Lane 11 in warp 1, block 0 inactive"/>
          <p:cNvSpPr/>
          <p:nvPr/>
        </p:nvSpPr>
        <p:spPr>
          <a:xfrm>
            <a:off x="85496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3" name="Coalesced group in block 0, warp 1: lane 12"/>
          <p:cNvSpPr/>
          <p:nvPr/>
        </p:nvSpPr>
        <p:spPr>
          <a:xfrm>
            <a:off x="898398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84" name="Lane 12 in warp 1, block 0 active"/>
          <p:cNvSpPr/>
          <p:nvPr/>
        </p:nvSpPr>
        <p:spPr>
          <a:xfrm>
            <a:off x="905256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Lane 13 in warp 1, block 0 inactive"/>
          <p:cNvSpPr/>
          <p:nvPr/>
        </p:nvSpPr>
        <p:spPr>
          <a:xfrm>
            <a:off x="95554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6" name="Coalesced group in block 0, warp 1: lane 14"/>
          <p:cNvSpPr/>
          <p:nvPr/>
        </p:nvSpPr>
        <p:spPr>
          <a:xfrm>
            <a:off x="998982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87" name="Lane 14 in warp 1, block 0 active"/>
          <p:cNvSpPr/>
          <p:nvPr/>
        </p:nvSpPr>
        <p:spPr>
          <a:xfrm>
            <a:off x="1005840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Lane 15 in warp 1, block 0 inactive"/>
          <p:cNvSpPr/>
          <p:nvPr/>
        </p:nvSpPr>
        <p:spPr>
          <a:xfrm>
            <a:off x="105613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9" name="Coalesced group in block 0, warp 1: lane 16"/>
          <p:cNvSpPr/>
          <p:nvPr/>
        </p:nvSpPr>
        <p:spPr>
          <a:xfrm>
            <a:off x="294894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90" name="Lane 16 in warp 1, block 0 active"/>
          <p:cNvSpPr/>
          <p:nvPr/>
        </p:nvSpPr>
        <p:spPr>
          <a:xfrm>
            <a:off x="301752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Lane 17 in warp 1, block 0 inactive"/>
          <p:cNvSpPr/>
          <p:nvPr/>
        </p:nvSpPr>
        <p:spPr>
          <a:xfrm>
            <a:off x="35204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2" name="Coalesced group in block 0, warp 1: lane 18"/>
          <p:cNvSpPr/>
          <p:nvPr/>
        </p:nvSpPr>
        <p:spPr>
          <a:xfrm>
            <a:off x="395478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93" name="Lane 18 in warp 1, block 0 active"/>
          <p:cNvSpPr/>
          <p:nvPr/>
        </p:nvSpPr>
        <p:spPr>
          <a:xfrm>
            <a:off x="402336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Lane 19 in warp 1, block 0 inactive"/>
          <p:cNvSpPr/>
          <p:nvPr/>
        </p:nvSpPr>
        <p:spPr>
          <a:xfrm>
            <a:off x="45262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5" name="Coalesced group in block 0, warp 1: lane 20"/>
          <p:cNvSpPr/>
          <p:nvPr/>
        </p:nvSpPr>
        <p:spPr>
          <a:xfrm>
            <a:off x="496062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96" name="Lane 20 in warp 1, block 0 active"/>
          <p:cNvSpPr/>
          <p:nvPr/>
        </p:nvSpPr>
        <p:spPr>
          <a:xfrm>
            <a:off x="502920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Lane 21 in warp 1, block 0 inactive"/>
          <p:cNvSpPr/>
          <p:nvPr/>
        </p:nvSpPr>
        <p:spPr>
          <a:xfrm>
            <a:off x="55321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8" name="Coalesced group in block 0, warp 1: lane 22"/>
          <p:cNvSpPr/>
          <p:nvPr/>
        </p:nvSpPr>
        <p:spPr>
          <a:xfrm>
            <a:off x="596646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99" name="Lane 22 in warp 1, block 0 active"/>
          <p:cNvSpPr/>
          <p:nvPr/>
        </p:nvSpPr>
        <p:spPr>
          <a:xfrm>
            <a:off x="603504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Lane 23 in warp 1, block 0 inactive"/>
          <p:cNvSpPr/>
          <p:nvPr/>
        </p:nvSpPr>
        <p:spPr>
          <a:xfrm>
            <a:off x="65379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1" name="Coalesced group in block 0, warp 1: lane 24"/>
          <p:cNvSpPr/>
          <p:nvPr/>
        </p:nvSpPr>
        <p:spPr>
          <a:xfrm>
            <a:off x="697230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102" name="Lane 24 in warp 1, block 0 active"/>
          <p:cNvSpPr/>
          <p:nvPr/>
        </p:nvSpPr>
        <p:spPr>
          <a:xfrm>
            <a:off x="704088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Lane 25 in warp 1, block 0 inactive"/>
          <p:cNvSpPr/>
          <p:nvPr/>
        </p:nvSpPr>
        <p:spPr>
          <a:xfrm>
            <a:off x="75438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4" name="Coalesced group in block 0, warp 1: lane 26"/>
          <p:cNvSpPr/>
          <p:nvPr/>
        </p:nvSpPr>
        <p:spPr>
          <a:xfrm>
            <a:off x="797814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105" name="Lane 26 in warp 1, block 0 active"/>
          <p:cNvSpPr/>
          <p:nvPr/>
        </p:nvSpPr>
        <p:spPr>
          <a:xfrm>
            <a:off x="804672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Lane 27 in warp 1, block 0 inactive"/>
          <p:cNvSpPr/>
          <p:nvPr/>
        </p:nvSpPr>
        <p:spPr>
          <a:xfrm>
            <a:off x="85496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7" name="Coalesced group in block 0, warp 1: lane 28"/>
          <p:cNvSpPr/>
          <p:nvPr/>
        </p:nvSpPr>
        <p:spPr>
          <a:xfrm>
            <a:off x="898398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108" name="Lane 28 in warp 1, block 0 active"/>
          <p:cNvSpPr/>
          <p:nvPr/>
        </p:nvSpPr>
        <p:spPr>
          <a:xfrm>
            <a:off x="905256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Lane 29 in warp 1, block 0 inactive"/>
          <p:cNvSpPr/>
          <p:nvPr/>
        </p:nvSpPr>
        <p:spPr>
          <a:xfrm>
            <a:off x="95554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0" name="Coalesced group in block 0, warp 1: lane 30"/>
          <p:cNvSpPr/>
          <p:nvPr/>
        </p:nvSpPr>
        <p:spPr>
          <a:xfrm>
            <a:off x="998982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111" name="Lane 30 in warp 1, block 0 active"/>
          <p:cNvSpPr/>
          <p:nvPr/>
        </p:nvSpPr>
        <p:spPr>
          <a:xfrm>
            <a:off x="1005840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Lane 31 in warp 1, block 0 inactive"/>
          <p:cNvSpPr/>
          <p:nvPr/>
        </p:nvSpPr>
        <p:spPr>
          <a:xfrm>
            <a:off x="105613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block 1"/>
          <p:cNvSpPr/>
          <p:nvPr/>
        </p:nvSpPr>
        <p:spPr>
          <a:xfrm>
            <a:off x="1225296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14" name="Block 1"/>
          <p:cNvSpPr/>
          <p:nvPr/>
        </p:nvSpPr>
        <p:spPr>
          <a:xfrm>
            <a:off x="12527280" y="14840631"/>
            <a:ext cx="8321040" cy="473684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15" name="Coalesced group in block 1, warp 0: lane 0"/>
          <p:cNvSpPr/>
          <p:nvPr/>
        </p:nvSpPr>
        <p:spPr>
          <a:xfrm>
            <a:off x="1264158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16" name="Lane 0 in warp 0, block 1 active"/>
          <p:cNvSpPr/>
          <p:nvPr/>
        </p:nvSpPr>
        <p:spPr>
          <a:xfrm>
            <a:off x="127101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Lane 1 in warp 0, block 1 inactive"/>
          <p:cNvSpPr/>
          <p:nvPr/>
        </p:nvSpPr>
        <p:spPr>
          <a:xfrm>
            <a:off x="132130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8" name="Coalesced group in block 1, warp 0: lane 2"/>
          <p:cNvSpPr/>
          <p:nvPr/>
        </p:nvSpPr>
        <p:spPr>
          <a:xfrm>
            <a:off x="1364742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19" name="Lane 2 in warp 0, block 1 active"/>
          <p:cNvSpPr/>
          <p:nvPr/>
        </p:nvSpPr>
        <p:spPr>
          <a:xfrm>
            <a:off x="137160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Lane 3 in warp 0, block 1 inactive"/>
          <p:cNvSpPr/>
          <p:nvPr/>
        </p:nvSpPr>
        <p:spPr>
          <a:xfrm>
            <a:off x="142189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1" name="Coalesced group in block 1, warp 0: lane 4"/>
          <p:cNvSpPr/>
          <p:nvPr/>
        </p:nvSpPr>
        <p:spPr>
          <a:xfrm>
            <a:off x="1465326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22" name="Lane 4 in warp 0, block 1 active"/>
          <p:cNvSpPr/>
          <p:nvPr/>
        </p:nvSpPr>
        <p:spPr>
          <a:xfrm>
            <a:off x="147218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Lane 5 in warp 0, block 1 inactive"/>
          <p:cNvSpPr/>
          <p:nvPr/>
        </p:nvSpPr>
        <p:spPr>
          <a:xfrm>
            <a:off x="152247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4" name="Coalesced group in block 1, warp 0: lane 6"/>
          <p:cNvSpPr/>
          <p:nvPr/>
        </p:nvSpPr>
        <p:spPr>
          <a:xfrm>
            <a:off x="1565910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25" name="Lane 6 in warp 0, block 1 active"/>
          <p:cNvSpPr/>
          <p:nvPr/>
        </p:nvSpPr>
        <p:spPr>
          <a:xfrm>
            <a:off x="1572768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Lane 7 in warp 0, block 1 inactive"/>
          <p:cNvSpPr/>
          <p:nvPr/>
        </p:nvSpPr>
        <p:spPr>
          <a:xfrm>
            <a:off x="162306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7" name="Coalesced group in block 1, warp 0: lane 8"/>
          <p:cNvSpPr/>
          <p:nvPr/>
        </p:nvSpPr>
        <p:spPr>
          <a:xfrm>
            <a:off x="1666494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28" name="Lane 8 in warp 0, block 1 active"/>
          <p:cNvSpPr/>
          <p:nvPr/>
        </p:nvSpPr>
        <p:spPr>
          <a:xfrm>
            <a:off x="1673352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Lane 9 in warp 0, block 1 inactive"/>
          <p:cNvSpPr/>
          <p:nvPr/>
        </p:nvSpPr>
        <p:spPr>
          <a:xfrm>
            <a:off x="172364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0" name="Coalesced group in block 1, warp 0: lane 10"/>
          <p:cNvSpPr/>
          <p:nvPr/>
        </p:nvSpPr>
        <p:spPr>
          <a:xfrm>
            <a:off x="1767078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31" name="Lane 10 in warp 0, block 1 active"/>
          <p:cNvSpPr/>
          <p:nvPr/>
        </p:nvSpPr>
        <p:spPr>
          <a:xfrm>
            <a:off x="177393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Lane 11 in warp 0, block 1 inactive"/>
          <p:cNvSpPr/>
          <p:nvPr/>
        </p:nvSpPr>
        <p:spPr>
          <a:xfrm>
            <a:off x="182422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3" name="Coalesced group in block 1, warp 0: lane 12"/>
          <p:cNvSpPr/>
          <p:nvPr/>
        </p:nvSpPr>
        <p:spPr>
          <a:xfrm>
            <a:off x="1867662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34" name="Lane 12 in warp 0, block 1 active"/>
          <p:cNvSpPr/>
          <p:nvPr/>
        </p:nvSpPr>
        <p:spPr>
          <a:xfrm>
            <a:off x="187452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Lane 13 in warp 0, block 1 inactive"/>
          <p:cNvSpPr/>
          <p:nvPr/>
        </p:nvSpPr>
        <p:spPr>
          <a:xfrm>
            <a:off x="192481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6" name="Coalesced group in block 1, warp 0: lane 14"/>
          <p:cNvSpPr/>
          <p:nvPr/>
        </p:nvSpPr>
        <p:spPr>
          <a:xfrm>
            <a:off x="1968246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37" name="Lane 14 in warp 0, block 1 active"/>
          <p:cNvSpPr/>
          <p:nvPr/>
        </p:nvSpPr>
        <p:spPr>
          <a:xfrm>
            <a:off x="197510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Lane 15 in warp 0, block 1 inactive"/>
          <p:cNvSpPr/>
          <p:nvPr/>
        </p:nvSpPr>
        <p:spPr>
          <a:xfrm>
            <a:off x="202539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9" name="Coalesced group in block 1, warp 0: lane 16"/>
          <p:cNvSpPr/>
          <p:nvPr/>
        </p:nvSpPr>
        <p:spPr>
          <a:xfrm>
            <a:off x="1264158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40" name="Lane 16 in warp 0, block 1 active"/>
          <p:cNvSpPr/>
          <p:nvPr/>
        </p:nvSpPr>
        <p:spPr>
          <a:xfrm>
            <a:off x="127101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Lane 17 in warp 0, block 1 inactive"/>
          <p:cNvSpPr/>
          <p:nvPr/>
        </p:nvSpPr>
        <p:spPr>
          <a:xfrm>
            <a:off x="132130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2" name="Coalesced group in block 1, warp 0: lane 18"/>
          <p:cNvSpPr/>
          <p:nvPr/>
        </p:nvSpPr>
        <p:spPr>
          <a:xfrm>
            <a:off x="1364742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43" name="Lane 18 in warp 0, block 1 active"/>
          <p:cNvSpPr/>
          <p:nvPr/>
        </p:nvSpPr>
        <p:spPr>
          <a:xfrm>
            <a:off x="137160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Lane 19 in warp 0, block 1 inactive"/>
          <p:cNvSpPr/>
          <p:nvPr/>
        </p:nvSpPr>
        <p:spPr>
          <a:xfrm>
            <a:off x="142189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5" name="Coalesced group in block 1, warp 0: lane 20"/>
          <p:cNvSpPr/>
          <p:nvPr/>
        </p:nvSpPr>
        <p:spPr>
          <a:xfrm>
            <a:off x="1465326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46" name="Lane 20 in warp 0, block 1 active"/>
          <p:cNvSpPr/>
          <p:nvPr/>
        </p:nvSpPr>
        <p:spPr>
          <a:xfrm>
            <a:off x="147218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Lane 21 in warp 0, block 1 inactive"/>
          <p:cNvSpPr/>
          <p:nvPr/>
        </p:nvSpPr>
        <p:spPr>
          <a:xfrm>
            <a:off x="152247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8" name="Coalesced group in block 1, warp 0: lane 22"/>
          <p:cNvSpPr/>
          <p:nvPr/>
        </p:nvSpPr>
        <p:spPr>
          <a:xfrm>
            <a:off x="1565910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49" name="Lane 22 in warp 0, block 1 active"/>
          <p:cNvSpPr/>
          <p:nvPr/>
        </p:nvSpPr>
        <p:spPr>
          <a:xfrm>
            <a:off x="1572768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Lane 23 in warp 0, block 1 inactive"/>
          <p:cNvSpPr/>
          <p:nvPr/>
        </p:nvSpPr>
        <p:spPr>
          <a:xfrm>
            <a:off x="162306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1" name="Coalesced group in block 1, warp 0: lane 24"/>
          <p:cNvSpPr/>
          <p:nvPr/>
        </p:nvSpPr>
        <p:spPr>
          <a:xfrm>
            <a:off x="1666494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52" name="Lane 24 in warp 0, block 1 active"/>
          <p:cNvSpPr/>
          <p:nvPr/>
        </p:nvSpPr>
        <p:spPr>
          <a:xfrm>
            <a:off x="1673352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Lane 25 in warp 0, block 1 inactive"/>
          <p:cNvSpPr/>
          <p:nvPr/>
        </p:nvSpPr>
        <p:spPr>
          <a:xfrm>
            <a:off x="172364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4" name="Coalesced group in block 1, warp 0: lane 26"/>
          <p:cNvSpPr/>
          <p:nvPr/>
        </p:nvSpPr>
        <p:spPr>
          <a:xfrm>
            <a:off x="1767078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55" name="Lane 26 in warp 0, block 1 active"/>
          <p:cNvSpPr/>
          <p:nvPr/>
        </p:nvSpPr>
        <p:spPr>
          <a:xfrm>
            <a:off x="177393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Lane 27 in warp 0, block 1 inactive"/>
          <p:cNvSpPr/>
          <p:nvPr/>
        </p:nvSpPr>
        <p:spPr>
          <a:xfrm>
            <a:off x="182422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7" name="Coalesced group in block 1, warp 0: lane 28"/>
          <p:cNvSpPr/>
          <p:nvPr/>
        </p:nvSpPr>
        <p:spPr>
          <a:xfrm>
            <a:off x="1867662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58" name="Lane 28 in warp 0, block 1 active"/>
          <p:cNvSpPr/>
          <p:nvPr/>
        </p:nvSpPr>
        <p:spPr>
          <a:xfrm>
            <a:off x="187452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Lane 29 in warp 0, block 1 inactive"/>
          <p:cNvSpPr/>
          <p:nvPr/>
        </p:nvSpPr>
        <p:spPr>
          <a:xfrm>
            <a:off x="192481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0" name="Coalesced group in block 1, warp 0: lane 30"/>
          <p:cNvSpPr/>
          <p:nvPr/>
        </p:nvSpPr>
        <p:spPr>
          <a:xfrm>
            <a:off x="1968246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61" name="Lane 30 in warp 0, block 1 active"/>
          <p:cNvSpPr/>
          <p:nvPr/>
        </p:nvSpPr>
        <p:spPr>
          <a:xfrm>
            <a:off x="197510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Lane 31 in warp 0, block 1 inactive"/>
          <p:cNvSpPr/>
          <p:nvPr/>
        </p:nvSpPr>
        <p:spPr>
          <a:xfrm>
            <a:off x="202539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3" name="Coalesced group in block 1, warp 1: lane 0"/>
          <p:cNvSpPr/>
          <p:nvPr/>
        </p:nvSpPr>
        <p:spPr>
          <a:xfrm>
            <a:off x="1264158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64" name="Lane 0 in warp 1, block 1 active"/>
          <p:cNvSpPr/>
          <p:nvPr/>
        </p:nvSpPr>
        <p:spPr>
          <a:xfrm>
            <a:off x="1271016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Lane 1 in warp 1, block 1 inactive"/>
          <p:cNvSpPr/>
          <p:nvPr/>
        </p:nvSpPr>
        <p:spPr>
          <a:xfrm>
            <a:off x="132130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6" name="Coalesced group in block 1, warp 1: lane 2"/>
          <p:cNvSpPr/>
          <p:nvPr/>
        </p:nvSpPr>
        <p:spPr>
          <a:xfrm>
            <a:off x="1364742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67" name="Lane 2 in warp 1, block 1 active"/>
          <p:cNvSpPr/>
          <p:nvPr/>
        </p:nvSpPr>
        <p:spPr>
          <a:xfrm>
            <a:off x="1371600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Lane 3 in warp 1, block 1 inactive"/>
          <p:cNvSpPr/>
          <p:nvPr/>
        </p:nvSpPr>
        <p:spPr>
          <a:xfrm>
            <a:off x="142189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9" name="Coalesced group in block 1, warp 1: lane 4"/>
          <p:cNvSpPr/>
          <p:nvPr/>
        </p:nvSpPr>
        <p:spPr>
          <a:xfrm>
            <a:off x="1465326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70" name="Lane 4 in warp 1, block 1 active"/>
          <p:cNvSpPr/>
          <p:nvPr/>
        </p:nvSpPr>
        <p:spPr>
          <a:xfrm>
            <a:off x="1472184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Lane 5 in warp 1, block 1 inactive"/>
          <p:cNvSpPr/>
          <p:nvPr/>
        </p:nvSpPr>
        <p:spPr>
          <a:xfrm>
            <a:off x="152247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2" name="Coalesced group in block 1, warp 1: lane 6"/>
          <p:cNvSpPr/>
          <p:nvPr/>
        </p:nvSpPr>
        <p:spPr>
          <a:xfrm>
            <a:off x="1565910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73" name="Lane 6 in warp 1, block 1 active"/>
          <p:cNvSpPr/>
          <p:nvPr/>
        </p:nvSpPr>
        <p:spPr>
          <a:xfrm>
            <a:off x="1572768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Lane 7 in warp 1, block 1 inactive"/>
          <p:cNvSpPr/>
          <p:nvPr/>
        </p:nvSpPr>
        <p:spPr>
          <a:xfrm>
            <a:off x="162306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5" name="Coalesced group in block 1, warp 1: lane 8"/>
          <p:cNvSpPr/>
          <p:nvPr/>
        </p:nvSpPr>
        <p:spPr>
          <a:xfrm>
            <a:off x="1666494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76" name="Lane 8 in warp 1, block 1 active"/>
          <p:cNvSpPr/>
          <p:nvPr/>
        </p:nvSpPr>
        <p:spPr>
          <a:xfrm>
            <a:off x="1673352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Lane 9 in warp 1, block 1 inactive"/>
          <p:cNvSpPr/>
          <p:nvPr/>
        </p:nvSpPr>
        <p:spPr>
          <a:xfrm>
            <a:off x="172364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8" name="Coalesced group in block 1, warp 1: lane 10"/>
          <p:cNvSpPr/>
          <p:nvPr/>
        </p:nvSpPr>
        <p:spPr>
          <a:xfrm>
            <a:off x="1767078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79" name="Lane 10 in warp 1, block 1 active"/>
          <p:cNvSpPr/>
          <p:nvPr/>
        </p:nvSpPr>
        <p:spPr>
          <a:xfrm>
            <a:off x="1773936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Lane 11 in warp 1, block 1 inactive"/>
          <p:cNvSpPr/>
          <p:nvPr/>
        </p:nvSpPr>
        <p:spPr>
          <a:xfrm>
            <a:off x="182422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1" name="Coalesced group in block 1, warp 1: lane 12"/>
          <p:cNvSpPr/>
          <p:nvPr/>
        </p:nvSpPr>
        <p:spPr>
          <a:xfrm>
            <a:off x="1867662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82" name="Lane 12 in warp 1, block 1 active"/>
          <p:cNvSpPr/>
          <p:nvPr/>
        </p:nvSpPr>
        <p:spPr>
          <a:xfrm>
            <a:off x="1874520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Lane 13 in warp 1, block 1 inactive"/>
          <p:cNvSpPr/>
          <p:nvPr/>
        </p:nvSpPr>
        <p:spPr>
          <a:xfrm>
            <a:off x="192481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4" name="Coalesced group in block 1, warp 1: lane 14"/>
          <p:cNvSpPr/>
          <p:nvPr/>
        </p:nvSpPr>
        <p:spPr>
          <a:xfrm>
            <a:off x="1968246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85" name="Lane 14 in warp 1, block 1 active"/>
          <p:cNvSpPr/>
          <p:nvPr/>
        </p:nvSpPr>
        <p:spPr>
          <a:xfrm>
            <a:off x="1975104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Lane 15 in warp 1, block 1 inactive"/>
          <p:cNvSpPr/>
          <p:nvPr/>
        </p:nvSpPr>
        <p:spPr>
          <a:xfrm>
            <a:off x="202539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7" name="Coalesced group in block 1, warp 1: lane 16"/>
          <p:cNvSpPr/>
          <p:nvPr/>
        </p:nvSpPr>
        <p:spPr>
          <a:xfrm>
            <a:off x="1264158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88" name="Lane 16 in warp 1, block 1 active"/>
          <p:cNvSpPr/>
          <p:nvPr/>
        </p:nvSpPr>
        <p:spPr>
          <a:xfrm>
            <a:off x="1271016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Lane 17 in warp 1, block 1 inactive"/>
          <p:cNvSpPr/>
          <p:nvPr/>
        </p:nvSpPr>
        <p:spPr>
          <a:xfrm>
            <a:off x="132130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0" name="Coalesced group in block 1, warp 1: lane 18"/>
          <p:cNvSpPr/>
          <p:nvPr/>
        </p:nvSpPr>
        <p:spPr>
          <a:xfrm>
            <a:off x="1364742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91" name="Lane 18 in warp 1, block 1 active"/>
          <p:cNvSpPr/>
          <p:nvPr/>
        </p:nvSpPr>
        <p:spPr>
          <a:xfrm>
            <a:off x="1371600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Lane 19 in warp 1, block 1 inactive"/>
          <p:cNvSpPr/>
          <p:nvPr/>
        </p:nvSpPr>
        <p:spPr>
          <a:xfrm>
            <a:off x="142189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3" name="Coalesced group in block 1, warp 1: lane 20"/>
          <p:cNvSpPr/>
          <p:nvPr/>
        </p:nvSpPr>
        <p:spPr>
          <a:xfrm>
            <a:off x="1465326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94" name="Lane 20 in warp 1, block 1 active"/>
          <p:cNvSpPr/>
          <p:nvPr/>
        </p:nvSpPr>
        <p:spPr>
          <a:xfrm>
            <a:off x="1472184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Lane 21 in warp 1, block 1 inactive"/>
          <p:cNvSpPr/>
          <p:nvPr/>
        </p:nvSpPr>
        <p:spPr>
          <a:xfrm>
            <a:off x="152247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6" name="Coalesced group in block 1, warp 1: lane 22"/>
          <p:cNvSpPr/>
          <p:nvPr/>
        </p:nvSpPr>
        <p:spPr>
          <a:xfrm>
            <a:off x="1565910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97" name="Lane 22 in warp 1, block 1 active"/>
          <p:cNvSpPr/>
          <p:nvPr/>
        </p:nvSpPr>
        <p:spPr>
          <a:xfrm>
            <a:off x="1572768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Lane 23 in warp 1, block 1 inactive"/>
          <p:cNvSpPr/>
          <p:nvPr/>
        </p:nvSpPr>
        <p:spPr>
          <a:xfrm>
            <a:off x="162306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9" name="Coalesced group in block 1, warp 1: lane 24"/>
          <p:cNvSpPr/>
          <p:nvPr/>
        </p:nvSpPr>
        <p:spPr>
          <a:xfrm>
            <a:off x="1666494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200" name="Lane 24 in warp 1, block 1 active"/>
          <p:cNvSpPr/>
          <p:nvPr/>
        </p:nvSpPr>
        <p:spPr>
          <a:xfrm>
            <a:off x="1673352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Lane 25 in warp 1, block 1 inactive"/>
          <p:cNvSpPr/>
          <p:nvPr/>
        </p:nvSpPr>
        <p:spPr>
          <a:xfrm>
            <a:off x="172364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2" name="Coalesced group in block 1, warp 1: lane 26"/>
          <p:cNvSpPr/>
          <p:nvPr/>
        </p:nvSpPr>
        <p:spPr>
          <a:xfrm>
            <a:off x="1767078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203" name="Lane 26 in warp 1, block 1 active"/>
          <p:cNvSpPr/>
          <p:nvPr/>
        </p:nvSpPr>
        <p:spPr>
          <a:xfrm>
            <a:off x="1773936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Lane 27 in warp 1, block 1 inactive"/>
          <p:cNvSpPr/>
          <p:nvPr/>
        </p:nvSpPr>
        <p:spPr>
          <a:xfrm>
            <a:off x="182422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5" name="Coalesced group in block 1, warp 1: lane 28"/>
          <p:cNvSpPr/>
          <p:nvPr/>
        </p:nvSpPr>
        <p:spPr>
          <a:xfrm>
            <a:off x="1867662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206" name="Lane 28 in warp 1, block 1 active"/>
          <p:cNvSpPr/>
          <p:nvPr/>
        </p:nvSpPr>
        <p:spPr>
          <a:xfrm>
            <a:off x="1874520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Lane 29 in warp 1, block 1 inactive"/>
          <p:cNvSpPr/>
          <p:nvPr/>
        </p:nvSpPr>
        <p:spPr>
          <a:xfrm>
            <a:off x="192481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8" name="Coalesced group in block 1, warp 1: lane 30"/>
          <p:cNvSpPr/>
          <p:nvPr/>
        </p:nvSpPr>
        <p:spPr>
          <a:xfrm>
            <a:off x="1968246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209" name="Lane 30 in warp 1, block 1 active"/>
          <p:cNvSpPr/>
          <p:nvPr/>
        </p:nvSpPr>
        <p:spPr>
          <a:xfrm>
            <a:off x="1975104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Lane 31 in warp 1, block 1 inactive"/>
          <p:cNvSpPr/>
          <p:nvPr/>
        </p:nvSpPr>
        <p:spPr>
          <a:xfrm>
            <a:off x="202539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block 2"/>
          <p:cNvSpPr/>
          <p:nvPr/>
        </p:nvSpPr>
        <p:spPr>
          <a:xfrm>
            <a:off x="2194560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12" name="Block 2"/>
          <p:cNvSpPr/>
          <p:nvPr/>
        </p:nvSpPr>
        <p:spPr>
          <a:xfrm>
            <a:off x="22219920" y="14840631"/>
            <a:ext cx="8321040" cy="473684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2</a:t>
            </a:r>
          </a:p>
        </p:txBody>
      </p:sp>
      <p:sp>
        <p:nvSpPr>
          <p:cNvPr id="213" name="Coalesced group in block 2, warp 0: lane 0"/>
          <p:cNvSpPr/>
          <p:nvPr/>
        </p:nvSpPr>
        <p:spPr>
          <a:xfrm>
            <a:off x="2233422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14" name="Lane 0 in warp 0, block 2 active"/>
          <p:cNvSpPr/>
          <p:nvPr/>
        </p:nvSpPr>
        <p:spPr>
          <a:xfrm>
            <a:off x="224028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Lane 1 in warp 0, block 2 inactive"/>
          <p:cNvSpPr/>
          <p:nvPr/>
        </p:nvSpPr>
        <p:spPr>
          <a:xfrm>
            <a:off x="229057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6" name="Coalesced group in block 2, warp 0: lane 2"/>
          <p:cNvSpPr/>
          <p:nvPr/>
        </p:nvSpPr>
        <p:spPr>
          <a:xfrm>
            <a:off x="2334006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17" name="Lane 2 in warp 0, block 2 active"/>
          <p:cNvSpPr/>
          <p:nvPr/>
        </p:nvSpPr>
        <p:spPr>
          <a:xfrm>
            <a:off x="234086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Lane 3 in warp 0, block 2 inactive"/>
          <p:cNvSpPr/>
          <p:nvPr/>
        </p:nvSpPr>
        <p:spPr>
          <a:xfrm>
            <a:off x="239115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9" name="Coalesced group in block 2, warp 0: lane 4"/>
          <p:cNvSpPr/>
          <p:nvPr/>
        </p:nvSpPr>
        <p:spPr>
          <a:xfrm>
            <a:off x="2434590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20" name="Lane 4 in warp 0, block 2 active"/>
          <p:cNvSpPr/>
          <p:nvPr/>
        </p:nvSpPr>
        <p:spPr>
          <a:xfrm>
            <a:off x="2441448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Lane 5 in warp 0, block 2 inactive"/>
          <p:cNvSpPr/>
          <p:nvPr/>
        </p:nvSpPr>
        <p:spPr>
          <a:xfrm>
            <a:off x="249174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2" name="Coalesced group in block 2, warp 0: lane 6"/>
          <p:cNvSpPr/>
          <p:nvPr/>
        </p:nvSpPr>
        <p:spPr>
          <a:xfrm>
            <a:off x="2535174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23" name="Lane 6 in warp 0, block 2 active"/>
          <p:cNvSpPr/>
          <p:nvPr/>
        </p:nvSpPr>
        <p:spPr>
          <a:xfrm>
            <a:off x="2542032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Lane 7 in warp 0, block 2 inactive"/>
          <p:cNvSpPr/>
          <p:nvPr/>
        </p:nvSpPr>
        <p:spPr>
          <a:xfrm>
            <a:off x="259232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5" name="Coalesced group in block 2, warp 0: lane 8"/>
          <p:cNvSpPr/>
          <p:nvPr/>
        </p:nvSpPr>
        <p:spPr>
          <a:xfrm>
            <a:off x="2635758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26" name="Lane 8 in warp 0, block 2 active"/>
          <p:cNvSpPr/>
          <p:nvPr/>
        </p:nvSpPr>
        <p:spPr>
          <a:xfrm>
            <a:off x="264261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Lane 9 in warp 0, block 2 inactive"/>
          <p:cNvSpPr/>
          <p:nvPr/>
        </p:nvSpPr>
        <p:spPr>
          <a:xfrm>
            <a:off x="269290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8" name="Coalesced group in block 2, warp 0: lane 10"/>
          <p:cNvSpPr/>
          <p:nvPr/>
        </p:nvSpPr>
        <p:spPr>
          <a:xfrm>
            <a:off x="2736342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29" name="Lane 10 in warp 0, block 2 active"/>
          <p:cNvSpPr/>
          <p:nvPr/>
        </p:nvSpPr>
        <p:spPr>
          <a:xfrm>
            <a:off x="274320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Lane 11 in warp 0, block 2 inactive"/>
          <p:cNvSpPr/>
          <p:nvPr/>
        </p:nvSpPr>
        <p:spPr>
          <a:xfrm>
            <a:off x="279349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1" name="Coalesced group in block 2, warp 0: lane 12"/>
          <p:cNvSpPr/>
          <p:nvPr/>
        </p:nvSpPr>
        <p:spPr>
          <a:xfrm>
            <a:off x="2836926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32" name="Lane 12 in warp 0, block 2 active"/>
          <p:cNvSpPr/>
          <p:nvPr/>
        </p:nvSpPr>
        <p:spPr>
          <a:xfrm>
            <a:off x="284378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3" name="Lane 13 in warp 0, block 2 inactive"/>
          <p:cNvSpPr/>
          <p:nvPr/>
        </p:nvSpPr>
        <p:spPr>
          <a:xfrm>
            <a:off x="289407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4" name="Coalesced group in block 2, warp 0: lane 14"/>
          <p:cNvSpPr/>
          <p:nvPr/>
        </p:nvSpPr>
        <p:spPr>
          <a:xfrm>
            <a:off x="2937510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35" name="Lane 14 in warp 0, block 2 active"/>
          <p:cNvSpPr/>
          <p:nvPr/>
        </p:nvSpPr>
        <p:spPr>
          <a:xfrm>
            <a:off x="2944368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Lane 15 in warp 0, block 2 inactive"/>
          <p:cNvSpPr/>
          <p:nvPr/>
        </p:nvSpPr>
        <p:spPr>
          <a:xfrm>
            <a:off x="299466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7" name="Coalesced group in block 2, warp 0: lane 16"/>
          <p:cNvSpPr/>
          <p:nvPr/>
        </p:nvSpPr>
        <p:spPr>
          <a:xfrm>
            <a:off x="2233422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38" name="Lane 16 in warp 0, block 2 active"/>
          <p:cNvSpPr/>
          <p:nvPr/>
        </p:nvSpPr>
        <p:spPr>
          <a:xfrm>
            <a:off x="224028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Lane 17 in warp 0, block 2 inactive"/>
          <p:cNvSpPr/>
          <p:nvPr/>
        </p:nvSpPr>
        <p:spPr>
          <a:xfrm>
            <a:off x="229057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0" name="Coalesced group in block 2, warp 0: lane 18"/>
          <p:cNvSpPr/>
          <p:nvPr/>
        </p:nvSpPr>
        <p:spPr>
          <a:xfrm>
            <a:off x="2334006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41" name="Lane 18 in warp 0, block 2 active"/>
          <p:cNvSpPr/>
          <p:nvPr/>
        </p:nvSpPr>
        <p:spPr>
          <a:xfrm>
            <a:off x="234086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Lane 19 in warp 0, block 2 inactive"/>
          <p:cNvSpPr/>
          <p:nvPr/>
        </p:nvSpPr>
        <p:spPr>
          <a:xfrm>
            <a:off x="239115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3" name="Coalesced group in block 2, warp 0: lane 20"/>
          <p:cNvSpPr/>
          <p:nvPr/>
        </p:nvSpPr>
        <p:spPr>
          <a:xfrm>
            <a:off x="2434590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44" name="Lane 20 in warp 0, block 2 active"/>
          <p:cNvSpPr/>
          <p:nvPr/>
        </p:nvSpPr>
        <p:spPr>
          <a:xfrm>
            <a:off x="2441448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Lane 21 in warp 0, block 2 inactive"/>
          <p:cNvSpPr/>
          <p:nvPr/>
        </p:nvSpPr>
        <p:spPr>
          <a:xfrm>
            <a:off x="249174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6" name="Coalesced group in block 2, warp 0: lane 22"/>
          <p:cNvSpPr/>
          <p:nvPr/>
        </p:nvSpPr>
        <p:spPr>
          <a:xfrm>
            <a:off x="2535174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47" name="Lane 22 in warp 0, block 2 active"/>
          <p:cNvSpPr/>
          <p:nvPr/>
        </p:nvSpPr>
        <p:spPr>
          <a:xfrm>
            <a:off x="2542032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Lane 23 in warp 0, block 2 inactive"/>
          <p:cNvSpPr/>
          <p:nvPr/>
        </p:nvSpPr>
        <p:spPr>
          <a:xfrm>
            <a:off x="259232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9" name="Coalesced group in block 2, warp 0: lane 24"/>
          <p:cNvSpPr/>
          <p:nvPr/>
        </p:nvSpPr>
        <p:spPr>
          <a:xfrm>
            <a:off x="2635758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50" name="Lane 24 in warp 0, block 2 active"/>
          <p:cNvSpPr/>
          <p:nvPr/>
        </p:nvSpPr>
        <p:spPr>
          <a:xfrm>
            <a:off x="264261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Lane 25 in warp 0, block 2 inactive"/>
          <p:cNvSpPr/>
          <p:nvPr/>
        </p:nvSpPr>
        <p:spPr>
          <a:xfrm>
            <a:off x="269290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52" name="Coalesced group in block 2, warp 0: lane 26"/>
          <p:cNvSpPr/>
          <p:nvPr/>
        </p:nvSpPr>
        <p:spPr>
          <a:xfrm>
            <a:off x="2736342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53" name="Lane 26 in warp 0, block 2 active"/>
          <p:cNvSpPr/>
          <p:nvPr/>
        </p:nvSpPr>
        <p:spPr>
          <a:xfrm>
            <a:off x="274320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4" name="Lane 27 in warp 0, block 2 inactive"/>
          <p:cNvSpPr/>
          <p:nvPr/>
        </p:nvSpPr>
        <p:spPr>
          <a:xfrm>
            <a:off x="279349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55" name="Coalesced group in block 2, warp 0: lane 28"/>
          <p:cNvSpPr/>
          <p:nvPr/>
        </p:nvSpPr>
        <p:spPr>
          <a:xfrm>
            <a:off x="2836926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56" name="Lane 28 in warp 0, block 2 active"/>
          <p:cNvSpPr/>
          <p:nvPr/>
        </p:nvSpPr>
        <p:spPr>
          <a:xfrm>
            <a:off x="284378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7" name="Lane 29 in warp 0, block 2 inactive"/>
          <p:cNvSpPr/>
          <p:nvPr/>
        </p:nvSpPr>
        <p:spPr>
          <a:xfrm>
            <a:off x="289407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58" name="Coalesced group in block 2, warp 0: lane 30"/>
          <p:cNvSpPr/>
          <p:nvPr/>
        </p:nvSpPr>
        <p:spPr>
          <a:xfrm>
            <a:off x="2937510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59" name="Lane 30 in warp 0, block 2 active"/>
          <p:cNvSpPr/>
          <p:nvPr/>
        </p:nvSpPr>
        <p:spPr>
          <a:xfrm>
            <a:off x="2944368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0" name="Lane 31 in warp 0, block 2 inactive"/>
          <p:cNvSpPr/>
          <p:nvPr/>
        </p:nvSpPr>
        <p:spPr>
          <a:xfrm>
            <a:off x="299466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61" name="Coalesced group in block 2, warp 1: lane 0"/>
          <p:cNvSpPr/>
          <p:nvPr/>
        </p:nvSpPr>
        <p:spPr>
          <a:xfrm>
            <a:off x="2233422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62" name="Lane 0 in warp 1, block 2 active"/>
          <p:cNvSpPr/>
          <p:nvPr/>
        </p:nvSpPr>
        <p:spPr>
          <a:xfrm>
            <a:off x="2240280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3" name="Lane 1 in warp 1, block 2 inactive"/>
          <p:cNvSpPr/>
          <p:nvPr/>
        </p:nvSpPr>
        <p:spPr>
          <a:xfrm>
            <a:off x="229057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64" name="Coalesced group in block 2, warp 1: lane 2"/>
          <p:cNvSpPr/>
          <p:nvPr/>
        </p:nvSpPr>
        <p:spPr>
          <a:xfrm>
            <a:off x="2334006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65" name="Lane 2 in warp 1, block 2 active"/>
          <p:cNvSpPr/>
          <p:nvPr/>
        </p:nvSpPr>
        <p:spPr>
          <a:xfrm>
            <a:off x="2340864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6" name="Lane 3 in warp 1, block 2 inactive"/>
          <p:cNvSpPr/>
          <p:nvPr/>
        </p:nvSpPr>
        <p:spPr>
          <a:xfrm>
            <a:off x="239115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67" name="Coalesced group in block 2, warp 1: lane 4"/>
          <p:cNvSpPr/>
          <p:nvPr/>
        </p:nvSpPr>
        <p:spPr>
          <a:xfrm>
            <a:off x="2434590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68" name="Lane 4 in warp 1, block 2 active"/>
          <p:cNvSpPr/>
          <p:nvPr/>
        </p:nvSpPr>
        <p:spPr>
          <a:xfrm>
            <a:off x="2441448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9" name="Lane 5 in warp 1, block 2 inactive"/>
          <p:cNvSpPr/>
          <p:nvPr/>
        </p:nvSpPr>
        <p:spPr>
          <a:xfrm>
            <a:off x="249174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70" name="Coalesced group in block 2, warp 1: lane 6"/>
          <p:cNvSpPr/>
          <p:nvPr/>
        </p:nvSpPr>
        <p:spPr>
          <a:xfrm>
            <a:off x="2535174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71" name="Lane 6 in warp 1, block 2 active"/>
          <p:cNvSpPr/>
          <p:nvPr/>
        </p:nvSpPr>
        <p:spPr>
          <a:xfrm>
            <a:off x="2542032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2" name="Lane 7 in warp 1, block 2 inactive"/>
          <p:cNvSpPr/>
          <p:nvPr/>
        </p:nvSpPr>
        <p:spPr>
          <a:xfrm>
            <a:off x="259232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73" name="Coalesced group in block 2, warp 1: lane 8"/>
          <p:cNvSpPr/>
          <p:nvPr/>
        </p:nvSpPr>
        <p:spPr>
          <a:xfrm>
            <a:off x="2635758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74" name="Lane 8 in warp 1, block 2 active"/>
          <p:cNvSpPr/>
          <p:nvPr/>
        </p:nvSpPr>
        <p:spPr>
          <a:xfrm>
            <a:off x="2642616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Lane 9 in warp 1, block 2 inactive"/>
          <p:cNvSpPr/>
          <p:nvPr/>
        </p:nvSpPr>
        <p:spPr>
          <a:xfrm>
            <a:off x="269290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76" name="Coalesced group in block 2, warp 1: lane 10"/>
          <p:cNvSpPr/>
          <p:nvPr/>
        </p:nvSpPr>
        <p:spPr>
          <a:xfrm>
            <a:off x="2736342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77" name="Lane 10 in warp 1, block 2 active"/>
          <p:cNvSpPr/>
          <p:nvPr/>
        </p:nvSpPr>
        <p:spPr>
          <a:xfrm>
            <a:off x="2743200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Lane 11 in warp 1, block 2 inactive"/>
          <p:cNvSpPr/>
          <p:nvPr/>
        </p:nvSpPr>
        <p:spPr>
          <a:xfrm>
            <a:off x="279349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79" name="Coalesced group in block 2, warp 1: lane 12"/>
          <p:cNvSpPr/>
          <p:nvPr/>
        </p:nvSpPr>
        <p:spPr>
          <a:xfrm>
            <a:off x="2836926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80" name="Lane 12 in warp 1, block 2 active"/>
          <p:cNvSpPr/>
          <p:nvPr/>
        </p:nvSpPr>
        <p:spPr>
          <a:xfrm>
            <a:off x="2843784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Lane 13 in warp 1, block 2 inactive"/>
          <p:cNvSpPr/>
          <p:nvPr/>
        </p:nvSpPr>
        <p:spPr>
          <a:xfrm>
            <a:off x="289407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82" name="Coalesced group in block 2, warp 1: lane 14"/>
          <p:cNvSpPr/>
          <p:nvPr/>
        </p:nvSpPr>
        <p:spPr>
          <a:xfrm>
            <a:off x="2937510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83" name="Lane 14 in warp 1, block 2 active"/>
          <p:cNvSpPr/>
          <p:nvPr/>
        </p:nvSpPr>
        <p:spPr>
          <a:xfrm>
            <a:off x="2944368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Lane 15 in warp 1, block 2 inactive"/>
          <p:cNvSpPr/>
          <p:nvPr/>
        </p:nvSpPr>
        <p:spPr>
          <a:xfrm>
            <a:off x="299466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85" name="Coalesced group in block 2, warp 1: lane 16"/>
          <p:cNvSpPr/>
          <p:nvPr/>
        </p:nvSpPr>
        <p:spPr>
          <a:xfrm>
            <a:off x="2233422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86" name="Lane 16 in warp 1, block 2 active"/>
          <p:cNvSpPr/>
          <p:nvPr/>
        </p:nvSpPr>
        <p:spPr>
          <a:xfrm>
            <a:off x="2240280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7" name="Lane 17 in warp 1, block 2 inactive"/>
          <p:cNvSpPr/>
          <p:nvPr/>
        </p:nvSpPr>
        <p:spPr>
          <a:xfrm>
            <a:off x="229057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88" name="Coalesced group in block 2, warp 1: lane 18"/>
          <p:cNvSpPr/>
          <p:nvPr/>
        </p:nvSpPr>
        <p:spPr>
          <a:xfrm>
            <a:off x="2334006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89" name="Lane 18 in warp 1, block 2 active"/>
          <p:cNvSpPr/>
          <p:nvPr/>
        </p:nvSpPr>
        <p:spPr>
          <a:xfrm>
            <a:off x="2340864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0" name="Lane 19 in warp 1, block 2 inactive"/>
          <p:cNvSpPr/>
          <p:nvPr/>
        </p:nvSpPr>
        <p:spPr>
          <a:xfrm>
            <a:off x="239115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91" name="Coalesced group in block 2, warp 1: lane 20"/>
          <p:cNvSpPr/>
          <p:nvPr/>
        </p:nvSpPr>
        <p:spPr>
          <a:xfrm>
            <a:off x="2434590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92" name="Lane 20 in warp 1, block 2 active"/>
          <p:cNvSpPr/>
          <p:nvPr/>
        </p:nvSpPr>
        <p:spPr>
          <a:xfrm>
            <a:off x="2441448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3" name="Lane 21 in warp 1, block 2 inactive"/>
          <p:cNvSpPr/>
          <p:nvPr/>
        </p:nvSpPr>
        <p:spPr>
          <a:xfrm>
            <a:off x="249174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94" name="Coalesced group in block 2, warp 1: lane 22"/>
          <p:cNvSpPr/>
          <p:nvPr/>
        </p:nvSpPr>
        <p:spPr>
          <a:xfrm>
            <a:off x="2535174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95" name="Lane 22 in warp 1, block 2 active"/>
          <p:cNvSpPr/>
          <p:nvPr/>
        </p:nvSpPr>
        <p:spPr>
          <a:xfrm>
            <a:off x="2542032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6" name="Lane 23 in warp 1, block 2 inactive"/>
          <p:cNvSpPr/>
          <p:nvPr/>
        </p:nvSpPr>
        <p:spPr>
          <a:xfrm>
            <a:off x="259232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97" name="Coalesced group in block 2, warp 1: lane 24"/>
          <p:cNvSpPr/>
          <p:nvPr/>
        </p:nvSpPr>
        <p:spPr>
          <a:xfrm>
            <a:off x="2635758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98" name="Lane 24 in warp 1, block 2 active"/>
          <p:cNvSpPr/>
          <p:nvPr/>
        </p:nvSpPr>
        <p:spPr>
          <a:xfrm>
            <a:off x="2642616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9" name="Lane 25 in warp 1, block 2 inactive"/>
          <p:cNvSpPr/>
          <p:nvPr/>
        </p:nvSpPr>
        <p:spPr>
          <a:xfrm>
            <a:off x="269290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00" name="Coalesced group in block 2, warp 1: lane 26"/>
          <p:cNvSpPr/>
          <p:nvPr/>
        </p:nvSpPr>
        <p:spPr>
          <a:xfrm>
            <a:off x="2736342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301" name="Lane 26 in warp 1, block 2 active"/>
          <p:cNvSpPr/>
          <p:nvPr/>
        </p:nvSpPr>
        <p:spPr>
          <a:xfrm>
            <a:off x="2743200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2" name="Lane 27 in warp 1, block 2 inactive"/>
          <p:cNvSpPr/>
          <p:nvPr/>
        </p:nvSpPr>
        <p:spPr>
          <a:xfrm>
            <a:off x="279349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03" name="Coalesced group in block 2, warp 1: lane 28"/>
          <p:cNvSpPr/>
          <p:nvPr/>
        </p:nvSpPr>
        <p:spPr>
          <a:xfrm>
            <a:off x="2836926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304" name="Lane 28 in warp 1, block 2 active"/>
          <p:cNvSpPr/>
          <p:nvPr/>
        </p:nvSpPr>
        <p:spPr>
          <a:xfrm>
            <a:off x="2843784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5" name="Lane 29 in warp 1, block 2 inactive"/>
          <p:cNvSpPr/>
          <p:nvPr/>
        </p:nvSpPr>
        <p:spPr>
          <a:xfrm>
            <a:off x="289407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06" name="Coalesced group in block 2, warp 1: lane 30"/>
          <p:cNvSpPr/>
          <p:nvPr/>
        </p:nvSpPr>
        <p:spPr>
          <a:xfrm>
            <a:off x="2937510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307" name="Lane 30 in warp 1, block 2 active"/>
          <p:cNvSpPr/>
          <p:nvPr/>
        </p:nvSpPr>
        <p:spPr>
          <a:xfrm>
            <a:off x="2944368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8" name="Lane 31 in warp 1, block 2 inactive"/>
          <p:cNvSpPr/>
          <p:nvPr/>
        </p:nvSpPr>
        <p:spPr>
          <a:xfrm>
            <a:off x="299466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09" name="Additional thread blocks"/>
          <p:cNvSpPr/>
          <p:nvPr/>
        </p:nvSpPr>
        <p:spPr>
          <a:xfrm>
            <a:off x="31318200" y="15803880"/>
            <a:ext cx="2286000" cy="975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6120" b="0">
                <a:solidFill>
                  <a:schemeClr val="accent6"/>
                </a:solidFill>
                <a:latin typeface="NVIDIA Sans"/>
              </a:rPr>
              <a:t xml:space="preserve">...</a:t>
            </a:r>
          </a:p>
        </p:txBody>
      </p:sp>
      <p:sp>
        <p:nvSpPr>
          <p:cNvPr id="310" name="Shape"/>
          <p:cNvSpPr/>
          <p:nvPr/>
        </p:nvSpPr>
        <p:spPr>
          <a:xfrm>
            <a:off x="4160520" y="18493740"/>
            <a:ext cx="228600" cy="22860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1" name="Active thread"/>
          <p:cNvSpPr/>
          <p:nvPr/>
        </p:nvSpPr>
        <p:spPr>
          <a:xfrm>
            <a:off x="4709160" y="18379440"/>
            <a:ext cx="45720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Active thread</a:t>
            </a:r>
          </a:p>
        </p:txBody>
      </p:sp>
      <p:sp>
        <p:nvSpPr>
          <p:cNvPr id="312" name="Shape"/>
          <p:cNvSpPr/>
          <p:nvPr/>
        </p:nvSpPr>
        <p:spPr>
          <a:xfrm>
            <a:off x="11064240" y="18493740"/>
            <a:ext cx="228600" cy="228600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13" name="Inactive thread"/>
          <p:cNvSpPr/>
          <p:nvPr/>
        </p:nvSpPr>
        <p:spPr>
          <a:xfrm>
            <a:off x="11612880" y="18379440"/>
            <a:ext cx="45720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Inactive thread</a:t>
            </a:r>
          </a:p>
        </p:txBody>
      </p:sp>
      <p:sp>
        <p:nvSpPr>
          <p:cNvPr id="314" name="Shape"/>
          <p:cNvSpPr/>
          <p:nvPr/>
        </p:nvSpPr>
        <p:spPr>
          <a:xfrm>
            <a:off x="18059400" y="18493740"/>
            <a:ext cx="320040" cy="32004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315" name="Shape"/>
          <p:cNvSpPr/>
          <p:nvPr/>
        </p:nvSpPr>
        <p:spPr>
          <a:xfrm>
            <a:off x="18516600" y="18493740"/>
            <a:ext cx="320040" cy="32004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316" name="Shape"/>
          <p:cNvSpPr/>
          <p:nvPr/>
        </p:nvSpPr>
        <p:spPr>
          <a:xfrm>
            <a:off x="18973800" y="18493740"/>
            <a:ext cx="320040" cy="320040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317" name="Shape"/>
          <p:cNvSpPr/>
          <p:nvPr/>
        </p:nvSpPr>
        <p:spPr>
          <a:xfrm>
            <a:off x="19431000" y="18493740"/>
            <a:ext cx="320040" cy="320040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318" name="Border colors identify coalesced groups"/>
          <p:cNvSpPr/>
          <p:nvPr/>
        </p:nvSpPr>
        <p:spPr>
          <a:xfrm>
            <a:off x="20345400" y="18379440"/>
            <a:ext cx="12115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Border colors identify coalesced groups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>
  <p:cSld name="Derived Groups — Generic gro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rived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Derived Groups</a:t>
            </a:r>
          </a:p>
        </p:txBody>
      </p:sp>
      <p:sp>
        <p:nvSpPr>
          <p:cNvPr id="3" name="Generic group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Generic group</a:t>
            </a:r>
          </a:p>
        </p:txBody>
      </p:sp>
      <p:sp>
        <p:nvSpPr>
          <p:cNvPr id="4" name="2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9664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Groups units from a parent group"/>
          <p:cNvSpPr/>
          <p:nvPr/>
        </p:nvSpPr>
        <p:spPr>
          <a:xfrm>
            <a:off x="2583180" y="582930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Groups units from a parent group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78409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Mapping determines membership"/>
          <p:cNvSpPr/>
          <p:nvPr/>
        </p:nvSpPr>
        <p:spPr>
          <a:xfrm>
            <a:off x="2583180" y="770382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Mapping determines membership</a:t>
            </a:r>
          </a:p>
        </p:txBody>
      </p:sp>
      <p:sp>
        <p:nvSpPr>
          <p:cNvPr id="9" name="Shape"/>
          <p:cNvSpPr/>
          <p:nvPr/>
        </p:nvSpPr>
        <p:spPr>
          <a:xfrm>
            <a:off x="1828800" y="971550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Each subgroup synchronizes independently"/>
          <p:cNvSpPr/>
          <p:nvPr/>
        </p:nvSpPr>
        <p:spPr>
          <a:xfrm>
            <a:off x="2583180" y="957834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Each subgroup synchronizes independently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1159002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All parent units construct collectively"/>
          <p:cNvSpPr/>
          <p:nvPr/>
        </p:nvSpPr>
        <p:spPr>
          <a:xfrm>
            <a:off x="2583180" y="1145286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All parent units construct collectively</a:t>
            </a:r>
          </a:p>
        </p:txBody>
      </p:sp>
      <p:sp>
        <p:nvSpPr>
          <p:cNvPr id="13" name="Shape"/>
          <p:cNvSpPr/>
          <p:nvPr/>
        </p:nvSpPr>
        <p:spPr>
          <a:xfrm>
            <a:off x="12801600" y="5029200"/>
            <a:ext cx="21945600" cy="89154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4" name="Generic group use-case example" descr="Supplemental generic-group usage example based on repository documentation and implementation"/>
          <p:cNvSpPr/>
          <p:nvPr/>
        </p:nvSpPr>
        <p:spPr>
          <a:xfrm>
            <a:off x="13258800" y="5394960"/>
            <a:ext cx="21031200" cy="8458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generic_group_example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Four warps per block (128 threads).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array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barrier_ids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1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2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All parent threads construct groups of two warps.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2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interwarp_synchronizer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barrier_ids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Each subgroup synchronizes independently.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sync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Group rank within the parent and thread count.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nthreads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5" name="Parent block 0: 128 threads"/>
          <p:cNvSpPr/>
          <p:nvPr/>
        </p:nvSpPr>
        <p:spPr>
          <a:xfrm>
            <a:off x="256032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6" name="Block 0"/>
          <p:cNvSpPr/>
          <p:nvPr/>
        </p:nvSpPr>
        <p:spPr>
          <a:xfrm>
            <a:off x="2834640" y="14810047"/>
            <a:ext cx="8321040" cy="40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17" name="Group 0 in block 0: two warps, barrier 1"/>
          <p:cNvSpPr/>
          <p:nvPr/>
        </p:nvSpPr>
        <p:spPr>
          <a:xfrm>
            <a:off x="2834640" y="15364229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18" name="Thread 0 in block 0, group 0"/>
          <p:cNvSpPr/>
          <p:nvPr/>
        </p:nvSpPr>
        <p:spPr>
          <a:xfrm>
            <a:off x="31089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1 in block 0, group 0"/>
          <p:cNvSpPr/>
          <p:nvPr/>
        </p:nvSpPr>
        <p:spPr>
          <a:xfrm>
            <a:off x="35890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2 in block 0, group 0"/>
          <p:cNvSpPr/>
          <p:nvPr/>
        </p:nvSpPr>
        <p:spPr>
          <a:xfrm>
            <a:off x="40690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3 in block 0, group 0"/>
          <p:cNvSpPr/>
          <p:nvPr/>
        </p:nvSpPr>
        <p:spPr>
          <a:xfrm>
            <a:off x="45491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4 in block 0, group 0"/>
          <p:cNvSpPr/>
          <p:nvPr/>
        </p:nvSpPr>
        <p:spPr>
          <a:xfrm>
            <a:off x="50292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5 in block 0, group 0"/>
          <p:cNvSpPr/>
          <p:nvPr/>
        </p:nvSpPr>
        <p:spPr>
          <a:xfrm>
            <a:off x="55092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6 in block 0, group 0"/>
          <p:cNvSpPr/>
          <p:nvPr/>
        </p:nvSpPr>
        <p:spPr>
          <a:xfrm>
            <a:off x="59893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7 in block 0, group 0"/>
          <p:cNvSpPr/>
          <p:nvPr/>
        </p:nvSpPr>
        <p:spPr>
          <a:xfrm>
            <a:off x="64693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8 in block 0, group 0"/>
          <p:cNvSpPr/>
          <p:nvPr/>
        </p:nvSpPr>
        <p:spPr>
          <a:xfrm>
            <a:off x="69494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9 in block 0, group 0"/>
          <p:cNvSpPr/>
          <p:nvPr/>
        </p:nvSpPr>
        <p:spPr>
          <a:xfrm>
            <a:off x="74295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0 in block 0, group 0"/>
          <p:cNvSpPr/>
          <p:nvPr/>
        </p:nvSpPr>
        <p:spPr>
          <a:xfrm>
            <a:off x="79095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1 in block 0, group 0"/>
          <p:cNvSpPr/>
          <p:nvPr/>
        </p:nvSpPr>
        <p:spPr>
          <a:xfrm>
            <a:off x="83896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2 in block 0, group 0"/>
          <p:cNvSpPr/>
          <p:nvPr/>
        </p:nvSpPr>
        <p:spPr>
          <a:xfrm>
            <a:off x="88696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13 in block 0, group 0"/>
          <p:cNvSpPr/>
          <p:nvPr/>
        </p:nvSpPr>
        <p:spPr>
          <a:xfrm>
            <a:off x="93497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14 in block 0, group 0"/>
          <p:cNvSpPr/>
          <p:nvPr/>
        </p:nvSpPr>
        <p:spPr>
          <a:xfrm>
            <a:off x="98298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15 in block 0, group 0"/>
          <p:cNvSpPr/>
          <p:nvPr/>
        </p:nvSpPr>
        <p:spPr>
          <a:xfrm>
            <a:off x="103098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16 in block 0, group 0"/>
          <p:cNvSpPr/>
          <p:nvPr/>
        </p:nvSpPr>
        <p:spPr>
          <a:xfrm>
            <a:off x="31089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17 in block 0, group 0"/>
          <p:cNvSpPr/>
          <p:nvPr/>
        </p:nvSpPr>
        <p:spPr>
          <a:xfrm>
            <a:off x="35890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18 in block 0, group 0"/>
          <p:cNvSpPr/>
          <p:nvPr/>
        </p:nvSpPr>
        <p:spPr>
          <a:xfrm>
            <a:off x="40690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19 in block 0, group 0"/>
          <p:cNvSpPr/>
          <p:nvPr/>
        </p:nvSpPr>
        <p:spPr>
          <a:xfrm>
            <a:off x="45491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0 in block 0, group 0"/>
          <p:cNvSpPr/>
          <p:nvPr/>
        </p:nvSpPr>
        <p:spPr>
          <a:xfrm>
            <a:off x="50292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1 in block 0, group 0"/>
          <p:cNvSpPr/>
          <p:nvPr/>
        </p:nvSpPr>
        <p:spPr>
          <a:xfrm>
            <a:off x="55092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2 in block 0, group 0"/>
          <p:cNvSpPr/>
          <p:nvPr/>
        </p:nvSpPr>
        <p:spPr>
          <a:xfrm>
            <a:off x="59893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23 in block 0, group 0"/>
          <p:cNvSpPr/>
          <p:nvPr/>
        </p:nvSpPr>
        <p:spPr>
          <a:xfrm>
            <a:off x="64693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24 in block 0, group 0"/>
          <p:cNvSpPr/>
          <p:nvPr/>
        </p:nvSpPr>
        <p:spPr>
          <a:xfrm>
            <a:off x="69494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Thread 25 in block 0, group 0"/>
          <p:cNvSpPr/>
          <p:nvPr/>
        </p:nvSpPr>
        <p:spPr>
          <a:xfrm>
            <a:off x="74295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4" name="Thread 26 in block 0, group 0"/>
          <p:cNvSpPr/>
          <p:nvPr/>
        </p:nvSpPr>
        <p:spPr>
          <a:xfrm>
            <a:off x="79095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27 in block 0, group 0"/>
          <p:cNvSpPr/>
          <p:nvPr/>
        </p:nvSpPr>
        <p:spPr>
          <a:xfrm>
            <a:off x="83896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Thread 28 in block 0, group 0"/>
          <p:cNvSpPr/>
          <p:nvPr/>
        </p:nvSpPr>
        <p:spPr>
          <a:xfrm>
            <a:off x="88696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29 in block 0, group 0"/>
          <p:cNvSpPr/>
          <p:nvPr/>
        </p:nvSpPr>
        <p:spPr>
          <a:xfrm>
            <a:off x="93497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Thread 30 in block 0, group 0"/>
          <p:cNvSpPr/>
          <p:nvPr/>
        </p:nvSpPr>
        <p:spPr>
          <a:xfrm>
            <a:off x="98298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31 in block 0, group 0"/>
          <p:cNvSpPr/>
          <p:nvPr/>
        </p:nvSpPr>
        <p:spPr>
          <a:xfrm>
            <a:off x="103098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Thread 32 in block 0, group 0"/>
          <p:cNvSpPr/>
          <p:nvPr/>
        </p:nvSpPr>
        <p:spPr>
          <a:xfrm>
            <a:off x="31089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33 in block 0, group 0"/>
          <p:cNvSpPr/>
          <p:nvPr/>
        </p:nvSpPr>
        <p:spPr>
          <a:xfrm>
            <a:off x="35890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34 in block 0, group 0"/>
          <p:cNvSpPr/>
          <p:nvPr/>
        </p:nvSpPr>
        <p:spPr>
          <a:xfrm>
            <a:off x="40690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35 in block 0, group 0"/>
          <p:cNvSpPr/>
          <p:nvPr/>
        </p:nvSpPr>
        <p:spPr>
          <a:xfrm>
            <a:off x="45491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Thread 36 in block 0, group 0"/>
          <p:cNvSpPr/>
          <p:nvPr/>
        </p:nvSpPr>
        <p:spPr>
          <a:xfrm>
            <a:off x="50292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37 in block 0, group 0"/>
          <p:cNvSpPr/>
          <p:nvPr/>
        </p:nvSpPr>
        <p:spPr>
          <a:xfrm>
            <a:off x="55092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Thread 38 in block 0, group 0"/>
          <p:cNvSpPr/>
          <p:nvPr/>
        </p:nvSpPr>
        <p:spPr>
          <a:xfrm>
            <a:off x="59893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39 in block 0, group 0"/>
          <p:cNvSpPr/>
          <p:nvPr/>
        </p:nvSpPr>
        <p:spPr>
          <a:xfrm>
            <a:off x="64693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Thread 40 in block 0, group 0"/>
          <p:cNvSpPr/>
          <p:nvPr/>
        </p:nvSpPr>
        <p:spPr>
          <a:xfrm>
            <a:off x="69494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41 in block 0, group 0"/>
          <p:cNvSpPr/>
          <p:nvPr/>
        </p:nvSpPr>
        <p:spPr>
          <a:xfrm>
            <a:off x="74295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Thread 42 in block 0, group 0"/>
          <p:cNvSpPr/>
          <p:nvPr/>
        </p:nvSpPr>
        <p:spPr>
          <a:xfrm>
            <a:off x="79095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43 in block 0, group 0"/>
          <p:cNvSpPr/>
          <p:nvPr/>
        </p:nvSpPr>
        <p:spPr>
          <a:xfrm>
            <a:off x="83896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Thread 44 in block 0, group 0"/>
          <p:cNvSpPr/>
          <p:nvPr/>
        </p:nvSpPr>
        <p:spPr>
          <a:xfrm>
            <a:off x="88696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45 in block 0, group 0"/>
          <p:cNvSpPr/>
          <p:nvPr/>
        </p:nvSpPr>
        <p:spPr>
          <a:xfrm>
            <a:off x="93497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Thread 46 in block 0, group 0"/>
          <p:cNvSpPr/>
          <p:nvPr/>
        </p:nvSpPr>
        <p:spPr>
          <a:xfrm>
            <a:off x="98298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47 in block 0, group 0"/>
          <p:cNvSpPr/>
          <p:nvPr/>
        </p:nvSpPr>
        <p:spPr>
          <a:xfrm>
            <a:off x="103098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Thread 48 in block 0, group 0"/>
          <p:cNvSpPr/>
          <p:nvPr/>
        </p:nvSpPr>
        <p:spPr>
          <a:xfrm>
            <a:off x="31089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49 in block 0, group 0"/>
          <p:cNvSpPr/>
          <p:nvPr/>
        </p:nvSpPr>
        <p:spPr>
          <a:xfrm>
            <a:off x="35890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Thread 50 in block 0, group 0"/>
          <p:cNvSpPr/>
          <p:nvPr/>
        </p:nvSpPr>
        <p:spPr>
          <a:xfrm>
            <a:off x="40690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51 in block 0, group 0"/>
          <p:cNvSpPr/>
          <p:nvPr/>
        </p:nvSpPr>
        <p:spPr>
          <a:xfrm>
            <a:off x="45491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52 in block 0, group 0"/>
          <p:cNvSpPr/>
          <p:nvPr/>
        </p:nvSpPr>
        <p:spPr>
          <a:xfrm>
            <a:off x="50292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53 in block 0, group 0"/>
          <p:cNvSpPr/>
          <p:nvPr/>
        </p:nvSpPr>
        <p:spPr>
          <a:xfrm>
            <a:off x="55092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Thread 54 in block 0, group 0"/>
          <p:cNvSpPr/>
          <p:nvPr/>
        </p:nvSpPr>
        <p:spPr>
          <a:xfrm>
            <a:off x="59893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55 in block 0, group 0"/>
          <p:cNvSpPr/>
          <p:nvPr/>
        </p:nvSpPr>
        <p:spPr>
          <a:xfrm>
            <a:off x="64693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56 in block 0, group 0"/>
          <p:cNvSpPr/>
          <p:nvPr/>
        </p:nvSpPr>
        <p:spPr>
          <a:xfrm>
            <a:off x="69494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57 in block 0, group 0"/>
          <p:cNvSpPr/>
          <p:nvPr/>
        </p:nvSpPr>
        <p:spPr>
          <a:xfrm>
            <a:off x="74295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58 in block 0, group 0"/>
          <p:cNvSpPr/>
          <p:nvPr/>
        </p:nvSpPr>
        <p:spPr>
          <a:xfrm>
            <a:off x="79095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59 in block 0, group 0"/>
          <p:cNvSpPr/>
          <p:nvPr/>
        </p:nvSpPr>
        <p:spPr>
          <a:xfrm>
            <a:off x="83896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0 in block 0, group 0"/>
          <p:cNvSpPr/>
          <p:nvPr/>
        </p:nvSpPr>
        <p:spPr>
          <a:xfrm>
            <a:off x="88696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1 in block 0, group 0"/>
          <p:cNvSpPr/>
          <p:nvPr/>
        </p:nvSpPr>
        <p:spPr>
          <a:xfrm>
            <a:off x="93497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2 in block 0, group 0"/>
          <p:cNvSpPr/>
          <p:nvPr/>
        </p:nvSpPr>
        <p:spPr>
          <a:xfrm>
            <a:off x="98298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3 in block 0, group 0"/>
          <p:cNvSpPr/>
          <p:nvPr/>
        </p:nvSpPr>
        <p:spPr>
          <a:xfrm>
            <a:off x="103098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Group 1 in block 0: two warps, barrier 2"/>
          <p:cNvSpPr/>
          <p:nvPr/>
        </p:nvSpPr>
        <p:spPr>
          <a:xfrm>
            <a:off x="2834640" y="16509538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83" name="Thread 64 in block 0, group 1"/>
          <p:cNvSpPr/>
          <p:nvPr/>
        </p:nvSpPr>
        <p:spPr>
          <a:xfrm>
            <a:off x="31089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65 in block 0, group 1"/>
          <p:cNvSpPr/>
          <p:nvPr/>
        </p:nvSpPr>
        <p:spPr>
          <a:xfrm>
            <a:off x="35890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66 in block 0, group 1"/>
          <p:cNvSpPr/>
          <p:nvPr/>
        </p:nvSpPr>
        <p:spPr>
          <a:xfrm>
            <a:off x="40690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67 in block 0, group 1"/>
          <p:cNvSpPr/>
          <p:nvPr/>
        </p:nvSpPr>
        <p:spPr>
          <a:xfrm>
            <a:off x="45491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68 in block 0, group 1"/>
          <p:cNvSpPr/>
          <p:nvPr/>
        </p:nvSpPr>
        <p:spPr>
          <a:xfrm>
            <a:off x="50292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69 in block 0, group 1"/>
          <p:cNvSpPr/>
          <p:nvPr/>
        </p:nvSpPr>
        <p:spPr>
          <a:xfrm>
            <a:off x="55092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Thread 70 in block 0, group 1"/>
          <p:cNvSpPr/>
          <p:nvPr/>
        </p:nvSpPr>
        <p:spPr>
          <a:xfrm>
            <a:off x="59893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Thread 71 in block 0, group 1"/>
          <p:cNvSpPr/>
          <p:nvPr/>
        </p:nvSpPr>
        <p:spPr>
          <a:xfrm>
            <a:off x="64693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72 in block 0, group 1"/>
          <p:cNvSpPr/>
          <p:nvPr/>
        </p:nvSpPr>
        <p:spPr>
          <a:xfrm>
            <a:off x="69494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3 in block 0, group 1"/>
          <p:cNvSpPr/>
          <p:nvPr/>
        </p:nvSpPr>
        <p:spPr>
          <a:xfrm>
            <a:off x="74295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4 in block 0, group 1"/>
          <p:cNvSpPr/>
          <p:nvPr/>
        </p:nvSpPr>
        <p:spPr>
          <a:xfrm>
            <a:off x="79095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5 in block 0, group 1"/>
          <p:cNvSpPr/>
          <p:nvPr/>
        </p:nvSpPr>
        <p:spPr>
          <a:xfrm>
            <a:off x="83896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76 in block 0, group 1"/>
          <p:cNvSpPr/>
          <p:nvPr/>
        </p:nvSpPr>
        <p:spPr>
          <a:xfrm>
            <a:off x="88696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77 in block 0, group 1"/>
          <p:cNvSpPr/>
          <p:nvPr/>
        </p:nvSpPr>
        <p:spPr>
          <a:xfrm>
            <a:off x="93497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78 in block 0, group 1"/>
          <p:cNvSpPr/>
          <p:nvPr/>
        </p:nvSpPr>
        <p:spPr>
          <a:xfrm>
            <a:off x="98298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79 in block 0, group 1"/>
          <p:cNvSpPr/>
          <p:nvPr/>
        </p:nvSpPr>
        <p:spPr>
          <a:xfrm>
            <a:off x="103098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0 in block 0, group 1"/>
          <p:cNvSpPr/>
          <p:nvPr/>
        </p:nvSpPr>
        <p:spPr>
          <a:xfrm>
            <a:off x="31089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1 in block 0, group 1"/>
          <p:cNvSpPr/>
          <p:nvPr/>
        </p:nvSpPr>
        <p:spPr>
          <a:xfrm>
            <a:off x="35890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2 in block 0, group 1"/>
          <p:cNvSpPr/>
          <p:nvPr/>
        </p:nvSpPr>
        <p:spPr>
          <a:xfrm>
            <a:off x="40690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3 in block 0, group 1"/>
          <p:cNvSpPr/>
          <p:nvPr/>
        </p:nvSpPr>
        <p:spPr>
          <a:xfrm>
            <a:off x="45491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4 in block 0, group 1"/>
          <p:cNvSpPr/>
          <p:nvPr/>
        </p:nvSpPr>
        <p:spPr>
          <a:xfrm>
            <a:off x="50292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5 in block 0, group 1"/>
          <p:cNvSpPr/>
          <p:nvPr/>
        </p:nvSpPr>
        <p:spPr>
          <a:xfrm>
            <a:off x="55092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86 in block 0, group 1"/>
          <p:cNvSpPr/>
          <p:nvPr/>
        </p:nvSpPr>
        <p:spPr>
          <a:xfrm>
            <a:off x="59893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87 in block 0, group 1"/>
          <p:cNvSpPr/>
          <p:nvPr/>
        </p:nvSpPr>
        <p:spPr>
          <a:xfrm>
            <a:off x="64693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88 in block 0, group 1"/>
          <p:cNvSpPr/>
          <p:nvPr/>
        </p:nvSpPr>
        <p:spPr>
          <a:xfrm>
            <a:off x="69494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89 in block 0, group 1"/>
          <p:cNvSpPr/>
          <p:nvPr/>
        </p:nvSpPr>
        <p:spPr>
          <a:xfrm>
            <a:off x="74295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0 in block 0, group 1"/>
          <p:cNvSpPr/>
          <p:nvPr/>
        </p:nvSpPr>
        <p:spPr>
          <a:xfrm>
            <a:off x="79095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1 in block 0, group 1"/>
          <p:cNvSpPr/>
          <p:nvPr/>
        </p:nvSpPr>
        <p:spPr>
          <a:xfrm>
            <a:off x="83896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Thread 92 in block 0, group 1"/>
          <p:cNvSpPr/>
          <p:nvPr/>
        </p:nvSpPr>
        <p:spPr>
          <a:xfrm>
            <a:off x="88696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Thread 93 in block 0, group 1"/>
          <p:cNvSpPr/>
          <p:nvPr/>
        </p:nvSpPr>
        <p:spPr>
          <a:xfrm>
            <a:off x="93497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Thread 94 in block 0, group 1"/>
          <p:cNvSpPr/>
          <p:nvPr/>
        </p:nvSpPr>
        <p:spPr>
          <a:xfrm>
            <a:off x="98298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Thread 95 in block 0, group 1"/>
          <p:cNvSpPr/>
          <p:nvPr/>
        </p:nvSpPr>
        <p:spPr>
          <a:xfrm>
            <a:off x="103098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Thread 96 in block 0, group 1"/>
          <p:cNvSpPr/>
          <p:nvPr/>
        </p:nvSpPr>
        <p:spPr>
          <a:xfrm>
            <a:off x="31089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Thread 97 in block 0, group 1"/>
          <p:cNvSpPr/>
          <p:nvPr/>
        </p:nvSpPr>
        <p:spPr>
          <a:xfrm>
            <a:off x="35890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Thread 98 in block 0, group 1"/>
          <p:cNvSpPr/>
          <p:nvPr/>
        </p:nvSpPr>
        <p:spPr>
          <a:xfrm>
            <a:off x="40690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99 in block 0, group 1"/>
          <p:cNvSpPr/>
          <p:nvPr/>
        </p:nvSpPr>
        <p:spPr>
          <a:xfrm>
            <a:off x="45491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Thread 100 in block 0, group 1"/>
          <p:cNvSpPr/>
          <p:nvPr/>
        </p:nvSpPr>
        <p:spPr>
          <a:xfrm>
            <a:off x="50292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Thread 101 in block 0, group 1"/>
          <p:cNvSpPr/>
          <p:nvPr/>
        </p:nvSpPr>
        <p:spPr>
          <a:xfrm>
            <a:off x="55092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Thread 102 in block 0, group 1"/>
          <p:cNvSpPr/>
          <p:nvPr/>
        </p:nvSpPr>
        <p:spPr>
          <a:xfrm>
            <a:off x="59893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Thread 103 in block 0, group 1"/>
          <p:cNvSpPr/>
          <p:nvPr/>
        </p:nvSpPr>
        <p:spPr>
          <a:xfrm>
            <a:off x="64693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Thread 104 in block 0, group 1"/>
          <p:cNvSpPr/>
          <p:nvPr/>
        </p:nvSpPr>
        <p:spPr>
          <a:xfrm>
            <a:off x="69494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Thread 105 in block 0, group 1"/>
          <p:cNvSpPr/>
          <p:nvPr/>
        </p:nvSpPr>
        <p:spPr>
          <a:xfrm>
            <a:off x="74295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Thread 106 in block 0, group 1"/>
          <p:cNvSpPr/>
          <p:nvPr/>
        </p:nvSpPr>
        <p:spPr>
          <a:xfrm>
            <a:off x="79095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Thread 107 in block 0, group 1"/>
          <p:cNvSpPr/>
          <p:nvPr/>
        </p:nvSpPr>
        <p:spPr>
          <a:xfrm>
            <a:off x="83896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Thread 108 in block 0, group 1"/>
          <p:cNvSpPr/>
          <p:nvPr/>
        </p:nvSpPr>
        <p:spPr>
          <a:xfrm>
            <a:off x="88696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Thread 109 in block 0, group 1"/>
          <p:cNvSpPr/>
          <p:nvPr/>
        </p:nvSpPr>
        <p:spPr>
          <a:xfrm>
            <a:off x="93497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10 in block 0, group 1"/>
          <p:cNvSpPr/>
          <p:nvPr/>
        </p:nvSpPr>
        <p:spPr>
          <a:xfrm>
            <a:off x="98298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Thread 111 in block 0, group 1"/>
          <p:cNvSpPr/>
          <p:nvPr/>
        </p:nvSpPr>
        <p:spPr>
          <a:xfrm>
            <a:off x="103098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Thread 112 in block 0, group 1"/>
          <p:cNvSpPr/>
          <p:nvPr/>
        </p:nvSpPr>
        <p:spPr>
          <a:xfrm>
            <a:off x="31089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Thread 113 in block 0, group 1"/>
          <p:cNvSpPr/>
          <p:nvPr/>
        </p:nvSpPr>
        <p:spPr>
          <a:xfrm>
            <a:off x="35890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Thread 114 in block 0, group 1"/>
          <p:cNvSpPr/>
          <p:nvPr/>
        </p:nvSpPr>
        <p:spPr>
          <a:xfrm>
            <a:off x="40690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Thread 115 in block 0, group 1"/>
          <p:cNvSpPr/>
          <p:nvPr/>
        </p:nvSpPr>
        <p:spPr>
          <a:xfrm>
            <a:off x="45491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Thread 116 in block 0, group 1"/>
          <p:cNvSpPr/>
          <p:nvPr/>
        </p:nvSpPr>
        <p:spPr>
          <a:xfrm>
            <a:off x="50292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17 in block 0, group 1"/>
          <p:cNvSpPr/>
          <p:nvPr/>
        </p:nvSpPr>
        <p:spPr>
          <a:xfrm>
            <a:off x="55092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Thread 118 in block 0, group 1"/>
          <p:cNvSpPr/>
          <p:nvPr/>
        </p:nvSpPr>
        <p:spPr>
          <a:xfrm>
            <a:off x="59893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Thread 119 in block 0, group 1"/>
          <p:cNvSpPr/>
          <p:nvPr/>
        </p:nvSpPr>
        <p:spPr>
          <a:xfrm>
            <a:off x="64693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Thread 120 in block 0, group 1"/>
          <p:cNvSpPr/>
          <p:nvPr/>
        </p:nvSpPr>
        <p:spPr>
          <a:xfrm>
            <a:off x="69494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21 in block 0, group 1"/>
          <p:cNvSpPr/>
          <p:nvPr/>
        </p:nvSpPr>
        <p:spPr>
          <a:xfrm>
            <a:off x="74295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122 in block 0, group 1"/>
          <p:cNvSpPr/>
          <p:nvPr/>
        </p:nvSpPr>
        <p:spPr>
          <a:xfrm>
            <a:off x="79095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123 in block 0, group 1"/>
          <p:cNvSpPr/>
          <p:nvPr/>
        </p:nvSpPr>
        <p:spPr>
          <a:xfrm>
            <a:off x="83896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124 in block 0, group 1"/>
          <p:cNvSpPr/>
          <p:nvPr/>
        </p:nvSpPr>
        <p:spPr>
          <a:xfrm>
            <a:off x="88696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Thread 125 in block 0, group 1"/>
          <p:cNvSpPr/>
          <p:nvPr/>
        </p:nvSpPr>
        <p:spPr>
          <a:xfrm>
            <a:off x="93497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Thread 126 in block 0, group 1"/>
          <p:cNvSpPr/>
          <p:nvPr/>
        </p:nvSpPr>
        <p:spPr>
          <a:xfrm>
            <a:off x="98298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Thread 127 in block 0, group 1"/>
          <p:cNvSpPr/>
          <p:nvPr/>
        </p:nvSpPr>
        <p:spPr>
          <a:xfrm>
            <a:off x="103098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Parent block 1: 128 threads"/>
          <p:cNvSpPr/>
          <p:nvPr/>
        </p:nvSpPr>
        <p:spPr>
          <a:xfrm>
            <a:off x="1225296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48" name="Block 1"/>
          <p:cNvSpPr/>
          <p:nvPr/>
        </p:nvSpPr>
        <p:spPr>
          <a:xfrm>
            <a:off x="12527280" y="14810047"/>
            <a:ext cx="8321040" cy="40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49" name="Group 0 in block 1: two warps, barrier 1"/>
          <p:cNvSpPr/>
          <p:nvPr/>
        </p:nvSpPr>
        <p:spPr>
          <a:xfrm>
            <a:off x="12527280" y="15364229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150" name="Thread 0 in block 1, group 0"/>
          <p:cNvSpPr/>
          <p:nvPr/>
        </p:nvSpPr>
        <p:spPr>
          <a:xfrm>
            <a:off x="128016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Thread 1 in block 1, group 0"/>
          <p:cNvSpPr/>
          <p:nvPr/>
        </p:nvSpPr>
        <p:spPr>
          <a:xfrm>
            <a:off x="132816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Thread 2 in block 1, group 0"/>
          <p:cNvSpPr/>
          <p:nvPr/>
        </p:nvSpPr>
        <p:spPr>
          <a:xfrm>
            <a:off x="137617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Thread 3 in block 1, group 0"/>
          <p:cNvSpPr/>
          <p:nvPr/>
        </p:nvSpPr>
        <p:spPr>
          <a:xfrm>
            <a:off x="142417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4 in block 1, group 0"/>
          <p:cNvSpPr/>
          <p:nvPr/>
        </p:nvSpPr>
        <p:spPr>
          <a:xfrm>
            <a:off x="147218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5 in block 1, group 0"/>
          <p:cNvSpPr/>
          <p:nvPr/>
        </p:nvSpPr>
        <p:spPr>
          <a:xfrm>
            <a:off x="152019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6 in block 1, group 0"/>
          <p:cNvSpPr/>
          <p:nvPr/>
        </p:nvSpPr>
        <p:spPr>
          <a:xfrm>
            <a:off x="156819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7 in block 1, group 0"/>
          <p:cNvSpPr/>
          <p:nvPr/>
        </p:nvSpPr>
        <p:spPr>
          <a:xfrm>
            <a:off x="161620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8 in block 1, group 0"/>
          <p:cNvSpPr/>
          <p:nvPr/>
        </p:nvSpPr>
        <p:spPr>
          <a:xfrm>
            <a:off x="166420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9 in block 1, group 0"/>
          <p:cNvSpPr/>
          <p:nvPr/>
        </p:nvSpPr>
        <p:spPr>
          <a:xfrm>
            <a:off x="171221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10 in block 1, group 0"/>
          <p:cNvSpPr/>
          <p:nvPr/>
        </p:nvSpPr>
        <p:spPr>
          <a:xfrm>
            <a:off x="176022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11 in block 1, group 0"/>
          <p:cNvSpPr/>
          <p:nvPr/>
        </p:nvSpPr>
        <p:spPr>
          <a:xfrm>
            <a:off x="180822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12 in block 1, group 0"/>
          <p:cNvSpPr/>
          <p:nvPr/>
        </p:nvSpPr>
        <p:spPr>
          <a:xfrm>
            <a:off x="185623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13 in block 1, group 0"/>
          <p:cNvSpPr/>
          <p:nvPr/>
        </p:nvSpPr>
        <p:spPr>
          <a:xfrm>
            <a:off x="190423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4 in block 1, group 0"/>
          <p:cNvSpPr/>
          <p:nvPr/>
        </p:nvSpPr>
        <p:spPr>
          <a:xfrm>
            <a:off x="195224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5 in block 1, group 0"/>
          <p:cNvSpPr/>
          <p:nvPr/>
        </p:nvSpPr>
        <p:spPr>
          <a:xfrm>
            <a:off x="200025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6 in block 1, group 0"/>
          <p:cNvSpPr/>
          <p:nvPr/>
        </p:nvSpPr>
        <p:spPr>
          <a:xfrm>
            <a:off x="128016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7 in block 1, group 0"/>
          <p:cNvSpPr/>
          <p:nvPr/>
        </p:nvSpPr>
        <p:spPr>
          <a:xfrm>
            <a:off x="132816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8 in block 1, group 0"/>
          <p:cNvSpPr/>
          <p:nvPr/>
        </p:nvSpPr>
        <p:spPr>
          <a:xfrm>
            <a:off x="137617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9 in block 1, group 0"/>
          <p:cNvSpPr/>
          <p:nvPr/>
        </p:nvSpPr>
        <p:spPr>
          <a:xfrm>
            <a:off x="142417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20 in block 1, group 0"/>
          <p:cNvSpPr/>
          <p:nvPr/>
        </p:nvSpPr>
        <p:spPr>
          <a:xfrm>
            <a:off x="147218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21 in block 1, group 0"/>
          <p:cNvSpPr/>
          <p:nvPr/>
        </p:nvSpPr>
        <p:spPr>
          <a:xfrm>
            <a:off x="152019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22 in block 1, group 0"/>
          <p:cNvSpPr/>
          <p:nvPr/>
        </p:nvSpPr>
        <p:spPr>
          <a:xfrm>
            <a:off x="156819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23 in block 1, group 0"/>
          <p:cNvSpPr/>
          <p:nvPr/>
        </p:nvSpPr>
        <p:spPr>
          <a:xfrm>
            <a:off x="161620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4 in block 1, group 0"/>
          <p:cNvSpPr/>
          <p:nvPr/>
        </p:nvSpPr>
        <p:spPr>
          <a:xfrm>
            <a:off x="166420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5 in block 1, group 0"/>
          <p:cNvSpPr/>
          <p:nvPr/>
        </p:nvSpPr>
        <p:spPr>
          <a:xfrm>
            <a:off x="171221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6 in block 1, group 0"/>
          <p:cNvSpPr/>
          <p:nvPr/>
        </p:nvSpPr>
        <p:spPr>
          <a:xfrm>
            <a:off x="176022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7 in block 1, group 0"/>
          <p:cNvSpPr/>
          <p:nvPr/>
        </p:nvSpPr>
        <p:spPr>
          <a:xfrm>
            <a:off x="180822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8 in block 1, group 0"/>
          <p:cNvSpPr/>
          <p:nvPr/>
        </p:nvSpPr>
        <p:spPr>
          <a:xfrm>
            <a:off x="185623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9 in block 1, group 0"/>
          <p:cNvSpPr/>
          <p:nvPr/>
        </p:nvSpPr>
        <p:spPr>
          <a:xfrm>
            <a:off x="190423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30 in block 1, group 0"/>
          <p:cNvSpPr/>
          <p:nvPr/>
        </p:nvSpPr>
        <p:spPr>
          <a:xfrm>
            <a:off x="195224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31 in block 1, group 0"/>
          <p:cNvSpPr/>
          <p:nvPr/>
        </p:nvSpPr>
        <p:spPr>
          <a:xfrm>
            <a:off x="200025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32 in block 1, group 0"/>
          <p:cNvSpPr/>
          <p:nvPr/>
        </p:nvSpPr>
        <p:spPr>
          <a:xfrm>
            <a:off x="128016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33 in block 1, group 0"/>
          <p:cNvSpPr/>
          <p:nvPr/>
        </p:nvSpPr>
        <p:spPr>
          <a:xfrm>
            <a:off x="132816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4 in block 1, group 0"/>
          <p:cNvSpPr/>
          <p:nvPr/>
        </p:nvSpPr>
        <p:spPr>
          <a:xfrm>
            <a:off x="137617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Thread 35 in block 1, group 0"/>
          <p:cNvSpPr/>
          <p:nvPr/>
        </p:nvSpPr>
        <p:spPr>
          <a:xfrm>
            <a:off x="142417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Thread 36 in block 1, group 0"/>
          <p:cNvSpPr/>
          <p:nvPr/>
        </p:nvSpPr>
        <p:spPr>
          <a:xfrm>
            <a:off x="147218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7" name="Thread 37 in block 1, group 0"/>
          <p:cNvSpPr/>
          <p:nvPr/>
        </p:nvSpPr>
        <p:spPr>
          <a:xfrm>
            <a:off x="152019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Thread 38 in block 1, group 0"/>
          <p:cNvSpPr/>
          <p:nvPr/>
        </p:nvSpPr>
        <p:spPr>
          <a:xfrm>
            <a:off x="156819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Thread 39 in block 1, group 0"/>
          <p:cNvSpPr/>
          <p:nvPr/>
        </p:nvSpPr>
        <p:spPr>
          <a:xfrm>
            <a:off x="161620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Thread 40 in block 1, group 0"/>
          <p:cNvSpPr/>
          <p:nvPr/>
        </p:nvSpPr>
        <p:spPr>
          <a:xfrm>
            <a:off x="166420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1" name="Thread 41 in block 1, group 0"/>
          <p:cNvSpPr/>
          <p:nvPr/>
        </p:nvSpPr>
        <p:spPr>
          <a:xfrm>
            <a:off x="171221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Thread 42 in block 1, group 0"/>
          <p:cNvSpPr/>
          <p:nvPr/>
        </p:nvSpPr>
        <p:spPr>
          <a:xfrm>
            <a:off x="176022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3" name="Thread 43 in block 1, group 0"/>
          <p:cNvSpPr/>
          <p:nvPr/>
        </p:nvSpPr>
        <p:spPr>
          <a:xfrm>
            <a:off x="180822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Thread 44 in block 1, group 0"/>
          <p:cNvSpPr/>
          <p:nvPr/>
        </p:nvSpPr>
        <p:spPr>
          <a:xfrm>
            <a:off x="185623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Thread 45 in block 1, group 0"/>
          <p:cNvSpPr/>
          <p:nvPr/>
        </p:nvSpPr>
        <p:spPr>
          <a:xfrm>
            <a:off x="190423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Thread 46 in block 1, group 0"/>
          <p:cNvSpPr/>
          <p:nvPr/>
        </p:nvSpPr>
        <p:spPr>
          <a:xfrm>
            <a:off x="195224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47 in block 1, group 0"/>
          <p:cNvSpPr/>
          <p:nvPr/>
        </p:nvSpPr>
        <p:spPr>
          <a:xfrm>
            <a:off x="200025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Thread 48 in block 1, group 0"/>
          <p:cNvSpPr/>
          <p:nvPr/>
        </p:nvSpPr>
        <p:spPr>
          <a:xfrm>
            <a:off x="128016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9" name="Thread 49 in block 1, group 0"/>
          <p:cNvSpPr/>
          <p:nvPr/>
        </p:nvSpPr>
        <p:spPr>
          <a:xfrm>
            <a:off x="132816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0" name="Thread 50 in block 1, group 0"/>
          <p:cNvSpPr/>
          <p:nvPr/>
        </p:nvSpPr>
        <p:spPr>
          <a:xfrm>
            <a:off x="137617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Thread 51 in block 1, group 0"/>
          <p:cNvSpPr/>
          <p:nvPr/>
        </p:nvSpPr>
        <p:spPr>
          <a:xfrm>
            <a:off x="142417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2" name="Thread 52 in block 1, group 0"/>
          <p:cNvSpPr/>
          <p:nvPr/>
        </p:nvSpPr>
        <p:spPr>
          <a:xfrm>
            <a:off x="147218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3" name="Thread 53 in block 1, group 0"/>
          <p:cNvSpPr/>
          <p:nvPr/>
        </p:nvSpPr>
        <p:spPr>
          <a:xfrm>
            <a:off x="152019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54 in block 1, group 0"/>
          <p:cNvSpPr/>
          <p:nvPr/>
        </p:nvSpPr>
        <p:spPr>
          <a:xfrm>
            <a:off x="156819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55 in block 1, group 0"/>
          <p:cNvSpPr/>
          <p:nvPr/>
        </p:nvSpPr>
        <p:spPr>
          <a:xfrm>
            <a:off x="161620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56 in block 1, group 0"/>
          <p:cNvSpPr/>
          <p:nvPr/>
        </p:nvSpPr>
        <p:spPr>
          <a:xfrm>
            <a:off x="166420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57 in block 1, group 0"/>
          <p:cNvSpPr/>
          <p:nvPr/>
        </p:nvSpPr>
        <p:spPr>
          <a:xfrm>
            <a:off x="171221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58 in block 1, group 0"/>
          <p:cNvSpPr/>
          <p:nvPr/>
        </p:nvSpPr>
        <p:spPr>
          <a:xfrm>
            <a:off x="176022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59 in block 1, group 0"/>
          <p:cNvSpPr/>
          <p:nvPr/>
        </p:nvSpPr>
        <p:spPr>
          <a:xfrm>
            <a:off x="180822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60 in block 1, group 0"/>
          <p:cNvSpPr/>
          <p:nvPr/>
        </p:nvSpPr>
        <p:spPr>
          <a:xfrm>
            <a:off x="185623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61 in block 1, group 0"/>
          <p:cNvSpPr/>
          <p:nvPr/>
        </p:nvSpPr>
        <p:spPr>
          <a:xfrm>
            <a:off x="190423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62 in block 1, group 0"/>
          <p:cNvSpPr/>
          <p:nvPr/>
        </p:nvSpPr>
        <p:spPr>
          <a:xfrm>
            <a:off x="195224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63 in block 1, group 0"/>
          <p:cNvSpPr/>
          <p:nvPr/>
        </p:nvSpPr>
        <p:spPr>
          <a:xfrm>
            <a:off x="200025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Group 1 in block 1: two warps, barrier 2"/>
          <p:cNvSpPr/>
          <p:nvPr/>
        </p:nvSpPr>
        <p:spPr>
          <a:xfrm>
            <a:off x="12527280" y="16509538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215" name="Thread 64 in block 1, group 1"/>
          <p:cNvSpPr/>
          <p:nvPr/>
        </p:nvSpPr>
        <p:spPr>
          <a:xfrm>
            <a:off x="128016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65 in block 1, group 1"/>
          <p:cNvSpPr/>
          <p:nvPr/>
        </p:nvSpPr>
        <p:spPr>
          <a:xfrm>
            <a:off x="132816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66 in block 1, group 1"/>
          <p:cNvSpPr/>
          <p:nvPr/>
        </p:nvSpPr>
        <p:spPr>
          <a:xfrm>
            <a:off x="137617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Thread 67 in block 1, group 1"/>
          <p:cNvSpPr/>
          <p:nvPr/>
        </p:nvSpPr>
        <p:spPr>
          <a:xfrm>
            <a:off x="142417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9" name="Thread 68 in block 1, group 1"/>
          <p:cNvSpPr/>
          <p:nvPr/>
        </p:nvSpPr>
        <p:spPr>
          <a:xfrm>
            <a:off x="147218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69 in block 1, group 1"/>
          <p:cNvSpPr/>
          <p:nvPr/>
        </p:nvSpPr>
        <p:spPr>
          <a:xfrm>
            <a:off x="152019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70 in block 1, group 1"/>
          <p:cNvSpPr/>
          <p:nvPr/>
        </p:nvSpPr>
        <p:spPr>
          <a:xfrm>
            <a:off x="156819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71 in block 1, group 1"/>
          <p:cNvSpPr/>
          <p:nvPr/>
        </p:nvSpPr>
        <p:spPr>
          <a:xfrm>
            <a:off x="161620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72 in block 1, group 1"/>
          <p:cNvSpPr/>
          <p:nvPr/>
        </p:nvSpPr>
        <p:spPr>
          <a:xfrm>
            <a:off x="166420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73 in block 1, group 1"/>
          <p:cNvSpPr/>
          <p:nvPr/>
        </p:nvSpPr>
        <p:spPr>
          <a:xfrm>
            <a:off x="171221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74 in block 1, group 1"/>
          <p:cNvSpPr/>
          <p:nvPr/>
        </p:nvSpPr>
        <p:spPr>
          <a:xfrm>
            <a:off x="176022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75 in block 1, group 1"/>
          <p:cNvSpPr/>
          <p:nvPr/>
        </p:nvSpPr>
        <p:spPr>
          <a:xfrm>
            <a:off x="180822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6 in block 1, group 1"/>
          <p:cNvSpPr/>
          <p:nvPr/>
        </p:nvSpPr>
        <p:spPr>
          <a:xfrm>
            <a:off x="185623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7 in block 1, group 1"/>
          <p:cNvSpPr/>
          <p:nvPr/>
        </p:nvSpPr>
        <p:spPr>
          <a:xfrm>
            <a:off x="190423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8 in block 1, group 1"/>
          <p:cNvSpPr/>
          <p:nvPr/>
        </p:nvSpPr>
        <p:spPr>
          <a:xfrm>
            <a:off x="195224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9 in block 1, group 1"/>
          <p:cNvSpPr/>
          <p:nvPr/>
        </p:nvSpPr>
        <p:spPr>
          <a:xfrm>
            <a:off x="200025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80 in block 1, group 1"/>
          <p:cNvSpPr/>
          <p:nvPr/>
        </p:nvSpPr>
        <p:spPr>
          <a:xfrm>
            <a:off x="128016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81 in block 1, group 1"/>
          <p:cNvSpPr/>
          <p:nvPr/>
        </p:nvSpPr>
        <p:spPr>
          <a:xfrm>
            <a:off x="132816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3" name="Thread 82 in block 1, group 1"/>
          <p:cNvSpPr/>
          <p:nvPr/>
        </p:nvSpPr>
        <p:spPr>
          <a:xfrm>
            <a:off x="137617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83 in block 1, group 1"/>
          <p:cNvSpPr/>
          <p:nvPr/>
        </p:nvSpPr>
        <p:spPr>
          <a:xfrm>
            <a:off x="142417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84 in block 1, group 1"/>
          <p:cNvSpPr/>
          <p:nvPr/>
        </p:nvSpPr>
        <p:spPr>
          <a:xfrm>
            <a:off x="147218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85 in block 1, group 1"/>
          <p:cNvSpPr/>
          <p:nvPr/>
        </p:nvSpPr>
        <p:spPr>
          <a:xfrm>
            <a:off x="152019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86 in block 1, group 1"/>
          <p:cNvSpPr/>
          <p:nvPr/>
        </p:nvSpPr>
        <p:spPr>
          <a:xfrm>
            <a:off x="156819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87 in block 1, group 1"/>
          <p:cNvSpPr/>
          <p:nvPr/>
        </p:nvSpPr>
        <p:spPr>
          <a:xfrm>
            <a:off x="161620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8 in block 1, group 1"/>
          <p:cNvSpPr/>
          <p:nvPr/>
        </p:nvSpPr>
        <p:spPr>
          <a:xfrm>
            <a:off x="166420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9 in block 1, group 1"/>
          <p:cNvSpPr/>
          <p:nvPr/>
        </p:nvSpPr>
        <p:spPr>
          <a:xfrm>
            <a:off x="171221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90 in block 1, group 1"/>
          <p:cNvSpPr/>
          <p:nvPr/>
        </p:nvSpPr>
        <p:spPr>
          <a:xfrm>
            <a:off x="176022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91 in block 1, group 1"/>
          <p:cNvSpPr/>
          <p:nvPr/>
        </p:nvSpPr>
        <p:spPr>
          <a:xfrm>
            <a:off x="180822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92 in block 1, group 1"/>
          <p:cNvSpPr/>
          <p:nvPr/>
        </p:nvSpPr>
        <p:spPr>
          <a:xfrm>
            <a:off x="185623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93 in block 1, group 1"/>
          <p:cNvSpPr/>
          <p:nvPr/>
        </p:nvSpPr>
        <p:spPr>
          <a:xfrm>
            <a:off x="190423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94 in block 1, group 1"/>
          <p:cNvSpPr/>
          <p:nvPr/>
        </p:nvSpPr>
        <p:spPr>
          <a:xfrm>
            <a:off x="195224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95 in block 1, group 1"/>
          <p:cNvSpPr/>
          <p:nvPr/>
        </p:nvSpPr>
        <p:spPr>
          <a:xfrm>
            <a:off x="200025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96 in block 1, group 1"/>
          <p:cNvSpPr/>
          <p:nvPr/>
        </p:nvSpPr>
        <p:spPr>
          <a:xfrm>
            <a:off x="128016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97 in block 1, group 1"/>
          <p:cNvSpPr/>
          <p:nvPr/>
        </p:nvSpPr>
        <p:spPr>
          <a:xfrm>
            <a:off x="132816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8 in block 1, group 1"/>
          <p:cNvSpPr/>
          <p:nvPr/>
        </p:nvSpPr>
        <p:spPr>
          <a:xfrm>
            <a:off x="137617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9 in block 1, group 1"/>
          <p:cNvSpPr/>
          <p:nvPr/>
        </p:nvSpPr>
        <p:spPr>
          <a:xfrm>
            <a:off x="142417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100 in block 1, group 1"/>
          <p:cNvSpPr/>
          <p:nvPr/>
        </p:nvSpPr>
        <p:spPr>
          <a:xfrm>
            <a:off x="147218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101 in block 1, group 1"/>
          <p:cNvSpPr/>
          <p:nvPr/>
        </p:nvSpPr>
        <p:spPr>
          <a:xfrm>
            <a:off x="152019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Thread 102 in block 1, group 1"/>
          <p:cNvSpPr/>
          <p:nvPr/>
        </p:nvSpPr>
        <p:spPr>
          <a:xfrm>
            <a:off x="156819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4" name="Thread 103 in block 1, group 1"/>
          <p:cNvSpPr/>
          <p:nvPr/>
        </p:nvSpPr>
        <p:spPr>
          <a:xfrm>
            <a:off x="161620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Thread 104 in block 1, group 1"/>
          <p:cNvSpPr/>
          <p:nvPr/>
        </p:nvSpPr>
        <p:spPr>
          <a:xfrm>
            <a:off x="166420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6" name="Thread 105 in block 1, group 1"/>
          <p:cNvSpPr/>
          <p:nvPr/>
        </p:nvSpPr>
        <p:spPr>
          <a:xfrm>
            <a:off x="171221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7" name="Thread 106 in block 1, group 1"/>
          <p:cNvSpPr/>
          <p:nvPr/>
        </p:nvSpPr>
        <p:spPr>
          <a:xfrm>
            <a:off x="176022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8" name="Thread 107 in block 1, group 1"/>
          <p:cNvSpPr/>
          <p:nvPr/>
        </p:nvSpPr>
        <p:spPr>
          <a:xfrm>
            <a:off x="180822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9" name="Thread 108 in block 1, group 1"/>
          <p:cNvSpPr/>
          <p:nvPr/>
        </p:nvSpPr>
        <p:spPr>
          <a:xfrm>
            <a:off x="185623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0" name="Thread 109 in block 1, group 1"/>
          <p:cNvSpPr/>
          <p:nvPr/>
        </p:nvSpPr>
        <p:spPr>
          <a:xfrm>
            <a:off x="190423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10 in block 1, group 1"/>
          <p:cNvSpPr/>
          <p:nvPr/>
        </p:nvSpPr>
        <p:spPr>
          <a:xfrm>
            <a:off x="195224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2" name="Thread 111 in block 1, group 1"/>
          <p:cNvSpPr/>
          <p:nvPr/>
        </p:nvSpPr>
        <p:spPr>
          <a:xfrm>
            <a:off x="200025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3" name="Thread 112 in block 1, group 1"/>
          <p:cNvSpPr/>
          <p:nvPr/>
        </p:nvSpPr>
        <p:spPr>
          <a:xfrm>
            <a:off x="128016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4" name="Thread 113 in block 1, group 1"/>
          <p:cNvSpPr/>
          <p:nvPr/>
        </p:nvSpPr>
        <p:spPr>
          <a:xfrm>
            <a:off x="132816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5" name="Thread 114 in block 1, group 1"/>
          <p:cNvSpPr/>
          <p:nvPr/>
        </p:nvSpPr>
        <p:spPr>
          <a:xfrm>
            <a:off x="137617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6" name="Thread 115 in block 1, group 1"/>
          <p:cNvSpPr/>
          <p:nvPr/>
        </p:nvSpPr>
        <p:spPr>
          <a:xfrm>
            <a:off x="142417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7" name="Thread 116 in block 1, group 1"/>
          <p:cNvSpPr/>
          <p:nvPr/>
        </p:nvSpPr>
        <p:spPr>
          <a:xfrm>
            <a:off x="147218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8" name="Thread 117 in block 1, group 1"/>
          <p:cNvSpPr/>
          <p:nvPr/>
        </p:nvSpPr>
        <p:spPr>
          <a:xfrm>
            <a:off x="152019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9" name="Thread 118 in block 1, group 1"/>
          <p:cNvSpPr/>
          <p:nvPr/>
        </p:nvSpPr>
        <p:spPr>
          <a:xfrm>
            <a:off x="156819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0" name="Thread 119 in block 1, group 1"/>
          <p:cNvSpPr/>
          <p:nvPr/>
        </p:nvSpPr>
        <p:spPr>
          <a:xfrm>
            <a:off x="161620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1" name="Thread 120 in block 1, group 1"/>
          <p:cNvSpPr/>
          <p:nvPr/>
        </p:nvSpPr>
        <p:spPr>
          <a:xfrm>
            <a:off x="166420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2" name="Thread 121 in block 1, group 1"/>
          <p:cNvSpPr/>
          <p:nvPr/>
        </p:nvSpPr>
        <p:spPr>
          <a:xfrm>
            <a:off x="171221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3" name="Thread 122 in block 1, group 1"/>
          <p:cNvSpPr/>
          <p:nvPr/>
        </p:nvSpPr>
        <p:spPr>
          <a:xfrm>
            <a:off x="176022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4" name="Thread 123 in block 1, group 1"/>
          <p:cNvSpPr/>
          <p:nvPr/>
        </p:nvSpPr>
        <p:spPr>
          <a:xfrm>
            <a:off x="180822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24 in block 1, group 1"/>
          <p:cNvSpPr/>
          <p:nvPr/>
        </p:nvSpPr>
        <p:spPr>
          <a:xfrm>
            <a:off x="185623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125 in block 1, group 1"/>
          <p:cNvSpPr/>
          <p:nvPr/>
        </p:nvSpPr>
        <p:spPr>
          <a:xfrm>
            <a:off x="190423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126 in block 1, group 1"/>
          <p:cNvSpPr/>
          <p:nvPr/>
        </p:nvSpPr>
        <p:spPr>
          <a:xfrm>
            <a:off x="195224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127 in block 1, group 1"/>
          <p:cNvSpPr/>
          <p:nvPr/>
        </p:nvSpPr>
        <p:spPr>
          <a:xfrm>
            <a:off x="200025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Parent block 2: 128 threads"/>
          <p:cNvSpPr/>
          <p:nvPr/>
        </p:nvSpPr>
        <p:spPr>
          <a:xfrm>
            <a:off x="2194560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80" name="Block 2"/>
          <p:cNvSpPr/>
          <p:nvPr/>
        </p:nvSpPr>
        <p:spPr>
          <a:xfrm>
            <a:off x="22219920" y="14810047"/>
            <a:ext cx="8321040" cy="40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2</a:t>
            </a:r>
          </a:p>
        </p:txBody>
      </p:sp>
      <p:sp>
        <p:nvSpPr>
          <p:cNvPr id="281" name="Group 0 in block 2: two warps, barrier 1"/>
          <p:cNvSpPr/>
          <p:nvPr/>
        </p:nvSpPr>
        <p:spPr>
          <a:xfrm>
            <a:off x="22219920" y="15364229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282" name="Thread 0 in block 2, group 0"/>
          <p:cNvSpPr/>
          <p:nvPr/>
        </p:nvSpPr>
        <p:spPr>
          <a:xfrm>
            <a:off x="224942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1 in block 2, group 0"/>
          <p:cNvSpPr/>
          <p:nvPr/>
        </p:nvSpPr>
        <p:spPr>
          <a:xfrm>
            <a:off x="229743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2 in block 2, group 0"/>
          <p:cNvSpPr/>
          <p:nvPr/>
        </p:nvSpPr>
        <p:spPr>
          <a:xfrm>
            <a:off x="234543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3 in block 2, group 0"/>
          <p:cNvSpPr/>
          <p:nvPr/>
        </p:nvSpPr>
        <p:spPr>
          <a:xfrm>
            <a:off x="239344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4 in block 2, group 0"/>
          <p:cNvSpPr/>
          <p:nvPr/>
        </p:nvSpPr>
        <p:spPr>
          <a:xfrm>
            <a:off x="244144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7" name="Thread 5 in block 2, group 0"/>
          <p:cNvSpPr/>
          <p:nvPr/>
        </p:nvSpPr>
        <p:spPr>
          <a:xfrm>
            <a:off x="248945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8" name="Thread 6 in block 2, group 0"/>
          <p:cNvSpPr/>
          <p:nvPr/>
        </p:nvSpPr>
        <p:spPr>
          <a:xfrm>
            <a:off x="253746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9" name="Thread 7 in block 2, group 0"/>
          <p:cNvSpPr/>
          <p:nvPr/>
        </p:nvSpPr>
        <p:spPr>
          <a:xfrm>
            <a:off x="258546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0" name="Thread 8 in block 2, group 0"/>
          <p:cNvSpPr/>
          <p:nvPr/>
        </p:nvSpPr>
        <p:spPr>
          <a:xfrm>
            <a:off x="263347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1" name="Thread 9 in block 2, group 0"/>
          <p:cNvSpPr/>
          <p:nvPr/>
        </p:nvSpPr>
        <p:spPr>
          <a:xfrm>
            <a:off x="268147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10 in block 2, group 0"/>
          <p:cNvSpPr/>
          <p:nvPr/>
        </p:nvSpPr>
        <p:spPr>
          <a:xfrm>
            <a:off x="272948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3" name="Thread 11 in block 2, group 0"/>
          <p:cNvSpPr/>
          <p:nvPr/>
        </p:nvSpPr>
        <p:spPr>
          <a:xfrm>
            <a:off x="277749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4" name="Thread 12 in block 2, group 0"/>
          <p:cNvSpPr/>
          <p:nvPr/>
        </p:nvSpPr>
        <p:spPr>
          <a:xfrm>
            <a:off x="282549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13 in block 2, group 0"/>
          <p:cNvSpPr/>
          <p:nvPr/>
        </p:nvSpPr>
        <p:spPr>
          <a:xfrm>
            <a:off x="287350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6" name="Thread 14 in block 2, group 0"/>
          <p:cNvSpPr/>
          <p:nvPr/>
        </p:nvSpPr>
        <p:spPr>
          <a:xfrm>
            <a:off x="292150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7" name="Thread 15 in block 2, group 0"/>
          <p:cNvSpPr/>
          <p:nvPr/>
        </p:nvSpPr>
        <p:spPr>
          <a:xfrm>
            <a:off x="296951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8" name="Thread 16 in block 2, group 0"/>
          <p:cNvSpPr/>
          <p:nvPr/>
        </p:nvSpPr>
        <p:spPr>
          <a:xfrm>
            <a:off x="224942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9" name="Thread 17 in block 2, group 0"/>
          <p:cNvSpPr/>
          <p:nvPr/>
        </p:nvSpPr>
        <p:spPr>
          <a:xfrm>
            <a:off x="229743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0" name="Thread 18 in block 2, group 0"/>
          <p:cNvSpPr/>
          <p:nvPr/>
        </p:nvSpPr>
        <p:spPr>
          <a:xfrm>
            <a:off x="234543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1" name="Thread 19 in block 2, group 0"/>
          <p:cNvSpPr/>
          <p:nvPr/>
        </p:nvSpPr>
        <p:spPr>
          <a:xfrm>
            <a:off x="239344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2" name="Thread 20 in block 2, group 0"/>
          <p:cNvSpPr/>
          <p:nvPr/>
        </p:nvSpPr>
        <p:spPr>
          <a:xfrm>
            <a:off x="244144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1 in block 2, group 0"/>
          <p:cNvSpPr/>
          <p:nvPr/>
        </p:nvSpPr>
        <p:spPr>
          <a:xfrm>
            <a:off x="248945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4" name="Thread 22 in block 2, group 0"/>
          <p:cNvSpPr/>
          <p:nvPr/>
        </p:nvSpPr>
        <p:spPr>
          <a:xfrm>
            <a:off x="253746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5" name="Thread 23 in block 2, group 0"/>
          <p:cNvSpPr/>
          <p:nvPr/>
        </p:nvSpPr>
        <p:spPr>
          <a:xfrm>
            <a:off x="258546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6" name="Thread 24 in block 2, group 0"/>
          <p:cNvSpPr/>
          <p:nvPr/>
        </p:nvSpPr>
        <p:spPr>
          <a:xfrm>
            <a:off x="263347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7" name="Thread 25 in block 2, group 0"/>
          <p:cNvSpPr/>
          <p:nvPr/>
        </p:nvSpPr>
        <p:spPr>
          <a:xfrm>
            <a:off x="268147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8" name="Thread 26 in block 2, group 0"/>
          <p:cNvSpPr/>
          <p:nvPr/>
        </p:nvSpPr>
        <p:spPr>
          <a:xfrm>
            <a:off x="272948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9" name="Thread 27 in block 2, group 0"/>
          <p:cNvSpPr/>
          <p:nvPr/>
        </p:nvSpPr>
        <p:spPr>
          <a:xfrm>
            <a:off x="277749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0" name="Thread 28 in block 2, group 0"/>
          <p:cNvSpPr/>
          <p:nvPr/>
        </p:nvSpPr>
        <p:spPr>
          <a:xfrm>
            <a:off x="282549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1" name="Thread 29 in block 2, group 0"/>
          <p:cNvSpPr/>
          <p:nvPr/>
        </p:nvSpPr>
        <p:spPr>
          <a:xfrm>
            <a:off x="287350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2" name="Thread 30 in block 2, group 0"/>
          <p:cNvSpPr/>
          <p:nvPr/>
        </p:nvSpPr>
        <p:spPr>
          <a:xfrm>
            <a:off x="292150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3" name="Thread 31 in block 2, group 0"/>
          <p:cNvSpPr/>
          <p:nvPr/>
        </p:nvSpPr>
        <p:spPr>
          <a:xfrm>
            <a:off x="296951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4" name="Thread 32 in block 2, group 0"/>
          <p:cNvSpPr/>
          <p:nvPr/>
        </p:nvSpPr>
        <p:spPr>
          <a:xfrm>
            <a:off x="224942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5" name="Thread 33 in block 2, group 0"/>
          <p:cNvSpPr/>
          <p:nvPr/>
        </p:nvSpPr>
        <p:spPr>
          <a:xfrm>
            <a:off x="229743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6" name="Thread 34 in block 2, group 0"/>
          <p:cNvSpPr/>
          <p:nvPr/>
        </p:nvSpPr>
        <p:spPr>
          <a:xfrm>
            <a:off x="234543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7" name="Thread 35 in block 2, group 0"/>
          <p:cNvSpPr/>
          <p:nvPr/>
        </p:nvSpPr>
        <p:spPr>
          <a:xfrm>
            <a:off x="239344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8" name="Thread 36 in block 2, group 0"/>
          <p:cNvSpPr/>
          <p:nvPr/>
        </p:nvSpPr>
        <p:spPr>
          <a:xfrm>
            <a:off x="244144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9" name="Thread 37 in block 2, group 0"/>
          <p:cNvSpPr/>
          <p:nvPr/>
        </p:nvSpPr>
        <p:spPr>
          <a:xfrm>
            <a:off x="248945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0" name="Thread 38 in block 2, group 0"/>
          <p:cNvSpPr/>
          <p:nvPr/>
        </p:nvSpPr>
        <p:spPr>
          <a:xfrm>
            <a:off x="253746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1" name="Thread 39 in block 2, group 0"/>
          <p:cNvSpPr/>
          <p:nvPr/>
        </p:nvSpPr>
        <p:spPr>
          <a:xfrm>
            <a:off x="258546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2" name="Thread 40 in block 2, group 0"/>
          <p:cNvSpPr/>
          <p:nvPr/>
        </p:nvSpPr>
        <p:spPr>
          <a:xfrm>
            <a:off x="263347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3" name="Thread 41 in block 2, group 0"/>
          <p:cNvSpPr/>
          <p:nvPr/>
        </p:nvSpPr>
        <p:spPr>
          <a:xfrm>
            <a:off x="268147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4" name="Thread 42 in block 2, group 0"/>
          <p:cNvSpPr/>
          <p:nvPr/>
        </p:nvSpPr>
        <p:spPr>
          <a:xfrm>
            <a:off x="272948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5" name="Thread 43 in block 2, group 0"/>
          <p:cNvSpPr/>
          <p:nvPr/>
        </p:nvSpPr>
        <p:spPr>
          <a:xfrm>
            <a:off x="277749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6" name="Thread 44 in block 2, group 0"/>
          <p:cNvSpPr/>
          <p:nvPr/>
        </p:nvSpPr>
        <p:spPr>
          <a:xfrm>
            <a:off x="282549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7" name="Thread 45 in block 2, group 0"/>
          <p:cNvSpPr/>
          <p:nvPr/>
        </p:nvSpPr>
        <p:spPr>
          <a:xfrm>
            <a:off x="287350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8" name="Thread 46 in block 2, group 0"/>
          <p:cNvSpPr/>
          <p:nvPr/>
        </p:nvSpPr>
        <p:spPr>
          <a:xfrm>
            <a:off x="292150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9" name="Thread 47 in block 2, group 0"/>
          <p:cNvSpPr/>
          <p:nvPr/>
        </p:nvSpPr>
        <p:spPr>
          <a:xfrm>
            <a:off x="296951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0" name="Thread 48 in block 2, group 0"/>
          <p:cNvSpPr/>
          <p:nvPr/>
        </p:nvSpPr>
        <p:spPr>
          <a:xfrm>
            <a:off x="224942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1" name="Thread 49 in block 2, group 0"/>
          <p:cNvSpPr/>
          <p:nvPr/>
        </p:nvSpPr>
        <p:spPr>
          <a:xfrm>
            <a:off x="229743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2" name="Thread 50 in block 2, group 0"/>
          <p:cNvSpPr/>
          <p:nvPr/>
        </p:nvSpPr>
        <p:spPr>
          <a:xfrm>
            <a:off x="234543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3" name="Thread 51 in block 2, group 0"/>
          <p:cNvSpPr/>
          <p:nvPr/>
        </p:nvSpPr>
        <p:spPr>
          <a:xfrm>
            <a:off x="239344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4" name="Thread 52 in block 2, group 0"/>
          <p:cNvSpPr/>
          <p:nvPr/>
        </p:nvSpPr>
        <p:spPr>
          <a:xfrm>
            <a:off x="244144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5" name="Thread 53 in block 2, group 0"/>
          <p:cNvSpPr/>
          <p:nvPr/>
        </p:nvSpPr>
        <p:spPr>
          <a:xfrm>
            <a:off x="248945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6" name="Thread 54 in block 2, group 0"/>
          <p:cNvSpPr/>
          <p:nvPr/>
        </p:nvSpPr>
        <p:spPr>
          <a:xfrm>
            <a:off x="253746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7" name="Thread 55 in block 2, group 0"/>
          <p:cNvSpPr/>
          <p:nvPr/>
        </p:nvSpPr>
        <p:spPr>
          <a:xfrm>
            <a:off x="258546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8" name="Thread 56 in block 2, group 0"/>
          <p:cNvSpPr/>
          <p:nvPr/>
        </p:nvSpPr>
        <p:spPr>
          <a:xfrm>
            <a:off x="263347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9" name="Thread 57 in block 2, group 0"/>
          <p:cNvSpPr/>
          <p:nvPr/>
        </p:nvSpPr>
        <p:spPr>
          <a:xfrm>
            <a:off x="268147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0" name="Thread 58 in block 2, group 0"/>
          <p:cNvSpPr/>
          <p:nvPr/>
        </p:nvSpPr>
        <p:spPr>
          <a:xfrm>
            <a:off x="272948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59 in block 2, group 0"/>
          <p:cNvSpPr/>
          <p:nvPr/>
        </p:nvSpPr>
        <p:spPr>
          <a:xfrm>
            <a:off x="277749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2" name="Thread 60 in block 2, group 0"/>
          <p:cNvSpPr/>
          <p:nvPr/>
        </p:nvSpPr>
        <p:spPr>
          <a:xfrm>
            <a:off x="282549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3" name="Thread 61 in block 2, group 0"/>
          <p:cNvSpPr/>
          <p:nvPr/>
        </p:nvSpPr>
        <p:spPr>
          <a:xfrm>
            <a:off x="287350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4" name="Thread 62 in block 2, group 0"/>
          <p:cNvSpPr/>
          <p:nvPr/>
        </p:nvSpPr>
        <p:spPr>
          <a:xfrm>
            <a:off x="292150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5" name="Thread 63 in block 2, group 0"/>
          <p:cNvSpPr/>
          <p:nvPr/>
        </p:nvSpPr>
        <p:spPr>
          <a:xfrm>
            <a:off x="296951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6" name="Group 1 in block 2: two warps, barrier 2"/>
          <p:cNvSpPr/>
          <p:nvPr/>
        </p:nvSpPr>
        <p:spPr>
          <a:xfrm>
            <a:off x="22219920" y="16509538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347" name="Thread 64 in block 2, group 1"/>
          <p:cNvSpPr/>
          <p:nvPr/>
        </p:nvSpPr>
        <p:spPr>
          <a:xfrm>
            <a:off x="224942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8" name="Thread 65 in block 2, group 1"/>
          <p:cNvSpPr/>
          <p:nvPr/>
        </p:nvSpPr>
        <p:spPr>
          <a:xfrm>
            <a:off x="229743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9" name="Thread 66 in block 2, group 1"/>
          <p:cNvSpPr/>
          <p:nvPr/>
        </p:nvSpPr>
        <p:spPr>
          <a:xfrm>
            <a:off x="234543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67 in block 2, group 1"/>
          <p:cNvSpPr/>
          <p:nvPr/>
        </p:nvSpPr>
        <p:spPr>
          <a:xfrm>
            <a:off x="239344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1" name="Thread 68 in block 2, group 1"/>
          <p:cNvSpPr/>
          <p:nvPr/>
        </p:nvSpPr>
        <p:spPr>
          <a:xfrm>
            <a:off x="244144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2" name="Thread 69 in block 2, group 1"/>
          <p:cNvSpPr/>
          <p:nvPr/>
        </p:nvSpPr>
        <p:spPr>
          <a:xfrm>
            <a:off x="248945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3" name="Thread 70 in block 2, group 1"/>
          <p:cNvSpPr/>
          <p:nvPr/>
        </p:nvSpPr>
        <p:spPr>
          <a:xfrm>
            <a:off x="253746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4" name="Thread 71 in block 2, group 1"/>
          <p:cNvSpPr/>
          <p:nvPr/>
        </p:nvSpPr>
        <p:spPr>
          <a:xfrm>
            <a:off x="258546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5" name="Thread 72 in block 2, group 1"/>
          <p:cNvSpPr/>
          <p:nvPr/>
        </p:nvSpPr>
        <p:spPr>
          <a:xfrm>
            <a:off x="263347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73 in block 2, group 1"/>
          <p:cNvSpPr/>
          <p:nvPr/>
        </p:nvSpPr>
        <p:spPr>
          <a:xfrm>
            <a:off x="268147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7" name="Thread 74 in block 2, group 1"/>
          <p:cNvSpPr/>
          <p:nvPr/>
        </p:nvSpPr>
        <p:spPr>
          <a:xfrm>
            <a:off x="272948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8" name="Thread 75 in block 2, group 1"/>
          <p:cNvSpPr/>
          <p:nvPr/>
        </p:nvSpPr>
        <p:spPr>
          <a:xfrm>
            <a:off x="277749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9" name="Thread 76 in block 2, group 1"/>
          <p:cNvSpPr/>
          <p:nvPr/>
        </p:nvSpPr>
        <p:spPr>
          <a:xfrm>
            <a:off x="282549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0" name="Thread 77 in block 2, group 1"/>
          <p:cNvSpPr/>
          <p:nvPr/>
        </p:nvSpPr>
        <p:spPr>
          <a:xfrm>
            <a:off x="287350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1" name="Thread 78 in block 2, group 1"/>
          <p:cNvSpPr/>
          <p:nvPr/>
        </p:nvSpPr>
        <p:spPr>
          <a:xfrm>
            <a:off x="292150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2" name="Thread 79 in block 2, group 1"/>
          <p:cNvSpPr/>
          <p:nvPr/>
        </p:nvSpPr>
        <p:spPr>
          <a:xfrm>
            <a:off x="296951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3" name="Thread 80 in block 2, group 1"/>
          <p:cNvSpPr/>
          <p:nvPr/>
        </p:nvSpPr>
        <p:spPr>
          <a:xfrm>
            <a:off x="224942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4" name="Thread 81 in block 2, group 1"/>
          <p:cNvSpPr/>
          <p:nvPr/>
        </p:nvSpPr>
        <p:spPr>
          <a:xfrm>
            <a:off x="229743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5" name="Thread 82 in block 2, group 1"/>
          <p:cNvSpPr/>
          <p:nvPr/>
        </p:nvSpPr>
        <p:spPr>
          <a:xfrm>
            <a:off x="234543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6" name="Thread 83 in block 2, group 1"/>
          <p:cNvSpPr/>
          <p:nvPr/>
        </p:nvSpPr>
        <p:spPr>
          <a:xfrm>
            <a:off x="239344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7" name="Thread 84 in block 2, group 1"/>
          <p:cNvSpPr/>
          <p:nvPr/>
        </p:nvSpPr>
        <p:spPr>
          <a:xfrm>
            <a:off x="244144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85 in block 2, group 1"/>
          <p:cNvSpPr/>
          <p:nvPr/>
        </p:nvSpPr>
        <p:spPr>
          <a:xfrm>
            <a:off x="248945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9" name="Thread 86 in block 2, group 1"/>
          <p:cNvSpPr/>
          <p:nvPr/>
        </p:nvSpPr>
        <p:spPr>
          <a:xfrm>
            <a:off x="253746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0" name="Thread 87 in block 2, group 1"/>
          <p:cNvSpPr/>
          <p:nvPr/>
        </p:nvSpPr>
        <p:spPr>
          <a:xfrm>
            <a:off x="258546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1" name="Thread 88 in block 2, group 1"/>
          <p:cNvSpPr/>
          <p:nvPr/>
        </p:nvSpPr>
        <p:spPr>
          <a:xfrm>
            <a:off x="263347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2" name="Thread 89 in block 2, group 1"/>
          <p:cNvSpPr/>
          <p:nvPr/>
        </p:nvSpPr>
        <p:spPr>
          <a:xfrm>
            <a:off x="268147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3" name="Thread 90 in block 2, group 1"/>
          <p:cNvSpPr/>
          <p:nvPr/>
        </p:nvSpPr>
        <p:spPr>
          <a:xfrm>
            <a:off x="272948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4" name="Thread 91 in block 2, group 1"/>
          <p:cNvSpPr/>
          <p:nvPr/>
        </p:nvSpPr>
        <p:spPr>
          <a:xfrm>
            <a:off x="277749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5" name="Thread 92 in block 2, group 1"/>
          <p:cNvSpPr/>
          <p:nvPr/>
        </p:nvSpPr>
        <p:spPr>
          <a:xfrm>
            <a:off x="282549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6" name="Thread 93 in block 2, group 1"/>
          <p:cNvSpPr/>
          <p:nvPr/>
        </p:nvSpPr>
        <p:spPr>
          <a:xfrm>
            <a:off x="287350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7" name="Thread 94 in block 2, group 1"/>
          <p:cNvSpPr/>
          <p:nvPr/>
        </p:nvSpPr>
        <p:spPr>
          <a:xfrm>
            <a:off x="292150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8" name="Thread 95 in block 2, group 1"/>
          <p:cNvSpPr/>
          <p:nvPr/>
        </p:nvSpPr>
        <p:spPr>
          <a:xfrm>
            <a:off x="296951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9" name="Thread 96 in block 2, group 1"/>
          <p:cNvSpPr/>
          <p:nvPr/>
        </p:nvSpPr>
        <p:spPr>
          <a:xfrm>
            <a:off x="224942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0" name="Thread 97 in block 2, group 1"/>
          <p:cNvSpPr/>
          <p:nvPr/>
        </p:nvSpPr>
        <p:spPr>
          <a:xfrm>
            <a:off x="229743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1" name="Thread 98 in block 2, group 1"/>
          <p:cNvSpPr/>
          <p:nvPr/>
        </p:nvSpPr>
        <p:spPr>
          <a:xfrm>
            <a:off x="234543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2" name="Thread 99 in block 2, group 1"/>
          <p:cNvSpPr/>
          <p:nvPr/>
        </p:nvSpPr>
        <p:spPr>
          <a:xfrm>
            <a:off x="239344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3" name="Thread 100 in block 2, group 1"/>
          <p:cNvSpPr/>
          <p:nvPr/>
        </p:nvSpPr>
        <p:spPr>
          <a:xfrm>
            <a:off x="244144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4" name="Thread 101 in block 2, group 1"/>
          <p:cNvSpPr/>
          <p:nvPr/>
        </p:nvSpPr>
        <p:spPr>
          <a:xfrm>
            <a:off x="248945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5" name="Thread 102 in block 2, group 1"/>
          <p:cNvSpPr/>
          <p:nvPr/>
        </p:nvSpPr>
        <p:spPr>
          <a:xfrm>
            <a:off x="253746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6" name="Thread 103 in block 2, group 1"/>
          <p:cNvSpPr/>
          <p:nvPr/>
        </p:nvSpPr>
        <p:spPr>
          <a:xfrm>
            <a:off x="258546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7" name="Thread 104 in block 2, group 1"/>
          <p:cNvSpPr/>
          <p:nvPr/>
        </p:nvSpPr>
        <p:spPr>
          <a:xfrm>
            <a:off x="263347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8" name="Thread 105 in block 2, group 1"/>
          <p:cNvSpPr/>
          <p:nvPr/>
        </p:nvSpPr>
        <p:spPr>
          <a:xfrm>
            <a:off x="268147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9" name="Thread 106 in block 2, group 1"/>
          <p:cNvSpPr/>
          <p:nvPr/>
        </p:nvSpPr>
        <p:spPr>
          <a:xfrm>
            <a:off x="272948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0" name="Thread 107 in block 2, group 1"/>
          <p:cNvSpPr/>
          <p:nvPr/>
        </p:nvSpPr>
        <p:spPr>
          <a:xfrm>
            <a:off x="277749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1" name="Thread 108 in block 2, group 1"/>
          <p:cNvSpPr/>
          <p:nvPr/>
        </p:nvSpPr>
        <p:spPr>
          <a:xfrm>
            <a:off x="282549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2" name="Thread 109 in block 2, group 1"/>
          <p:cNvSpPr/>
          <p:nvPr/>
        </p:nvSpPr>
        <p:spPr>
          <a:xfrm>
            <a:off x="287350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3" name="Thread 110 in block 2, group 1"/>
          <p:cNvSpPr/>
          <p:nvPr/>
        </p:nvSpPr>
        <p:spPr>
          <a:xfrm>
            <a:off x="292150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4" name="Thread 111 in block 2, group 1"/>
          <p:cNvSpPr/>
          <p:nvPr/>
        </p:nvSpPr>
        <p:spPr>
          <a:xfrm>
            <a:off x="296951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5" name="Thread 112 in block 2, group 1"/>
          <p:cNvSpPr/>
          <p:nvPr/>
        </p:nvSpPr>
        <p:spPr>
          <a:xfrm>
            <a:off x="224942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6" name="Thread 113 in block 2, group 1"/>
          <p:cNvSpPr/>
          <p:nvPr/>
        </p:nvSpPr>
        <p:spPr>
          <a:xfrm>
            <a:off x="229743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7" name="Thread 114 in block 2, group 1"/>
          <p:cNvSpPr/>
          <p:nvPr/>
        </p:nvSpPr>
        <p:spPr>
          <a:xfrm>
            <a:off x="234543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8" name="Thread 115 in block 2, group 1"/>
          <p:cNvSpPr/>
          <p:nvPr/>
        </p:nvSpPr>
        <p:spPr>
          <a:xfrm>
            <a:off x="239344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9" name="Thread 116 in block 2, group 1"/>
          <p:cNvSpPr/>
          <p:nvPr/>
        </p:nvSpPr>
        <p:spPr>
          <a:xfrm>
            <a:off x="244144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0" name="Thread 117 in block 2, group 1"/>
          <p:cNvSpPr/>
          <p:nvPr/>
        </p:nvSpPr>
        <p:spPr>
          <a:xfrm>
            <a:off x="248945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1" name="Thread 118 in block 2, group 1"/>
          <p:cNvSpPr/>
          <p:nvPr/>
        </p:nvSpPr>
        <p:spPr>
          <a:xfrm>
            <a:off x="253746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2" name="Thread 119 in block 2, group 1"/>
          <p:cNvSpPr/>
          <p:nvPr/>
        </p:nvSpPr>
        <p:spPr>
          <a:xfrm>
            <a:off x="258546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3" name="Thread 120 in block 2, group 1"/>
          <p:cNvSpPr/>
          <p:nvPr/>
        </p:nvSpPr>
        <p:spPr>
          <a:xfrm>
            <a:off x="263347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4" name="Thread 121 in block 2, group 1"/>
          <p:cNvSpPr/>
          <p:nvPr/>
        </p:nvSpPr>
        <p:spPr>
          <a:xfrm>
            <a:off x="268147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5" name="Thread 122 in block 2, group 1"/>
          <p:cNvSpPr/>
          <p:nvPr/>
        </p:nvSpPr>
        <p:spPr>
          <a:xfrm>
            <a:off x="272948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6" name="Thread 123 in block 2, group 1"/>
          <p:cNvSpPr/>
          <p:nvPr/>
        </p:nvSpPr>
        <p:spPr>
          <a:xfrm>
            <a:off x="277749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7" name="Thread 124 in block 2, group 1"/>
          <p:cNvSpPr/>
          <p:nvPr/>
        </p:nvSpPr>
        <p:spPr>
          <a:xfrm>
            <a:off x="282549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8" name="Thread 125 in block 2, group 1"/>
          <p:cNvSpPr/>
          <p:nvPr/>
        </p:nvSpPr>
        <p:spPr>
          <a:xfrm>
            <a:off x="287350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9" name="Thread 126 in block 2, group 1"/>
          <p:cNvSpPr/>
          <p:nvPr/>
        </p:nvSpPr>
        <p:spPr>
          <a:xfrm>
            <a:off x="292150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0" name="Thread 127 in block 2, group 1"/>
          <p:cNvSpPr/>
          <p:nvPr/>
        </p:nvSpPr>
        <p:spPr>
          <a:xfrm>
            <a:off x="296951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1" name="Additional thread blocks"/>
          <p:cNvSpPr/>
          <p:nvPr/>
        </p:nvSpPr>
        <p:spPr>
          <a:xfrm>
            <a:off x="31318200" y="15803880"/>
            <a:ext cx="2286000" cy="975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6120" b="0">
                <a:solidFill>
                  <a:schemeClr val="accent6"/>
                </a:solidFill>
                <a:latin typeface="NVIDIA Sans"/>
              </a:rPr>
              <a:t xml:space="preserve">...</a:t>
            </a:r>
          </a:p>
        </p:txBody>
      </p:sp>
      <p:sp>
        <p:nvSpPr>
          <p:cNvPr id="412" name="Shape"/>
          <p:cNvSpPr/>
          <p:nvPr/>
        </p:nvSpPr>
        <p:spPr>
          <a:xfrm>
            <a:off x="45720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413" name="Group 0: warps 0–1 · barrier 1"/>
          <p:cNvSpPr/>
          <p:nvPr/>
        </p:nvSpPr>
        <p:spPr>
          <a:xfrm>
            <a:off x="5143500" y="18379440"/>
            <a:ext cx="12115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Group 0: warps 0–1 · barrier 1</a:t>
            </a:r>
          </a:p>
        </p:txBody>
      </p:sp>
      <p:sp>
        <p:nvSpPr>
          <p:cNvPr id="414" name="Shape"/>
          <p:cNvSpPr/>
          <p:nvPr/>
        </p:nvSpPr>
        <p:spPr>
          <a:xfrm>
            <a:off x="178308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415" name="Group 1: warps 2–3 · barrier 2"/>
          <p:cNvSpPr/>
          <p:nvPr/>
        </p:nvSpPr>
        <p:spPr>
          <a:xfrm>
            <a:off x="18402300" y="18379440"/>
            <a:ext cx="12115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Group 1: warps 2–3 · barrier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>
  <p:cSld name="Derived Groups — Virtual gro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rived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Derived Groups</a:t>
            </a:r>
          </a:p>
        </p:txBody>
      </p:sp>
      <p:sp>
        <p:nvSpPr>
          <p:cNvPr id="3" name="Virtual group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Virtual group</a:t>
            </a:r>
          </a:p>
        </p:txBody>
      </p:sp>
      <p:sp>
        <p:nvSpPr>
          <p:cNvPr id="4" name="2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7378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Partitions a parent group"/>
          <p:cNvSpPr/>
          <p:nvPr/>
        </p:nvSpPr>
        <p:spPr>
          <a:xfrm>
            <a:off x="2583180" y="5600700"/>
            <a:ext cx="907542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Partitions a parent group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73380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Reuses the parent synchronizer"/>
          <p:cNvSpPr/>
          <p:nvPr/>
        </p:nvSpPr>
        <p:spPr>
          <a:xfrm>
            <a:off x="2583180" y="7200900"/>
            <a:ext cx="907542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Reuses the parent synchronizer</a:t>
            </a:r>
          </a:p>
        </p:txBody>
      </p:sp>
      <p:sp>
        <p:nvSpPr>
          <p:cNvPr id="9" name="Shape"/>
          <p:cNvSpPr/>
          <p:nvPr/>
        </p:nvSpPr>
        <p:spPr>
          <a:xfrm>
            <a:off x="1828800" y="89382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Subgroups share synchronization points"/>
          <p:cNvSpPr/>
          <p:nvPr/>
        </p:nvSpPr>
        <p:spPr>
          <a:xfrm>
            <a:off x="2583180" y="8801100"/>
            <a:ext cx="907542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Subgroups share synchronization points</a:t>
            </a:r>
          </a:p>
        </p:txBody>
      </p:sp>
      <p:sp>
        <p:nvSpPr>
          <p:cNvPr id="13" name="Shape"/>
          <p:cNvSpPr/>
          <p:nvPr/>
        </p:nvSpPr>
        <p:spPr>
          <a:xfrm>
            <a:off x="12801600" y="5029200"/>
            <a:ext cx="21945600" cy="89154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4" name="Virtual group use-case example" descr="Supplemental virtual-group usage example based on repository documentation and implementation"/>
          <p:cNvSpPr/>
          <p:nvPr/>
        </p:nvSpPr>
        <p:spPr>
          <a:xfrm>
            <a:off x="13258800" y="5394960"/>
            <a:ext cx="21031200" cy="8458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virtual_group_example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Four warps per block (128 threads).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All parent threads construct groups of two warps.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virtual_group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2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Queries refer to the virtual subgroup.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nthreads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All subgroups share this synchronization point.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Synchronizes the entire parent block.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sync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5" name="Parent block 0: shared synchronization for all 128 threads"/>
          <p:cNvSpPr/>
          <p:nvPr/>
        </p:nvSpPr>
        <p:spPr>
          <a:xfrm>
            <a:off x="256032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50292">
            <a:solidFill>
              <a:schemeClr val="accent2"/>
            </a:solidFill>
          </a:ln>
        </p:spPr>
      </p:sp>
      <p:sp>
        <p:nvSpPr>
          <p:cNvPr id="16" name="Block 0"/>
          <p:cNvSpPr/>
          <p:nvPr/>
        </p:nvSpPr>
        <p:spPr>
          <a:xfrm>
            <a:off x="2834640" y="14810047"/>
            <a:ext cx="8321040" cy="40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17" name="Virtual group 0 in block 0: two warps, shared parent synchronization"/>
          <p:cNvSpPr/>
          <p:nvPr/>
        </p:nvSpPr>
        <p:spPr>
          <a:xfrm>
            <a:off x="2834640" y="15364229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18" name="Thread 0 in block 0, group 0"/>
          <p:cNvSpPr/>
          <p:nvPr/>
        </p:nvSpPr>
        <p:spPr>
          <a:xfrm>
            <a:off x="31089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1 in block 0, group 0"/>
          <p:cNvSpPr/>
          <p:nvPr/>
        </p:nvSpPr>
        <p:spPr>
          <a:xfrm>
            <a:off x="35890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2 in block 0, group 0"/>
          <p:cNvSpPr/>
          <p:nvPr/>
        </p:nvSpPr>
        <p:spPr>
          <a:xfrm>
            <a:off x="40690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3 in block 0, group 0"/>
          <p:cNvSpPr/>
          <p:nvPr/>
        </p:nvSpPr>
        <p:spPr>
          <a:xfrm>
            <a:off x="45491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4 in block 0, group 0"/>
          <p:cNvSpPr/>
          <p:nvPr/>
        </p:nvSpPr>
        <p:spPr>
          <a:xfrm>
            <a:off x="50292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5 in block 0, group 0"/>
          <p:cNvSpPr/>
          <p:nvPr/>
        </p:nvSpPr>
        <p:spPr>
          <a:xfrm>
            <a:off x="55092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6 in block 0, group 0"/>
          <p:cNvSpPr/>
          <p:nvPr/>
        </p:nvSpPr>
        <p:spPr>
          <a:xfrm>
            <a:off x="59893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7 in block 0, group 0"/>
          <p:cNvSpPr/>
          <p:nvPr/>
        </p:nvSpPr>
        <p:spPr>
          <a:xfrm>
            <a:off x="64693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8 in block 0, group 0"/>
          <p:cNvSpPr/>
          <p:nvPr/>
        </p:nvSpPr>
        <p:spPr>
          <a:xfrm>
            <a:off x="69494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9 in block 0, group 0"/>
          <p:cNvSpPr/>
          <p:nvPr/>
        </p:nvSpPr>
        <p:spPr>
          <a:xfrm>
            <a:off x="74295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0 in block 0, group 0"/>
          <p:cNvSpPr/>
          <p:nvPr/>
        </p:nvSpPr>
        <p:spPr>
          <a:xfrm>
            <a:off x="79095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1 in block 0, group 0"/>
          <p:cNvSpPr/>
          <p:nvPr/>
        </p:nvSpPr>
        <p:spPr>
          <a:xfrm>
            <a:off x="83896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2 in block 0, group 0"/>
          <p:cNvSpPr/>
          <p:nvPr/>
        </p:nvSpPr>
        <p:spPr>
          <a:xfrm>
            <a:off x="88696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13 in block 0, group 0"/>
          <p:cNvSpPr/>
          <p:nvPr/>
        </p:nvSpPr>
        <p:spPr>
          <a:xfrm>
            <a:off x="93497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14 in block 0, group 0"/>
          <p:cNvSpPr/>
          <p:nvPr/>
        </p:nvSpPr>
        <p:spPr>
          <a:xfrm>
            <a:off x="98298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15 in block 0, group 0"/>
          <p:cNvSpPr/>
          <p:nvPr/>
        </p:nvSpPr>
        <p:spPr>
          <a:xfrm>
            <a:off x="103098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16 in block 0, group 0"/>
          <p:cNvSpPr/>
          <p:nvPr/>
        </p:nvSpPr>
        <p:spPr>
          <a:xfrm>
            <a:off x="31089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17 in block 0, group 0"/>
          <p:cNvSpPr/>
          <p:nvPr/>
        </p:nvSpPr>
        <p:spPr>
          <a:xfrm>
            <a:off x="35890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18 in block 0, group 0"/>
          <p:cNvSpPr/>
          <p:nvPr/>
        </p:nvSpPr>
        <p:spPr>
          <a:xfrm>
            <a:off x="40690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19 in block 0, group 0"/>
          <p:cNvSpPr/>
          <p:nvPr/>
        </p:nvSpPr>
        <p:spPr>
          <a:xfrm>
            <a:off x="45491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0 in block 0, group 0"/>
          <p:cNvSpPr/>
          <p:nvPr/>
        </p:nvSpPr>
        <p:spPr>
          <a:xfrm>
            <a:off x="50292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1 in block 0, group 0"/>
          <p:cNvSpPr/>
          <p:nvPr/>
        </p:nvSpPr>
        <p:spPr>
          <a:xfrm>
            <a:off x="55092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2 in block 0, group 0"/>
          <p:cNvSpPr/>
          <p:nvPr/>
        </p:nvSpPr>
        <p:spPr>
          <a:xfrm>
            <a:off x="59893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23 in block 0, group 0"/>
          <p:cNvSpPr/>
          <p:nvPr/>
        </p:nvSpPr>
        <p:spPr>
          <a:xfrm>
            <a:off x="64693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24 in block 0, group 0"/>
          <p:cNvSpPr/>
          <p:nvPr/>
        </p:nvSpPr>
        <p:spPr>
          <a:xfrm>
            <a:off x="69494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Thread 25 in block 0, group 0"/>
          <p:cNvSpPr/>
          <p:nvPr/>
        </p:nvSpPr>
        <p:spPr>
          <a:xfrm>
            <a:off x="74295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4" name="Thread 26 in block 0, group 0"/>
          <p:cNvSpPr/>
          <p:nvPr/>
        </p:nvSpPr>
        <p:spPr>
          <a:xfrm>
            <a:off x="79095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27 in block 0, group 0"/>
          <p:cNvSpPr/>
          <p:nvPr/>
        </p:nvSpPr>
        <p:spPr>
          <a:xfrm>
            <a:off x="83896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Thread 28 in block 0, group 0"/>
          <p:cNvSpPr/>
          <p:nvPr/>
        </p:nvSpPr>
        <p:spPr>
          <a:xfrm>
            <a:off x="88696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29 in block 0, group 0"/>
          <p:cNvSpPr/>
          <p:nvPr/>
        </p:nvSpPr>
        <p:spPr>
          <a:xfrm>
            <a:off x="93497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Thread 30 in block 0, group 0"/>
          <p:cNvSpPr/>
          <p:nvPr/>
        </p:nvSpPr>
        <p:spPr>
          <a:xfrm>
            <a:off x="98298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31 in block 0, group 0"/>
          <p:cNvSpPr/>
          <p:nvPr/>
        </p:nvSpPr>
        <p:spPr>
          <a:xfrm>
            <a:off x="103098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Thread 32 in block 0, group 0"/>
          <p:cNvSpPr/>
          <p:nvPr/>
        </p:nvSpPr>
        <p:spPr>
          <a:xfrm>
            <a:off x="31089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33 in block 0, group 0"/>
          <p:cNvSpPr/>
          <p:nvPr/>
        </p:nvSpPr>
        <p:spPr>
          <a:xfrm>
            <a:off x="35890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34 in block 0, group 0"/>
          <p:cNvSpPr/>
          <p:nvPr/>
        </p:nvSpPr>
        <p:spPr>
          <a:xfrm>
            <a:off x="40690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35 in block 0, group 0"/>
          <p:cNvSpPr/>
          <p:nvPr/>
        </p:nvSpPr>
        <p:spPr>
          <a:xfrm>
            <a:off x="45491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Thread 36 in block 0, group 0"/>
          <p:cNvSpPr/>
          <p:nvPr/>
        </p:nvSpPr>
        <p:spPr>
          <a:xfrm>
            <a:off x="50292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37 in block 0, group 0"/>
          <p:cNvSpPr/>
          <p:nvPr/>
        </p:nvSpPr>
        <p:spPr>
          <a:xfrm>
            <a:off x="55092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Thread 38 in block 0, group 0"/>
          <p:cNvSpPr/>
          <p:nvPr/>
        </p:nvSpPr>
        <p:spPr>
          <a:xfrm>
            <a:off x="59893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39 in block 0, group 0"/>
          <p:cNvSpPr/>
          <p:nvPr/>
        </p:nvSpPr>
        <p:spPr>
          <a:xfrm>
            <a:off x="64693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Thread 40 in block 0, group 0"/>
          <p:cNvSpPr/>
          <p:nvPr/>
        </p:nvSpPr>
        <p:spPr>
          <a:xfrm>
            <a:off x="69494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41 in block 0, group 0"/>
          <p:cNvSpPr/>
          <p:nvPr/>
        </p:nvSpPr>
        <p:spPr>
          <a:xfrm>
            <a:off x="74295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Thread 42 in block 0, group 0"/>
          <p:cNvSpPr/>
          <p:nvPr/>
        </p:nvSpPr>
        <p:spPr>
          <a:xfrm>
            <a:off x="79095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43 in block 0, group 0"/>
          <p:cNvSpPr/>
          <p:nvPr/>
        </p:nvSpPr>
        <p:spPr>
          <a:xfrm>
            <a:off x="83896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Thread 44 in block 0, group 0"/>
          <p:cNvSpPr/>
          <p:nvPr/>
        </p:nvSpPr>
        <p:spPr>
          <a:xfrm>
            <a:off x="88696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45 in block 0, group 0"/>
          <p:cNvSpPr/>
          <p:nvPr/>
        </p:nvSpPr>
        <p:spPr>
          <a:xfrm>
            <a:off x="93497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Thread 46 in block 0, group 0"/>
          <p:cNvSpPr/>
          <p:nvPr/>
        </p:nvSpPr>
        <p:spPr>
          <a:xfrm>
            <a:off x="98298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47 in block 0, group 0"/>
          <p:cNvSpPr/>
          <p:nvPr/>
        </p:nvSpPr>
        <p:spPr>
          <a:xfrm>
            <a:off x="103098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Thread 48 in block 0, group 0"/>
          <p:cNvSpPr/>
          <p:nvPr/>
        </p:nvSpPr>
        <p:spPr>
          <a:xfrm>
            <a:off x="31089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49 in block 0, group 0"/>
          <p:cNvSpPr/>
          <p:nvPr/>
        </p:nvSpPr>
        <p:spPr>
          <a:xfrm>
            <a:off x="35890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Thread 50 in block 0, group 0"/>
          <p:cNvSpPr/>
          <p:nvPr/>
        </p:nvSpPr>
        <p:spPr>
          <a:xfrm>
            <a:off x="40690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51 in block 0, group 0"/>
          <p:cNvSpPr/>
          <p:nvPr/>
        </p:nvSpPr>
        <p:spPr>
          <a:xfrm>
            <a:off x="45491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52 in block 0, group 0"/>
          <p:cNvSpPr/>
          <p:nvPr/>
        </p:nvSpPr>
        <p:spPr>
          <a:xfrm>
            <a:off x="50292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53 in block 0, group 0"/>
          <p:cNvSpPr/>
          <p:nvPr/>
        </p:nvSpPr>
        <p:spPr>
          <a:xfrm>
            <a:off x="55092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Thread 54 in block 0, group 0"/>
          <p:cNvSpPr/>
          <p:nvPr/>
        </p:nvSpPr>
        <p:spPr>
          <a:xfrm>
            <a:off x="59893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55 in block 0, group 0"/>
          <p:cNvSpPr/>
          <p:nvPr/>
        </p:nvSpPr>
        <p:spPr>
          <a:xfrm>
            <a:off x="64693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56 in block 0, group 0"/>
          <p:cNvSpPr/>
          <p:nvPr/>
        </p:nvSpPr>
        <p:spPr>
          <a:xfrm>
            <a:off x="69494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57 in block 0, group 0"/>
          <p:cNvSpPr/>
          <p:nvPr/>
        </p:nvSpPr>
        <p:spPr>
          <a:xfrm>
            <a:off x="74295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58 in block 0, group 0"/>
          <p:cNvSpPr/>
          <p:nvPr/>
        </p:nvSpPr>
        <p:spPr>
          <a:xfrm>
            <a:off x="79095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59 in block 0, group 0"/>
          <p:cNvSpPr/>
          <p:nvPr/>
        </p:nvSpPr>
        <p:spPr>
          <a:xfrm>
            <a:off x="83896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0 in block 0, group 0"/>
          <p:cNvSpPr/>
          <p:nvPr/>
        </p:nvSpPr>
        <p:spPr>
          <a:xfrm>
            <a:off x="88696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1 in block 0, group 0"/>
          <p:cNvSpPr/>
          <p:nvPr/>
        </p:nvSpPr>
        <p:spPr>
          <a:xfrm>
            <a:off x="93497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2 in block 0, group 0"/>
          <p:cNvSpPr/>
          <p:nvPr/>
        </p:nvSpPr>
        <p:spPr>
          <a:xfrm>
            <a:off x="98298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3 in block 0, group 0"/>
          <p:cNvSpPr/>
          <p:nvPr/>
        </p:nvSpPr>
        <p:spPr>
          <a:xfrm>
            <a:off x="103098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Virtual group 1 in block 0: two warps, shared parent synchronization"/>
          <p:cNvSpPr/>
          <p:nvPr/>
        </p:nvSpPr>
        <p:spPr>
          <a:xfrm>
            <a:off x="2834640" y="16509538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83" name="Thread 64 in block 0, group 1"/>
          <p:cNvSpPr/>
          <p:nvPr/>
        </p:nvSpPr>
        <p:spPr>
          <a:xfrm>
            <a:off x="31089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65 in block 0, group 1"/>
          <p:cNvSpPr/>
          <p:nvPr/>
        </p:nvSpPr>
        <p:spPr>
          <a:xfrm>
            <a:off x="35890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66 in block 0, group 1"/>
          <p:cNvSpPr/>
          <p:nvPr/>
        </p:nvSpPr>
        <p:spPr>
          <a:xfrm>
            <a:off x="40690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67 in block 0, group 1"/>
          <p:cNvSpPr/>
          <p:nvPr/>
        </p:nvSpPr>
        <p:spPr>
          <a:xfrm>
            <a:off x="45491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68 in block 0, group 1"/>
          <p:cNvSpPr/>
          <p:nvPr/>
        </p:nvSpPr>
        <p:spPr>
          <a:xfrm>
            <a:off x="50292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69 in block 0, group 1"/>
          <p:cNvSpPr/>
          <p:nvPr/>
        </p:nvSpPr>
        <p:spPr>
          <a:xfrm>
            <a:off x="55092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Thread 70 in block 0, group 1"/>
          <p:cNvSpPr/>
          <p:nvPr/>
        </p:nvSpPr>
        <p:spPr>
          <a:xfrm>
            <a:off x="59893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Thread 71 in block 0, group 1"/>
          <p:cNvSpPr/>
          <p:nvPr/>
        </p:nvSpPr>
        <p:spPr>
          <a:xfrm>
            <a:off x="64693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72 in block 0, group 1"/>
          <p:cNvSpPr/>
          <p:nvPr/>
        </p:nvSpPr>
        <p:spPr>
          <a:xfrm>
            <a:off x="69494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3 in block 0, group 1"/>
          <p:cNvSpPr/>
          <p:nvPr/>
        </p:nvSpPr>
        <p:spPr>
          <a:xfrm>
            <a:off x="74295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4 in block 0, group 1"/>
          <p:cNvSpPr/>
          <p:nvPr/>
        </p:nvSpPr>
        <p:spPr>
          <a:xfrm>
            <a:off x="79095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5 in block 0, group 1"/>
          <p:cNvSpPr/>
          <p:nvPr/>
        </p:nvSpPr>
        <p:spPr>
          <a:xfrm>
            <a:off x="83896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76 in block 0, group 1"/>
          <p:cNvSpPr/>
          <p:nvPr/>
        </p:nvSpPr>
        <p:spPr>
          <a:xfrm>
            <a:off x="88696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77 in block 0, group 1"/>
          <p:cNvSpPr/>
          <p:nvPr/>
        </p:nvSpPr>
        <p:spPr>
          <a:xfrm>
            <a:off x="93497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78 in block 0, group 1"/>
          <p:cNvSpPr/>
          <p:nvPr/>
        </p:nvSpPr>
        <p:spPr>
          <a:xfrm>
            <a:off x="98298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79 in block 0, group 1"/>
          <p:cNvSpPr/>
          <p:nvPr/>
        </p:nvSpPr>
        <p:spPr>
          <a:xfrm>
            <a:off x="103098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0 in block 0, group 1"/>
          <p:cNvSpPr/>
          <p:nvPr/>
        </p:nvSpPr>
        <p:spPr>
          <a:xfrm>
            <a:off x="31089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1 in block 0, group 1"/>
          <p:cNvSpPr/>
          <p:nvPr/>
        </p:nvSpPr>
        <p:spPr>
          <a:xfrm>
            <a:off x="35890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2 in block 0, group 1"/>
          <p:cNvSpPr/>
          <p:nvPr/>
        </p:nvSpPr>
        <p:spPr>
          <a:xfrm>
            <a:off x="40690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3 in block 0, group 1"/>
          <p:cNvSpPr/>
          <p:nvPr/>
        </p:nvSpPr>
        <p:spPr>
          <a:xfrm>
            <a:off x="45491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4 in block 0, group 1"/>
          <p:cNvSpPr/>
          <p:nvPr/>
        </p:nvSpPr>
        <p:spPr>
          <a:xfrm>
            <a:off x="50292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5 in block 0, group 1"/>
          <p:cNvSpPr/>
          <p:nvPr/>
        </p:nvSpPr>
        <p:spPr>
          <a:xfrm>
            <a:off x="55092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86 in block 0, group 1"/>
          <p:cNvSpPr/>
          <p:nvPr/>
        </p:nvSpPr>
        <p:spPr>
          <a:xfrm>
            <a:off x="59893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87 in block 0, group 1"/>
          <p:cNvSpPr/>
          <p:nvPr/>
        </p:nvSpPr>
        <p:spPr>
          <a:xfrm>
            <a:off x="64693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88 in block 0, group 1"/>
          <p:cNvSpPr/>
          <p:nvPr/>
        </p:nvSpPr>
        <p:spPr>
          <a:xfrm>
            <a:off x="69494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89 in block 0, group 1"/>
          <p:cNvSpPr/>
          <p:nvPr/>
        </p:nvSpPr>
        <p:spPr>
          <a:xfrm>
            <a:off x="74295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0 in block 0, group 1"/>
          <p:cNvSpPr/>
          <p:nvPr/>
        </p:nvSpPr>
        <p:spPr>
          <a:xfrm>
            <a:off x="79095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1 in block 0, group 1"/>
          <p:cNvSpPr/>
          <p:nvPr/>
        </p:nvSpPr>
        <p:spPr>
          <a:xfrm>
            <a:off x="83896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Thread 92 in block 0, group 1"/>
          <p:cNvSpPr/>
          <p:nvPr/>
        </p:nvSpPr>
        <p:spPr>
          <a:xfrm>
            <a:off x="88696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Thread 93 in block 0, group 1"/>
          <p:cNvSpPr/>
          <p:nvPr/>
        </p:nvSpPr>
        <p:spPr>
          <a:xfrm>
            <a:off x="93497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Thread 94 in block 0, group 1"/>
          <p:cNvSpPr/>
          <p:nvPr/>
        </p:nvSpPr>
        <p:spPr>
          <a:xfrm>
            <a:off x="98298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Thread 95 in block 0, group 1"/>
          <p:cNvSpPr/>
          <p:nvPr/>
        </p:nvSpPr>
        <p:spPr>
          <a:xfrm>
            <a:off x="103098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Thread 96 in block 0, group 1"/>
          <p:cNvSpPr/>
          <p:nvPr/>
        </p:nvSpPr>
        <p:spPr>
          <a:xfrm>
            <a:off x="31089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Thread 97 in block 0, group 1"/>
          <p:cNvSpPr/>
          <p:nvPr/>
        </p:nvSpPr>
        <p:spPr>
          <a:xfrm>
            <a:off x="35890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Thread 98 in block 0, group 1"/>
          <p:cNvSpPr/>
          <p:nvPr/>
        </p:nvSpPr>
        <p:spPr>
          <a:xfrm>
            <a:off x="40690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99 in block 0, group 1"/>
          <p:cNvSpPr/>
          <p:nvPr/>
        </p:nvSpPr>
        <p:spPr>
          <a:xfrm>
            <a:off x="45491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Thread 100 in block 0, group 1"/>
          <p:cNvSpPr/>
          <p:nvPr/>
        </p:nvSpPr>
        <p:spPr>
          <a:xfrm>
            <a:off x="50292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Thread 101 in block 0, group 1"/>
          <p:cNvSpPr/>
          <p:nvPr/>
        </p:nvSpPr>
        <p:spPr>
          <a:xfrm>
            <a:off x="55092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Thread 102 in block 0, group 1"/>
          <p:cNvSpPr/>
          <p:nvPr/>
        </p:nvSpPr>
        <p:spPr>
          <a:xfrm>
            <a:off x="59893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Thread 103 in block 0, group 1"/>
          <p:cNvSpPr/>
          <p:nvPr/>
        </p:nvSpPr>
        <p:spPr>
          <a:xfrm>
            <a:off x="64693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Thread 104 in block 0, group 1"/>
          <p:cNvSpPr/>
          <p:nvPr/>
        </p:nvSpPr>
        <p:spPr>
          <a:xfrm>
            <a:off x="69494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Thread 105 in block 0, group 1"/>
          <p:cNvSpPr/>
          <p:nvPr/>
        </p:nvSpPr>
        <p:spPr>
          <a:xfrm>
            <a:off x="74295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Thread 106 in block 0, group 1"/>
          <p:cNvSpPr/>
          <p:nvPr/>
        </p:nvSpPr>
        <p:spPr>
          <a:xfrm>
            <a:off x="79095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Thread 107 in block 0, group 1"/>
          <p:cNvSpPr/>
          <p:nvPr/>
        </p:nvSpPr>
        <p:spPr>
          <a:xfrm>
            <a:off x="83896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Thread 108 in block 0, group 1"/>
          <p:cNvSpPr/>
          <p:nvPr/>
        </p:nvSpPr>
        <p:spPr>
          <a:xfrm>
            <a:off x="88696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Thread 109 in block 0, group 1"/>
          <p:cNvSpPr/>
          <p:nvPr/>
        </p:nvSpPr>
        <p:spPr>
          <a:xfrm>
            <a:off x="93497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10 in block 0, group 1"/>
          <p:cNvSpPr/>
          <p:nvPr/>
        </p:nvSpPr>
        <p:spPr>
          <a:xfrm>
            <a:off x="98298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Thread 111 in block 0, group 1"/>
          <p:cNvSpPr/>
          <p:nvPr/>
        </p:nvSpPr>
        <p:spPr>
          <a:xfrm>
            <a:off x="103098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Thread 112 in block 0, group 1"/>
          <p:cNvSpPr/>
          <p:nvPr/>
        </p:nvSpPr>
        <p:spPr>
          <a:xfrm>
            <a:off x="31089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Thread 113 in block 0, group 1"/>
          <p:cNvSpPr/>
          <p:nvPr/>
        </p:nvSpPr>
        <p:spPr>
          <a:xfrm>
            <a:off x="35890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Thread 114 in block 0, group 1"/>
          <p:cNvSpPr/>
          <p:nvPr/>
        </p:nvSpPr>
        <p:spPr>
          <a:xfrm>
            <a:off x="40690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Thread 115 in block 0, group 1"/>
          <p:cNvSpPr/>
          <p:nvPr/>
        </p:nvSpPr>
        <p:spPr>
          <a:xfrm>
            <a:off x="45491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Thread 116 in block 0, group 1"/>
          <p:cNvSpPr/>
          <p:nvPr/>
        </p:nvSpPr>
        <p:spPr>
          <a:xfrm>
            <a:off x="50292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17 in block 0, group 1"/>
          <p:cNvSpPr/>
          <p:nvPr/>
        </p:nvSpPr>
        <p:spPr>
          <a:xfrm>
            <a:off x="55092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Thread 118 in block 0, group 1"/>
          <p:cNvSpPr/>
          <p:nvPr/>
        </p:nvSpPr>
        <p:spPr>
          <a:xfrm>
            <a:off x="59893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Thread 119 in block 0, group 1"/>
          <p:cNvSpPr/>
          <p:nvPr/>
        </p:nvSpPr>
        <p:spPr>
          <a:xfrm>
            <a:off x="64693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Thread 120 in block 0, group 1"/>
          <p:cNvSpPr/>
          <p:nvPr/>
        </p:nvSpPr>
        <p:spPr>
          <a:xfrm>
            <a:off x="69494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21 in block 0, group 1"/>
          <p:cNvSpPr/>
          <p:nvPr/>
        </p:nvSpPr>
        <p:spPr>
          <a:xfrm>
            <a:off x="74295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122 in block 0, group 1"/>
          <p:cNvSpPr/>
          <p:nvPr/>
        </p:nvSpPr>
        <p:spPr>
          <a:xfrm>
            <a:off x="79095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123 in block 0, group 1"/>
          <p:cNvSpPr/>
          <p:nvPr/>
        </p:nvSpPr>
        <p:spPr>
          <a:xfrm>
            <a:off x="83896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124 in block 0, group 1"/>
          <p:cNvSpPr/>
          <p:nvPr/>
        </p:nvSpPr>
        <p:spPr>
          <a:xfrm>
            <a:off x="88696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Thread 125 in block 0, group 1"/>
          <p:cNvSpPr/>
          <p:nvPr/>
        </p:nvSpPr>
        <p:spPr>
          <a:xfrm>
            <a:off x="93497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Thread 126 in block 0, group 1"/>
          <p:cNvSpPr/>
          <p:nvPr/>
        </p:nvSpPr>
        <p:spPr>
          <a:xfrm>
            <a:off x="98298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Thread 127 in block 0, group 1"/>
          <p:cNvSpPr/>
          <p:nvPr/>
        </p:nvSpPr>
        <p:spPr>
          <a:xfrm>
            <a:off x="103098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Parent block 1: shared synchronization for all 128 threads"/>
          <p:cNvSpPr/>
          <p:nvPr/>
        </p:nvSpPr>
        <p:spPr>
          <a:xfrm>
            <a:off x="1225296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50292">
            <a:solidFill>
              <a:schemeClr val="accent2"/>
            </a:solidFill>
          </a:ln>
        </p:spPr>
      </p:sp>
      <p:sp>
        <p:nvSpPr>
          <p:cNvPr id="148" name="Block 1"/>
          <p:cNvSpPr/>
          <p:nvPr/>
        </p:nvSpPr>
        <p:spPr>
          <a:xfrm>
            <a:off x="12527280" y="14810047"/>
            <a:ext cx="8321040" cy="40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49" name="Virtual group 0 in block 1: two warps, shared parent synchronization"/>
          <p:cNvSpPr/>
          <p:nvPr/>
        </p:nvSpPr>
        <p:spPr>
          <a:xfrm>
            <a:off x="12527280" y="15364229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150" name="Thread 0 in block 1, group 0"/>
          <p:cNvSpPr/>
          <p:nvPr/>
        </p:nvSpPr>
        <p:spPr>
          <a:xfrm>
            <a:off x="128016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Thread 1 in block 1, group 0"/>
          <p:cNvSpPr/>
          <p:nvPr/>
        </p:nvSpPr>
        <p:spPr>
          <a:xfrm>
            <a:off x="132816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Thread 2 in block 1, group 0"/>
          <p:cNvSpPr/>
          <p:nvPr/>
        </p:nvSpPr>
        <p:spPr>
          <a:xfrm>
            <a:off x="137617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Thread 3 in block 1, group 0"/>
          <p:cNvSpPr/>
          <p:nvPr/>
        </p:nvSpPr>
        <p:spPr>
          <a:xfrm>
            <a:off x="142417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4 in block 1, group 0"/>
          <p:cNvSpPr/>
          <p:nvPr/>
        </p:nvSpPr>
        <p:spPr>
          <a:xfrm>
            <a:off x="147218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5 in block 1, group 0"/>
          <p:cNvSpPr/>
          <p:nvPr/>
        </p:nvSpPr>
        <p:spPr>
          <a:xfrm>
            <a:off x="152019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6 in block 1, group 0"/>
          <p:cNvSpPr/>
          <p:nvPr/>
        </p:nvSpPr>
        <p:spPr>
          <a:xfrm>
            <a:off x="156819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7 in block 1, group 0"/>
          <p:cNvSpPr/>
          <p:nvPr/>
        </p:nvSpPr>
        <p:spPr>
          <a:xfrm>
            <a:off x="161620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8 in block 1, group 0"/>
          <p:cNvSpPr/>
          <p:nvPr/>
        </p:nvSpPr>
        <p:spPr>
          <a:xfrm>
            <a:off x="166420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9 in block 1, group 0"/>
          <p:cNvSpPr/>
          <p:nvPr/>
        </p:nvSpPr>
        <p:spPr>
          <a:xfrm>
            <a:off x="171221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10 in block 1, group 0"/>
          <p:cNvSpPr/>
          <p:nvPr/>
        </p:nvSpPr>
        <p:spPr>
          <a:xfrm>
            <a:off x="176022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11 in block 1, group 0"/>
          <p:cNvSpPr/>
          <p:nvPr/>
        </p:nvSpPr>
        <p:spPr>
          <a:xfrm>
            <a:off x="180822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12 in block 1, group 0"/>
          <p:cNvSpPr/>
          <p:nvPr/>
        </p:nvSpPr>
        <p:spPr>
          <a:xfrm>
            <a:off x="185623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13 in block 1, group 0"/>
          <p:cNvSpPr/>
          <p:nvPr/>
        </p:nvSpPr>
        <p:spPr>
          <a:xfrm>
            <a:off x="190423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4 in block 1, group 0"/>
          <p:cNvSpPr/>
          <p:nvPr/>
        </p:nvSpPr>
        <p:spPr>
          <a:xfrm>
            <a:off x="195224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5 in block 1, group 0"/>
          <p:cNvSpPr/>
          <p:nvPr/>
        </p:nvSpPr>
        <p:spPr>
          <a:xfrm>
            <a:off x="200025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6 in block 1, group 0"/>
          <p:cNvSpPr/>
          <p:nvPr/>
        </p:nvSpPr>
        <p:spPr>
          <a:xfrm>
            <a:off x="128016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7 in block 1, group 0"/>
          <p:cNvSpPr/>
          <p:nvPr/>
        </p:nvSpPr>
        <p:spPr>
          <a:xfrm>
            <a:off x="132816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8 in block 1, group 0"/>
          <p:cNvSpPr/>
          <p:nvPr/>
        </p:nvSpPr>
        <p:spPr>
          <a:xfrm>
            <a:off x="137617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9 in block 1, group 0"/>
          <p:cNvSpPr/>
          <p:nvPr/>
        </p:nvSpPr>
        <p:spPr>
          <a:xfrm>
            <a:off x="142417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20 in block 1, group 0"/>
          <p:cNvSpPr/>
          <p:nvPr/>
        </p:nvSpPr>
        <p:spPr>
          <a:xfrm>
            <a:off x="147218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21 in block 1, group 0"/>
          <p:cNvSpPr/>
          <p:nvPr/>
        </p:nvSpPr>
        <p:spPr>
          <a:xfrm>
            <a:off x="152019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22 in block 1, group 0"/>
          <p:cNvSpPr/>
          <p:nvPr/>
        </p:nvSpPr>
        <p:spPr>
          <a:xfrm>
            <a:off x="156819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23 in block 1, group 0"/>
          <p:cNvSpPr/>
          <p:nvPr/>
        </p:nvSpPr>
        <p:spPr>
          <a:xfrm>
            <a:off x="161620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4 in block 1, group 0"/>
          <p:cNvSpPr/>
          <p:nvPr/>
        </p:nvSpPr>
        <p:spPr>
          <a:xfrm>
            <a:off x="166420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5 in block 1, group 0"/>
          <p:cNvSpPr/>
          <p:nvPr/>
        </p:nvSpPr>
        <p:spPr>
          <a:xfrm>
            <a:off x="171221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6 in block 1, group 0"/>
          <p:cNvSpPr/>
          <p:nvPr/>
        </p:nvSpPr>
        <p:spPr>
          <a:xfrm>
            <a:off x="176022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7 in block 1, group 0"/>
          <p:cNvSpPr/>
          <p:nvPr/>
        </p:nvSpPr>
        <p:spPr>
          <a:xfrm>
            <a:off x="180822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8 in block 1, group 0"/>
          <p:cNvSpPr/>
          <p:nvPr/>
        </p:nvSpPr>
        <p:spPr>
          <a:xfrm>
            <a:off x="185623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9 in block 1, group 0"/>
          <p:cNvSpPr/>
          <p:nvPr/>
        </p:nvSpPr>
        <p:spPr>
          <a:xfrm>
            <a:off x="190423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30 in block 1, group 0"/>
          <p:cNvSpPr/>
          <p:nvPr/>
        </p:nvSpPr>
        <p:spPr>
          <a:xfrm>
            <a:off x="195224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31 in block 1, group 0"/>
          <p:cNvSpPr/>
          <p:nvPr/>
        </p:nvSpPr>
        <p:spPr>
          <a:xfrm>
            <a:off x="200025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32 in block 1, group 0"/>
          <p:cNvSpPr/>
          <p:nvPr/>
        </p:nvSpPr>
        <p:spPr>
          <a:xfrm>
            <a:off x="128016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33 in block 1, group 0"/>
          <p:cNvSpPr/>
          <p:nvPr/>
        </p:nvSpPr>
        <p:spPr>
          <a:xfrm>
            <a:off x="132816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4 in block 1, group 0"/>
          <p:cNvSpPr/>
          <p:nvPr/>
        </p:nvSpPr>
        <p:spPr>
          <a:xfrm>
            <a:off x="137617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Thread 35 in block 1, group 0"/>
          <p:cNvSpPr/>
          <p:nvPr/>
        </p:nvSpPr>
        <p:spPr>
          <a:xfrm>
            <a:off x="142417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Thread 36 in block 1, group 0"/>
          <p:cNvSpPr/>
          <p:nvPr/>
        </p:nvSpPr>
        <p:spPr>
          <a:xfrm>
            <a:off x="147218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7" name="Thread 37 in block 1, group 0"/>
          <p:cNvSpPr/>
          <p:nvPr/>
        </p:nvSpPr>
        <p:spPr>
          <a:xfrm>
            <a:off x="152019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Thread 38 in block 1, group 0"/>
          <p:cNvSpPr/>
          <p:nvPr/>
        </p:nvSpPr>
        <p:spPr>
          <a:xfrm>
            <a:off x="156819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Thread 39 in block 1, group 0"/>
          <p:cNvSpPr/>
          <p:nvPr/>
        </p:nvSpPr>
        <p:spPr>
          <a:xfrm>
            <a:off x="161620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Thread 40 in block 1, group 0"/>
          <p:cNvSpPr/>
          <p:nvPr/>
        </p:nvSpPr>
        <p:spPr>
          <a:xfrm>
            <a:off x="166420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1" name="Thread 41 in block 1, group 0"/>
          <p:cNvSpPr/>
          <p:nvPr/>
        </p:nvSpPr>
        <p:spPr>
          <a:xfrm>
            <a:off x="171221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Thread 42 in block 1, group 0"/>
          <p:cNvSpPr/>
          <p:nvPr/>
        </p:nvSpPr>
        <p:spPr>
          <a:xfrm>
            <a:off x="176022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3" name="Thread 43 in block 1, group 0"/>
          <p:cNvSpPr/>
          <p:nvPr/>
        </p:nvSpPr>
        <p:spPr>
          <a:xfrm>
            <a:off x="180822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Thread 44 in block 1, group 0"/>
          <p:cNvSpPr/>
          <p:nvPr/>
        </p:nvSpPr>
        <p:spPr>
          <a:xfrm>
            <a:off x="185623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Thread 45 in block 1, group 0"/>
          <p:cNvSpPr/>
          <p:nvPr/>
        </p:nvSpPr>
        <p:spPr>
          <a:xfrm>
            <a:off x="190423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Thread 46 in block 1, group 0"/>
          <p:cNvSpPr/>
          <p:nvPr/>
        </p:nvSpPr>
        <p:spPr>
          <a:xfrm>
            <a:off x="195224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47 in block 1, group 0"/>
          <p:cNvSpPr/>
          <p:nvPr/>
        </p:nvSpPr>
        <p:spPr>
          <a:xfrm>
            <a:off x="200025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Thread 48 in block 1, group 0"/>
          <p:cNvSpPr/>
          <p:nvPr/>
        </p:nvSpPr>
        <p:spPr>
          <a:xfrm>
            <a:off x="128016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9" name="Thread 49 in block 1, group 0"/>
          <p:cNvSpPr/>
          <p:nvPr/>
        </p:nvSpPr>
        <p:spPr>
          <a:xfrm>
            <a:off x="132816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0" name="Thread 50 in block 1, group 0"/>
          <p:cNvSpPr/>
          <p:nvPr/>
        </p:nvSpPr>
        <p:spPr>
          <a:xfrm>
            <a:off x="137617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Thread 51 in block 1, group 0"/>
          <p:cNvSpPr/>
          <p:nvPr/>
        </p:nvSpPr>
        <p:spPr>
          <a:xfrm>
            <a:off x="142417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2" name="Thread 52 in block 1, group 0"/>
          <p:cNvSpPr/>
          <p:nvPr/>
        </p:nvSpPr>
        <p:spPr>
          <a:xfrm>
            <a:off x="147218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3" name="Thread 53 in block 1, group 0"/>
          <p:cNvSpPr/>
          <p:nvPr/>
        </p:nvSpPr>
        <p:spPr>
          <a:xfrm>
            <a:off x="152019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54 in block 1, group 0"/>
          <p:cNvSpPr/>
          <p:nvPr/>
        </p:nvSpPr>
        <p:spPr>
          <a:xfrm>
            <a:off x="156819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55 in block 1, group 0"/>
          <p:cNvSpPr/>
          <p:nvPr/>
        </p:nvSpPr>
        <p:spPr>
          <a:xfrm>
            <a:off x="161620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56 in block 1, group 0"/>
          <p:cNvSpPr/>
          <p:nvPr/>
        </p:nvSpPr>
        <p:spPr>
          <a:xfrm>
            <a:off x="166420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57 in block 1, group 0"/>
          <p:cNvSpPr/>
          <p:nvPr/>
        </p:nvSpPr>
        <p:spPr>
          <a:xfrm>
            <a:off x="171221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58 in block 1, group 0"/>
          <p:cNvSpPr/>
          <p:nvPr/>
        </p:nvSpPr>
        <p:spPr>
          <a:xfrm>
            <a:off x="176022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59 in block 1, group 0"/>
          <p:cNvSpPr/>
          <p:nvPr/>
        </p:nvSpPr>
        <p:spPr>
          <a:xfrm>
            <a:off x="180822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60 in block 1, group 0"/>
          <p:cNvSpPr/>
          <p:nvPr/>
        </p:nvSpPr>
        <p:spPr>
          <a:xfrm>
            <a:off x="185623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61 in block 1, group 0"/>
          <p:cNvSpPr/>
          <p:nvPr/>
        </p:nvSpPr>
        <p:spPr>
          <a:xfrm>
            <a:off x="190423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62 in block 1, group 0"/>
          <p:cNvSpPr/>
          <p:nvPr/>
        </p:nvSpPr>
        <p:spPr>
          <a:xfrm>
            <a:off x="195224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63 in block 1, group 0"/>
          <p:cNvSpPr/>
          <p:nvPr/>
        </p:nvSpPr>
        <p:spPr>
          <a:xfrm>
            <a:off x="200025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Virtual group 1 in block 1: two warps, shared parent synchronization"/>
          <p:cNvSpPr/>
          <p:nvPr/>
        </p:nvSpPr>
        <p:spPr>
          <a:xfrm>
            <a:off x="12527280" y="16509538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215" name="Thread 64 in block 1, group 1"/>
          <p:cNvSpPr/>
          <p:nvPr/>
        </p:nvSpPr>
        <p:spPr>
          <a:xfrm>
            <a:off x="128016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65 in block 1, group 1"/>
          <p:cNvSpPr/>
          <p:nvPr/>
        </p:nvSpPr>
        <p:spPr>
          <a:xfrm>
            <a:off x="132816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66 in block 1, group 1"/>
          <p:cNvSpPr/>
          <p:nvPr/>
        </p:nvSpPr>
        <p:spPr>
          <a:xfrm>
            <a:off x="137617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Thread 67 in block 1, group 1"/>
          <p:cNvSpPr/>
          <p:nvPr/>
        </p:nvSpPr>
        <p:spPr>
          <a:xfrm>
            <a:off x="142417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9" name="Thread 68 in block 1, group 1"/>
          <p:cNvSpPr/>
          <p:nvPr/>
        </p:nvSpPr>
        <p:spPr>
          <a:xfrm>
            <a:off x="147218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69 in block 1, group 1"/>
          <p:cNvSpPr/>
          <p:nvPr/>
        </p:nvSpPr>
        <p:spPr>
          <a:xfrm>
            <a:off x="152019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70 in block 1, group 1"/>
          <p:cNvSpPr/>
          <p:nvPr/>
        </p:nvSpPr>
        <p:spPr>
          <a:xfrm>
            <a:off x="156819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71 in block 1, group 1"/>
          <p:cNvSpPr/>
          <p:nvPr/>
        </p:nvSpPr>
        <p:spPr>
          <a:xfrm>
            <a:off x="161620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72 in block 1, group 1"/>
          <p:cNvSpPr/>
          <p:nvPr/>
        </p:nvSpPr>
        <p:spPr>
          <a:xfrm>
            <a:off x="166420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73 in block 1, group 1"/>
          <p:cNvSpPr/>
          <p:nvPr/>
        </p:nvSpPr>
        <p:spPr>
          <a:xfrm>
            <a:off x="171221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74 in block 1, group 1"/>
          <p:cNvSpPr/>
          <p:nvPr/>
        </p:nvSpPr>
        <p:spPr>
          <a:xfrm>
            <a:off x="176022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75 in block 1, group 1"/>
          <p:cNvSpPr/>
          <p:nvPr/>
        </p:nvSpPr>
        <p:spPr>
          <a:xfrm>
            <a:off x="180822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6 in block 1, group 1"/>
          <p:cNvSpPr/>
          <p:nvPr/>
        </p:nvSpPr>
        <p:spPr>
          <a:xfrm>
            <a:off x="185623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7 in block 1, group 1"/>
          <p:cNvSpPr/>
          <p:nvPr/>
        </p:nvSpPr>
        <p:spPr>
          <a:xfrm>
            <a:off x="190423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8 in block 1, group 1"/>
          <p:cNvSpPr/>
          <p:nvPr/>
        </p:nvSpPr>
        <p:spPr>
          <a:xfrm>
            <a:off x="195224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9 in block 1, group 1"/>
          <p:cNvSpPr/>
          <p:nvPr/>
        </p:nvSpPr>
        <p:spPr>
          <a:xfrm>
            <a:off x="200025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80 in block 1, group 1"/>
          <p:cNvSpPr/>
          <p:nvPr/>
        </p:nvSpPr>
        <p:spPr>
          <a:xfrm>
            <a:off x="128016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81 in block 1, group 1"/>
          <p:cNvSpPr/>
          <p:nvPr/>
        </p:nvSpPr>
        <p:spPr>
          <a:xfrm>
            <a:off x="132816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3" name="Thread 82 in block 1, group 1"/>
          <p:cNvSpPr/>
          <p:nvPr/>
        </p:nvSpPr>
        <p:spPr>
          <a:xfrm>
            <a:off x="137617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83 in block 1, group 1"/>
          <p:cNvSpPr/>
          <p:nvPr/>
        </p:nvSpPr>
        <p:spPr>
          <a:xfrm>
            <a:off x="142417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84 in block 1, group 1"/>
          <p:cNvSpPr/>
          <p:nvPr/>
        </p:nvSpPr>
        <p:spPr>
          <a:xfrm>
            <a:off x="147218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85 in block 1, group 1"/>
          <p:cNvSpPr/>
          <p:nvPr/>
        </p:nvSpPr>
        <p:spPr>
          <a:xfrm>
            <a:off x="152019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86 in block 1, group 1"/>
          <p:cNvSpPr/>
          <p:nvPr/>
        </p:nvSpPr>
        <p:spPr>
          <a:xfrm>
            <a:off x="156819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87 in block 1, group 1"/>
          <p:cNvSpPr/>
          <p:nvPr/>
        </p:nvSpPr>
        <p:spPr>
          <a:xfrm>
            <a:off x="161620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8 in block 1, group 1"/>
          <p:cNvSpPr/>
          <p:nvPr/>
        </p:nvSpPr>
        <p:spPr>
          <a:xfrm>
            <a:off x="166420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9 in block 1, group 1"/>
          <p:cNvSpPr/>
          <p:nvPr/>
        </p:nvSpPr>
        <p:spPr>
          <a:xfrm>
            <a:off x="171221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90 in block 1, group 1"/>
          <p:cNvSpPr/>
          <p:nvPr/>
        </p:nvSpPr>
        <p:spPr>
          <a:xfrm>
            <a:off x="176022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91 in block 1, group 1"/>
          <p:cNvSpPr/>
          <p:nvPr/>
        </p:nvSpPr>
        <p:spPr>
          <a:xfrm>
            <a:off x="180822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92 in block 1, group 1"/>
          <p:cNvSpPr/>
          <p:nvPr/>
        </p:nvSpPr>
        <p:spPr>
          <a:xfrm>
            <a:off x="185623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93 in block 1, group 1"/>
          <p:cNvSpPr/>
          <p:nvPr/>
        </p:nvSpPr>
        <p:spPr>
          <a:xfrm>
            <a:off x="190423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94 in block 1, group 1"/>
          <p:cNvSpPr/>
          <p:nvPr/>
        </p:nvSpPr>
        <p:spPr>
          <a:xfrm>
            <a:off x="195224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95 in block 1, group 1"/>
          <p:cNvSpPr/>
          <p:nvPr/>
        </p:nvSpPr>
        <p:spPr>
          <a:xfrm>
            <a:off x="200025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96 in block 1, group 1"/>
          <p:cNvSpPr/>
          <p:nvPr/>
        </p:nvSpPr>
        <p:spPr>
          <a:xfrm>
            <a:off x="128016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97 in block 1, group 1"/>
          <p:cNvSpPr/>
          <p:nvPr/>
        </p:nvSpPr>
        <p:spPr>
          <a:xfrm>
            <a:off x="132816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8 in block 1, group 1"/>
          <p:cNvSpPr/>
          <p:nvPr/>
        </p:nvSpPr>
        <p:spPr>
          <a:xfrm>
            <a:off x="137617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9 in block 1, group 1"/>
          <p:cNvSpPr/>
          <p:nvPr/>
        </p:nvSpPr>
        <p:spPr>
          <a:xfrm>
            <a:off x="142417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100 in block 1, group 1"/>
          <p:cNvSpPr/>
          <p:nvPr/>
        </p:nvSpPr>
        <p:spPr>
          <a:xfrm>
            <a:off x="147218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101 in block 1, group 1"/>
          <p:cNvSpPr/>
          <p:nvPr/>
        </p:nvSpPr>
        <p:spPr>
          <a:xfrm>
            <a:off x="152019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Thread 102 in block 1, group 1"/>
          <p:cNvSpPr/>
          <p:nvPr/>
        </p:nvSpPr>
        <p:spPr>
          <a:xfrm>
            <a:off x="156819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4" name="Thread 103 in block 1, group 1"/>
          <p:cNvSpPr/>
          <p:nvPr/>
        </p:nvSpPr>
        <p:spPr>
          <a:xfrm>
            <a:off x="161620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Thread 104 in block 1, group 1"/>
          <p:cNvSpPr/>
          <p:nvPr/>
        </p:nvSpPr>
        <p:spPr>
          <a:xfrm>
            <a:off x="166420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6" name="Thread 105 in block 1, group 1"/>
          <p:cNvSpPr/>
          <p:nvPr/>
        </p:nvSpPr>
        <p:spPr>
          <a:xfrm>
            <a:off x="171221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7" name="Thread 106 in block 1, group 1"/>
          <p:cNvSpPr/>
          <p:nvPr/>
        </p:nvSpPr>
        <p:spPr>
          <a:xfrm>
            <a:off x="176022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8" name="Thread 107 in block 1, group 1"/>
          <p:cNvSpPr/>
          <p:nvPr/>
        </p:nvSpPr>
        <p:spPr>
          <a:xfrm>
            <a:off x="180822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9" name="Thread 108 in block 1, group 1"/>
          <p:cNvSpPr/>
          <p:nvPr/>
        </p:nvSpPr>
        <p:spPr>
          <a:xfrm>
            <a:off x="185623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0" name="Thread 109 in block 1, group 1"/>
          <p:cNvSpPr/>
          <p:nvPr/>
        </p:nvSpPr>
        <p:spPr>
          <a:xfrm>
            <a:off x="190423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10 in block 1, group 1"/>
          <p:cNvSpPr/>
          <p:nvPr/>
        </p:nvSpPr>
        <p:spPr>
          <a:xfrm>
            <a:off x="195224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2" name="Thread 111 in block 1, group 1"/>
          <p:cNvSpPr/>
          <p:nvPr/>
        </p:nvSpPr>
        <p:spPr>
          <a:xfrm>
            <a:off x="200025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3" name="Thread 112 in block 1, group 1"/>
          <p:cNvSpPr/>
          <p:nvPr/>
        </p:nvSpPr>
        <p:spPr>
          <a:xfrm>
            <a:off x="128016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4" name="Thread 113 in block 1, group 1"/>
          <p:cNvSpPr/>
          <p:nvPr/>
        </p:nvSpPr>
        <p:spPr>
          <a:xfrm>
            <a:off x="132816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5" name="Thread 114 in block 1, group 1"/>
          <p:cNvSpPr/>
          <p:nvPr/>
        </p:nvSpPr>
        <p:spPr>
          <a:xfrm>
            <a:off x="137617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6" name="Thread 115 in block 1, group 1"/>
          <p:cNvSpPr/>
          <p:nvPr/>
        </p:nvSpPr>
        <p:spPr>
          <a:xfrm>
            <a:off x="142417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7" name="Thread 116 in block 1, group 1"/>
          <p:cNvSpPr/>
          <p:nvPr/>
        </p:nvSpPr>
        <p:spPr>
          <a:xfrm>
            <a:off x="147218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8" name="Thread 117 in block 1, group 1"/>
          <p:cNvSpPr/>
          <p:nvPr/>
        </p:nvSpPr>
        <p:spPr>
          <a:xfrm>
            <a:off x="152019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9" name="Thread 118 in block 1, group 1"/>
          <p:cNvSpPr/>
          <p:nvPr/>
        </p:nvSpPr>
        <p:spPr>
          <a:xfrm>
            <a:off x="156819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0" name="Thread 119 in block 1, group 1"/>
          <p:cNvSpPr/>
          <p:nvPr/>
        </p:nvSpPr>
        <p:spPr>
          <a:xfrm>
            <a:off x="161620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1" name="Thread 120 in block 1, group 1"/>
          <p:cNvSpPr/>
          <p:nvPr/>
        </p:nvSpPr>
        <p:spPr>
          <a:xfrm>
            <a:off x="166420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2" name="Thread 121 in block 1, group 1"/>
          <p:cNvSpPr/>
          <p:nvPr/>
        </p:nvSpPr>
        <p:spPr>
          <a:xfrm>
            <a:off x="171221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3" name="Thread 122 in block 1, group 1"/>
          <p:cNvSpPr/>
          <p:nvPr/>
        </p:nvSpPr>
        <p:spPr>
          <a:xfrm>
            <a:off x="176022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4" name="Thread 123 in block 1, group 1"/>
          <p:cNvSpPr/>
          <p:nvPr/>
        </p:nvSpPr>
        <p:spPr>
          <a:xfrm>
            <a:off x="180822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24 in block 1, group 1"/>
          <p:cNvSpPr/>
          <p:nvPr/>
        </p:nvSpPr>
        <p:spPr>
          <a:xfrm>
            <a:off x="185623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125 in block 1, group 1"/>
          <p:cNvSpPr/>
          <p:nvPr/>
        </p:nvSpPr>
        <p:spPr>
          <a:xfrm>
            <a:off x="190423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126 in block 1, group 1"/>
          <p:cNvSpPr/>
          <p:nvPr/>
        </p:nvSpPr>
        <p:spPr>
          <a:xfrm>
            <a:off x="195224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127 in block 1, group 1"/>
          <p:cNvSpPr/>
          <p:nvPr/>
        </p:nvSpPr>
        <p:spPr>
          <a:xfrm>
            <a:off x="200025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Parent block 2: shared synchronization for all 128 threads"/>
          <p:cNvSpPr/>
          <p:nvPr/>
        </p:nvSpPr>
        <p:spPr>
          <a:xfrm>
            <a:off x="2194560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50292">
            <a:solidFill>
              <a:schemeClr val="accent2"/>
            </a:solidFill>
          </a:ln>
        </p:spPr>
      </p:sp>
      <p:sp>
        <p:nvSpPr>
          <p:cNvPr id="280" name="Block 2"/>
          <p:cNvSpPr/>
          <p:nvPr/>
        </p:nvSpPr>
        <p:spPr>
          <a:xfrm>
            <a:off x="22219920" y="14810047"/>
            <a:ext cx="8321040" cy="40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2</a:t>
            </a:r>
          </a:p>
        </p:txBody>
      </p:sp>
      <p:sp>
        <p:nvSpPr>
          <p:cNvPr id="281" name="Virtual group 0 in block 2: two warps, shared parent synchronization"/>
          <p:cNvSpPr/>
          <p:nvPr/>
        </p:nvSpPr>
        <p:spPr>
          <a:xfrm>
            <a:off x="22219920" y="15364229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282" name="Thread 0 in block 2, group 0"/>
          <p:cNvSpPr/>
          <p:nvPr/>
        </p:nvSpPr>
        <p:spPr>
          <a:xfrm>
            <a:off x="224942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1 in block 2, group 0"/>
          <p:cNvSpPr/>
          <p:nvPr/>
        </p:nvSpPr>
        <p:spPr>
          <a:xfrm>
            <a:off x="229743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2 in block 2, group 0"/>
          <p:cNvSpPr/>
          <p:nvPr/>
        </p:nvSpPr>
        <p:spPr>
          <a:xfrm>
            <a:off x="234543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3 in block 2, group 0"/>
          <p:cNvSpPr/>
          <p:nvPr/>
        </p:nvSpPr>
        <p:spPr>
          <a:xfrm>
            <a:off x="239344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4 in block 2, group 0"/>
          <p:cNvSpPr/>
          <p:nvPr/>
        </p:nvSpPr>
        <p:spPr>
          <a:xfrm>
            <a:off x="244144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7" name="Thread 5 in block 2, group 0"/>
          <p:cNvSpPr/>
          <p:nvPr/>
        </p:nvSpPr>
        <p:spPr>
          <a:xfrm>
            <a:off x="248945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8" name="Thread 6 in block 2, group 0"/>
          <p:cNvSpPr/>
          <p:nvPr/>
        </p:nvSpPr>
        <p:spPr>
          <a:xfrm>
            <a:off x="253746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9" name="Thread 7 in block 2, group 0"/>
          <p:cNvSpPr/>
          <p:nvPr/>
        </p:nvSpPr>
        <p:spPr>
          <a:xfrm>
            <a:off x="258546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0" name="Thread 8 in block 2, group 0"/>
          <p:cNvSpPr/>
          <p:nvPr/>
        </p:nvSpPr>
        <p:spPr>
          <a:xfrm>
            <a:off x="263347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1" name="Thread 9 in block 2, group 0"/>
          <p:cNvSpPr/>
          <p:nvPr/>
        </p:nvSpPr>
        <p:spPr>
          <a:xfrm>
            <a:off x="268147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10 in block 2, group 0"/>
          <p:cNvSpPr/>
          <p:nvPr/>
        </p:nvSpPr>
        <p:spPr>
          <a:xfrm>
            <a:off x="272948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3" name="Thread 11 in block 2, group 0"/>
          <p:cNvSpPr/>
          <p:nvPr/>
        </p:nvSpPr>
        <p:spPr>
          <a:xfrm>
            <a:off x="277749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4" name="Thread 12 in block 2, group 0"/>
          <p:cNvSpPr/>
          <p:nvPr/>
        </p:nvSpPr>
        <p:spPr>
          <a:xfrm>
            <a:off x="282549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13 in block 2, group 0"/>
          <p:cNvSpPr/>
          <p:nvPr/>
        </p:nvSpPr>
        <p:spPr>
          <a:xfrm>
            <a:off x="287350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6" name="Thread 14 in block 2, group 0"/>
          <p:cNvSpPr/>
          <p:nvPr/>
        </p:nvSpPr>
        <p:spPr>
          <a:xfrm>
            <a:off x="292150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7" name="Thread 15 in block 2, group 0"/>
          <p:cNvSpPr/>
          <p:nvPr/>
        </p:nvSpPr>
        <p:spPr>
          <a:xfrm>
            <a:off x="296951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8" name="Thread 16 in block 2, group 0"/>
          <p:cNvSpPr/>
          <p:nvPr/>
        </p:nvSpPr>
        <p:spPr>
          <a:xfrm>
            <a:off x="224942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9" name="Thread 17 in block 2, group 0"/>
          <p:cNvSpPr/>
          <p:nvPr/>
        </p:nvSpPr>
        <p:spPr>
          <a:xfrm>
            <a:off x="229743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0" name="Thread 18 in block 2, group 0"/>
          <p:cNvSpPr/>
          <p:nvPr/>
        </p:nvSpPr>
        <p:spPr>
          <a:xfrm>
            <a:off x="234543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1" name="Thread 19 in block 2, group 0"/>
          <p:cNvSpPr/>
          <p:nvPr/>
        </p:nvSpPr>
        <p:spPr>
          <a:xfrm>
            <a:off x="239344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2" name="Thread 20 in block 2, group 0"/>
          <p:cNvSpPr/>
          <p:nvPr/>
        </p:nvSpPr>
        <p:spPr>
          <a:xfrm>
            <a:off x="244144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1 in block 2, group 0"/>
          <p:cNvSpPr/>
          <p:nvPr/>
        </p:nvSpPr>
        <p:spPr>
          <a:xfrm>
            <a:off x="248945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4" name="Thread 22 in block 2, group 0"/>
          <p:cNvSpPr/>
          <p:nvPr/>
        </p:nvSpPr>
        <p:spPr>
          <a:xfrm>
            <a:off x="253746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5" name="Thread 23 in block 2, group 0"/>
          <p:cNvSpPr/>
          <p:nvPr/>
        </p:nvSpPr>
        <p:spPr>
          <a:xfrm>
            <a:off x="258546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6" name="Thread 24 in block 2, group 0"/>
          <p:cNvSpPr/>
          <p:nvPr/>
        </p:nvSpPr>
        <p:spPr>
          <a:xfrm>
            <a:off x="263347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7" name="Thread 25 in block 2, group 0"/>
          <p:cNvSpPr/>
          <p:nvPr/>
        </p:nvSpPr>
        <p:spPr>
          <a:xfrm>
            <a:off x="268147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8" name="Thread 26 in block 2, group 0"/>
          <p:cNvSpPr/>
          <p:nvPr/>
        </p:nvSpPr>
        <p:spPr>
          <a:xfrm>
            <a:off x="272948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9" name="Thread 27 in block 2, group 0"/>
          <p:cNvSpPr/>
          <p:nvPr/>
        </p:nvSpPr>
        <p:spPr>
          <a:xfrm>
            <a:off x="277749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0" name="Thread 28 in block 2, group 0"/>
          <p:cNvSpPr/>
          <p:nvPr/>
        </p:nvSpPr>
        <p:spPr>
          <a:xfrm>
            <a:off x="282549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1" name="Thread 29 in block 2, group 0"/>
          <p:cNvSpPr/>
          <p:nvPr/>
        </p:nvSpPr>
        <p:spPr>
          <a:xfrm>
            <a:off x="287350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2" name="Thread 30 in block 2, group 0"/>
          <p:cNvSpPr/>
          <p:nvPr/>
        </p:nvSpPr>
        <p:spPr>
          <a:xfrm>
            <a:off x="292150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3" name="Thread 31 in block 2, group 0"/>
          <p:cNvSpPr/>
          <p:nvPr/>
        </p:nvSpPr>
        <p:spPr>
          <a:xfrm>
            <a:off x="296951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4" name="Thread 32 in block 2, group 0"/>
          <p:cNvSpPr/>
          <p:nvPr/>
        </p:nvSpPr>
        <p:spPr>
          <a:xfrm>
            <a:off x="224942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5" name="Thread 33 in block 2, group 0"/>
          <p:cNvSpPr/>
          <p:nvPr/>
        </p:nvSpPr>
        <p:spPr>
          <a:xfrm>
            <a:off x="229743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6" name="Thread 34 in block 2, group 0"/>
          <p:cNvSpPr/>
          <p:nvPr/>
        </p:nvSpPr>
        <p:spPr>
          <a:xfrm>
            <a:off x="234543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7" name="Thread 35 in block 2, group 0"/>
          <p:cNvSpPr/>
          <p:nvPr/>
        </p:nvSpPr>
        <p:spPr>
          <a:xfrm>
            <a:off x="239344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8" name="Thread 36 in block 2, group 0"/>
          <p:cNvSpPr/>
          <p:nvPr/>
        </p:nvSpPr>
        <p:spPr>
          <a:xfrm>
            <a:off x="244144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9" name="Thread 37 in block 2, group 0"/>
          <p:cNvSpPr/>
          <p:nvPr/>
        </p:nvSpPr>
        <p:spPr>
          <a:xfrm>
            <a:off x="248945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0" name="Thread 38 in block 2, group 0"/>
          <p:cNvSpPr/>
          <p:nvPr/>
        </p:nvSpPr>
        <p:spPr>
          <a:xfrm>
            <a:off x="253746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1" name="Thread 39 in block 2, group 0"/>
          <p:cNvSpPr/>
          <p:nvPr/>
        </p:nvSpPr>
        <p:spPr>
          <a:xfrm>
            <a:off x="258546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2" name="Thread 40 in block 2, group 0"/>
          <p:cNvSpPr/>
          <p:nvPr/>
        </p:nvSpPr>
        <p:spPr>
          <a:xfrm>
            <a:off x="263347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3" name="Thread 41 in block 2, group 0"/>
          <p:cNvSpPr/>
          <p:nvPr/>
        </p:nvSpPr>
        <p:spPr>
          <a:xfrm>
            <a:off x="268147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4" name="Thread 42 in block 2, group 0"/>
          <p:cNvSpPr/>
          <p:nvPr/>
        </p:nvSpPr>
        <p:spPr>
          <a:xfrm>
            <a:off x="272948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5" name="Thread 43 in block 2, group 0"/>
          <p:cNvSpPr/>
          <p:nvPr/>
        </p:nvSpPr>
        <p:spPr>
          <a:xfrm>
            <a:off x="277749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6" name="Thread 44 in block 2, group 0"/>
          <p:cNvSpPr/>
          <p:nvPr/>
        </p:nvSpPr>
        <p:spPr>
          <a:xfrm>
            <a:off x="282549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7" name="Thread 45 in block 2, group 0"/>
          <p:cNvSpPr/>
          <p:nvPr/>
        </p:nvSpPr>
        <p:spPr>
          <a:xfrm>
            <a:off x="287350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8" name="Thread 46 in block 2, group 0"/>
          <p:cNvSpPr/>
          <p:nvPr/>
        </p:nvSpPr>
        <p:spPr>
          <a:xfrm>
            <a:off x="292150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9" name="Thread 47 in block 2, group 0"/>
          <p:cNvSpPr/>
          <p:nvPr/>
        </p:nvSpPr>
        <p:spPr>
          <a:xfrm>
            <a:off x="296951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0" name="Thread 48 in block 2, group 0"/>
          <p:cNvSpPr/>
          <p:nvPr/>
        </p:nvSpPr>
        <p:spPr>
          <a:xfrm>
            <a:off x="224942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1" name="Thread 49 in block 2, group 0"/>
          <p:cNvSpPr/>
          <p:nvPr/>
        </p:nvSpPr>
        <p:spPr>
          <a:xfrm>
            <a:off x="229743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2" name="Thread 50 in block 2, group 0"/>
          <p:cNvSpPr/>
          <p:nvPr/>
        </p:nvSpPr>
        <p:spPr>
          <a:xfrm>
            <a:off x="234543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3" name="Thread 51 in block 2, group 0"/>
          <p:cNvSpPr/>
          <p:nvPr/>
        </p:nvSpPr>
        <p:spPr>
          <a:xfrm>
            <a:off x="239344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4" name="Thread 52 in block 2, group 0"/>
          <p:cNvSpPr/>
          <p:nvPr/>
        </p:nvSpPr>
        <p:spPr>
          <a:xfrm>
            <a:off x="244144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5" name="Thread 53 in block 2, group 0"/>
          <p:cNvSpPr/>
          <p:nvPr/>
        </p:nvSpPr>
        <p:spPr>
          <a:xfrm>
            <a:off x="248945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6" name="Thread 54 in block 2, group 0"/>
          <p:cNvSpPr/>
          <p:nvPr/>
        </p:nvSpPr>
        <p:spPr>
          <a:xfrm>
            <a:off x="253746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7" name="Thread 55 in block 2, group 0"/>
          <p:cNvSpPr/>
          <p:nvPr/>
        </p:nvSpPr>
        <p:spPr>
          <a:xfrm>
            <a:off x="258546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8" name="Thread 56 in block 2, group 0"/>
          <p:cNvSpPr/>
          <p:nvPr/>
        </p:nvSpPr>
        <p:spPr>
          <a:xfrm>
            <a:off x="263347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9" name="Thread 57 in block 2, group 0"/>
          <p:cNvSpPr/>
          <p:nvPr/>
        </p:nvSpPr>
        <p:spPr>
          <a:xfrm>
            <a:off x="268147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0" name="Thread 58 in block 2, group 0"/>
          <p:cNvSpPr/>
          <p:nvPr/>
        </p:nvSpPr>
        <p:spPr>
          <a:xfrm>
            <a:off x="272948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59 in block 2, group 0"/>
          <p:cNvSpPr/>
          <p:nvPr/>
        </p:nvSpPr>
        <p:spPr>
          <a:xfrm>
            <a:off x="277749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2" name="Thread 60 in block 2, group 0"/>
          <p:cNvSpPr/>
          <p:nvPr/>
        </p:nvSpPr>
        <p:spPr>
          <a:xfrm>
            <a:off x="282549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3" name="Thread 61 in block 2, group 0"/>
          <p:cNvSpPr/>
          <p:nvPr/>
        </p:nvSpPr>
        <p:spPr>
          <a:xfrm>
            <a:off x="287350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4" name="Thread 62 in block 2, group 0"/>
          <p:cNvSpPr/>
          <p:nvPr/>
        </p:nvSpPr>
        <p:spPr>
          <a:xfrm>
            <a:off x="292150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5" name="Thread 63 in block 2, group 0"/>
          <p:cNvSpPr/>
          <p:nvPr/>
        </p:nvSpPr>
        <p:spPr>
          <a:xfrm>
            <a:off x="296951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6" name="Virtual group 1 in block 2: two warps, shared parent synchronization"/>
          <p:cNvSpPr/>
          <p:nvPr/>
        </p:nvSpPr>
        <p:spPr>
          <a:xfrm>
            <a:off x="22219920" y="16509538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347" name="Thread 64 in block 2, group 1"/>
          <p:cNvSpPr/>
          <p:nvPr/>
        </p:nvSpPr>
        <p:spPr>
          <a:xfrm>
            <a:off x="224942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8" name="Thread 65 in block 2, group 1"/>
          <p:cNvSpPr/>
          <p:nvPr/>
        </p:nvSpPr>
        <p:spPr>
          <a:xfrm>
            <a:off x="229743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9" name="Thread 66 in block 2, group 1"/>
          <p:cNvSpPr/>
          <p:nvPr/>
        </p:nvSpPr>
        <p:spPr>
          <a:xfrm>
            <a:off x="234543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67 in block 2, group 1"/>
          <p:cNvSpPr/>
          <p:nvPr/>
        </p:nvSpPr>
        <p:spPr>
          <a:xfrm>
            <a:off x="239344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1" name="Thread 68 in block 2, group 1"/>
          <p:cNvSpPr/>
          <p:nvPr/>
        </p:nvSpPr>
        <p:spPr>
          <a:xfrm>
            <a:off x="244144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2" name="Thread 69 in block 2, group 1"/>
          <p:cNvSpPr/>
          <p:nvPr/>
        </p:nvSpPr>
        <p:spPr>
          <a:xfrm>
            <a:off x="248945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3" name="Thread 70 in block 2, group 1"/>
          <p:cNvSpPr/>
          <p:nvPr/>
        </p:nvSpPr>
        <p:spPr>
          <a:xfrm>
            <a:off x="253746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4" name="Thread 71 in block 2, group 1"/>
          <p:cNvSpPr/>
          <p:nvPr/>
        </p:nvSpPr>
        <p:spPr>
          <a:xfrm>
            <a:off x="258546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5" name="Thread 72 in block 2, group 1"/>
          <p:cNvSpPr/>
          <p:nvPr/>
        </p:nvSpPr>
        <p:spPr>
          <a:xfrm>
            <a:off x="263347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73 in block 2, group 1"/>
          <p:cNvSpPr/>
          <p:nvPr/>
        </p:nvSpPr>
        <p:spPr>
          <a:xfrm>
            <a:off x="268147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7" name="Thread 74 in block 2, group 1"/>
          <p:cNvSpPr/>
          <p:nvPr/>
        </p:nvSpPr>
        <p:spPr>
          <a:xfrm>
            <a:off x="272948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8" name="Thread 75 in block 2, group 1"/>
          <p:cNvSpPr/>
          <p:nvPr/>
        </p:nvSpPr>
        <p:spPr>
          <a:xfrm>
            <a:off x="277749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9" name="Thread 76 in block 2, group 1"/>
          <p:cNvSpPr/>
          <p:nvPr/>
        </p:nvSpPr>
        <p:spPr>
          <a:xfrm>
            <a:off x="282549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0" name="Thread 77 in block 2, group 1"/>
          <p:cNvSpPr/>
          <p:nvPr/>
        </p:nvSpPr>
        <p:spPr>
          <a:xfrm>
            <a:off x="287350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1" name="Thread 78 in block 2, group 1"/>
          <p:cNvSpPr/>
          <p:nvPr/>
        </p:nvSpPr>
        <p:spPr>
          <a:xfrm>
            <a:off x="292150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2" name="Thread 79 in block 2, group 1"/>
          <p:cNvSpPr/>
          <p:nvPr/>
        </p:nvSpPr>
        <p:spPr>
          <a:xfrm>
            <a:off x="296951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3" name="Thread 80 in block 2, group 1"/>
          <p:cNvSpPr/>
          <p:nvPr/>
        </p:nvSpPr>
        <p:spPr>
          <a:xfrm>
            <a:off x="224942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4" name="Thread 81 in block 2, group 1"/>
          <p:cNvSpPr/>
          <p:nvPr/>
        </p:nvSpPr>
        <p:spPr>
          <a:xfrm>
            <a:off x="229743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5" name="Thread 82 in block 2, group 1"/>
          <p:cNvSpPr/>
          <p:nvPr/>
        </p:nvSpPr>
        <p:spPr>
          <a:xfrm>
            <a:off x="234543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6" name="Thread 83 in block 2, group 1"/>
          <p:cNvSpPr/>
          <p:nvPr/>
        </p:nvSpPr>
        <p:spPr>
          <a:xfrm>
            <a:off x="239344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7" name="Thread 84 in block 2, group 1"/>
          <p:cNvSpPr/>
          <p:nvPr/>
        </p:nvSpPr>
        <p:spPr>
          <a:xfrm>
            <a:off x="244144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85 in block 2, group 1"/>
          <p:cNvSpPr/>
          <p:nvPr/>
        </p:nvSpPr>
        <p:spPr>
          <a:xfrm>
            <a:off x="248945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9" name="Thread 86 in block 2, group 1"/>
          <p:cNvSpPr/>
          <p:nvPr/>
        </p:nvSpPr>
        <p:spPr>
          <a:xfrm>
            <a:off x="253746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0" name="Thread 87 in block 2, group 1"/>
          <p:cNvSpPr/>
          <p:nvPr/>
        </p:nvSpPr>
        <p:spPr>
          <a:xfrm>
            <a:off x="258546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1" name="Thread 88 in block 2, group 1"/>
          <p:cNvSpPr/>
          <p:nvPr/>
        </p:nvSpPr>
        <p:spPr>
          <a:xfrm>
            <a:off x="263347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2" name="Thread 89 in block 2, group 1"/>
          <p:cNvSpPr/>
          <p:nvPr/>
        </p:nvSpPr>
        <p:spPr>
          <a:xfrm>
            <a:off x="268147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3" name="Thread 90 in block 2, group 1"/>
          <p:cNvSpPr/>
          <p:nvPr/>
        </p:nvSpPr>
        <p:spPr>
          <a:xfrm>
            <a:off x="272948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4" name="Thread 91 in block 2, group 1"/>
          <p:cNvSpPr/>
          <p:nvPr/>
        </p:nvSpPr>
        <p:spPr>
          <a:xfrm>
            <a:off x="277749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5" name="Thread 92 in block 2, group 1"/>
          <p:cNvSpPr/>
          <p:nvPr/>
        </p:nvSpPr>
        <p:spPr>
          <a:xfrm>
            <a:off x="282549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6" name="Thread 93 in block 2, group 1"/>
          <p:cNvSpPr/>
          <p:nvPr/>
        </p:nvSpPr>
        <p:spPr>
          <a:xfrm>
            <a:off x="287350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7" name="Thread 94 in block 2, group 1"/>
          <p:cNvSpPr/>
          <p:nvPr/>
        </p:nvSpPr>
        <p:spPr>
          <a:xfrm>
            <a:off x="292150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8" name="Thread 95 in block 2, group 1"/>
          <p:cNvSpPr/>
          <p:nvPr/>
        </p:nvSpPr>
        <p:spPr>
          <a:xfrm>
            <a:off x="296951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9" name="Thread 96 in block 2, group 1"/>
          <p:cNvSpPr/>
          <p:nvPr/>
        </p:nvSpPr>
        <p:spPr>
          <a:xfrm>
            <a:off x="224942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0" name="Thread 97 in block 2, group 1"/>
          <p:cNvSpPr/>
          <p:nvPr/>
        </p:nvSpPr>
        <p:spPr>
          <a:xfrm>
            <a:off x="229743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1" name="Thread 98 in block 2, group 1"/>
          <p:cNvSpPr/>
          <p:nvPr/>
        </p:nvSpPr>
        <p:spPr>
          <a:xfrm>
            <a:off x="234543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2" name="Thread 99 in block 2, group 1"/>
          <p:cNvSpPr/>
          <p:nvPr/>
        </p:nvSpPr>
        <p:spPr>
          <a:xfrm>
            <a:off x="239344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3" name="Thread 100 in block 2, group 1"/>
          <p:cNvSpPr/>
          <p:nvPr/>
        </p:nvSpPr>
        <p:spPr>
          <a:xfrm>
            <a:off x="244144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4" name="Thread 101 in block 2, group 1"/>
          <p:cNvSpPr/>
          <p:nvPr/>
        </p:nvSpPr>
        <p:spPr>
          <a:xfrm>
            <a:off x="248945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5" name="Thread 102 in block 2, group 1"/>
          <p:cNvSpPr/>
          <p:nvPr/>
        </p:nvSpPr>
        <p:spPr>
          <a:xfrm>
            <a:off x="253746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6" name="Thread 103 in block 2, group 1"/>
          <p:cNvSpPr/>
          <p:nvPr/>
        </p:nvSpPr>
        <p:spPr>
          <a:xfrm>
            <a:off x="258546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7" name="Thread 104 in block 2, group 1"/>
          <p:cNvSpPr/>
          <p:nvPr/>
        </p:nvSpPr>
        <p:spPr>
          <a:xfrm>
            <a:off x="263347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8" name="Thread 105 in block 2, group 1"/>
          <p:cNvSpPr/>
          <p:nvPr/>
        </p:nvSpPr>
        <p:spPr>
          <a:xfrm>
            <a:off x="268147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9" name="Thread 106 in block 2, group 1"/>
          <p:cNvSpPr/>
          <p:nvPr/>
        </p:nvSpPr>
        <p:spPr>
          <a:xfrm>
            <a:off x="272948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0" name="Thread 107 in block 2, group 1"/>
          <p:cNvSpPr/>
          <p:nvPr/>
        </p:nvSpPr>
        <p:spPr>
          <a:xfrm>
            <a:off x="277749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1" name="Thread 108 in block 2, group 1"/>
          <p:cNvSpPr/>
          <p:nvPr/>
        </p:nvSpPr>
        <p:spPr>
          <a:xfrm>
            <a:off x="282549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2" name="Thread 109 in block 2, group 1"/>
          <p:cNvSpPr/>
          <p:nvPr/>
        </p:nvSpPr>
        <p:spPr>
          <a:xfrm>
            <a:off x="287350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3" name="Thread 110 in block 2, group 1"/>
          <p:cNvSpPr/>
          <p:nvPr/>
        </p:nvSpPr>
        <p:spPr>
          <a:xfrm>
            <a:off x="292150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4" name="Thread 111 in block 2, group 1"/>
          <p:cNvSpPr/>
          <p:nvPr/>
        </p:nvSpPr>
        <p:spPr>
          <a:xfrm>
            <a:off x="296951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5" name="Thread 112 in block 2, group 1"/>
          <p:cNvSpPr/>
          <p:nvPr/>
        </p:nvSpPr>
        <p:spPr>
          <a:xfrm>
            <a:off x="224942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6" name="Thread 113 in block 2, group 1"/>
          <p:cNvSpPr/>
          <p:nvPr/>
        </p:nvSpPr>
        <p:spPr>
          <a:xfrm>
            <a:off x="229743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7" name="Thread 114 in block 2, group 1"/>
          <p:cNvSpPr/>
          <p:nvPr/>
        </p:nvSpPr>
        <p:spPr>
          <a:xfrm>
            <a:off x="234543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8" name="Thread 115 in block 2, group 1"/>
          <p:cNvSpPr/>
          <p:nvPr/>
        </p:nvSpPr>
        <p:spPr>
          <a:xfrm>
            <a:off x="239344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9" name="Thread 116 in block 2, group 1"/>
          <p:cNvSpPr/>
          <p:nvPr/>
        </p:nvSpPr>
        <p:spPr>
          <a:xfrm>
            <a:off x="244144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0" name="Thread 117 in block 2, group 1"/>
          <p:cNvSpPr/>
          <p:nvPr/>
        </p:nvSpPr>
        <p:spPr>
          <a:xfrm>
            <a:off x="248945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1" name="Thread 118 in block 2, group 1"/>
          <p:cNvSpPr/>
          <p:nvPr/>
        </p:nvSpPr>
        <p:spPr>
          <a:xfrm>
            <a:off x="253746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2" name="Thread 119 in block 2, group 1"/>
          <p:cNvSpPr/>
          <p:nvPr/>
        </p:nvSpPr>
        <p:spPr>
          <a:xfrm>
            <a:off x="258546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3" name="Thread 120 in block 2, group 1"/>
          <p:cNvSpPr/>
          <p:nvPr/>
        </p:nvSpPr>
        <p:spPr>
          <a:xfrm>
            <a:off x="263347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4" name="Thread 121 in block 2, group 1"/>
          <p:cNvSpPr/>
          <p:nvPr/>
        </p:nvSpPr>
        <p:spPr>
          <a:xfrm>
            <a:off x="268147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5" name="Thread 122 in block 2, group 1"/>
          <p:cNvSpPr/>
          <p:nvPr/>
        </p:nvSpPr>
        <p:spPr>
          <a:xfrm>
            <a:off x="272948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6" name="Thread 123 in block 2, group 1"/>
          <p:cNvSpPr/>
          <p:nvPr/>
        </p:nvSpPr>
        <p:spPr>
          <a:xfrm>
            <a:off x="277749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7" name="Thread 124 in block 2, group 1"/>
          <p:cNvSpPr/>
          <p:nvPr/>
        </p:nvSpPr>
        <p:spPr>
          <a:xfrm>
            <a:off x="282549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8" name="Thread 125 in block 2, group 1"/>
          <p:cNvSpPr/>
          <p:nvPr/>
        </p:nvSpPr>
        <p:spPr>
          <a:xfrm>
            <a:off x="287350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9" name="Thread 126 in block 2, group 1"/>
          <p:cNvSpPr/>
          <p:nvPr/>
        </p:nvSpPr>
        <p:spPr>
          <a:xfrm>
            <a:off x="292150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0" name="Thread 127 in block 2, group 1"/>
          <p:cNvSpPr/>
          <p:nvPr/>
        </p:nvSpPr>
        <p:spPr>
          <a:xfrm>
            <a:off x="296951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1" name="Additional thread blocks"/>
          <p:cNvSpPr/>
          <p:nvPr/>
        </p:nvSpPr>
        <p:spPr>
          <a:xfrm>
            <a:off x="31318200" y="15803880"/>
            <a:ext cx="2286000" cy="975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6120" b="0">
                <a:solidFill>
                  <a:schemeClr val="accent6"/>
                </a:solidFill>
                <a:latin typeface="NVIDIA Sans"/>
              </a:rPr>
              <a:t xml:space="preserve">...</a:t>
            </a:r>
          </a:p>
        </p:txBody>
      </p:sp>
      <p:sp>
        <p:nvSpPr>
          <p:cNvPr id="412" name="Shape"/>
          <p:cNvSpPr/>
          <p:nvPr/>
        </p:nvSpPr>
        <p:spPr>
          <a:xfrm>
            <a:off x="256032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413" name="Group 0: warps 0–1"/>
          <p:cNvSpPr/>
          <p:nvPr/>
        </p:nvSpPr>
        <p:spPr>
          <a:xfrm>
            <a:off x="3131820" y="18379440"/>
            <a:ext cx="9829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Group 0: warps 0–1</a:t>
            </a:r>
          </a:p>
        </p:txBody>
      </p:sp>
      <p:sp>
        <p:nvSpPr>
          <p:cNvPr id="414" name="Shape"/>
          <p:cNvSpPr/>
          <p:nvPr/>
        </p:nvSpPr>
        <p:spPr>
          <a:xfrm>
            <a:off x="128016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415" name="Group 1: warps 2–3"/>
          <p:cNvSpPr/>
          <p:nvPr/>
        </p:nvSpPr>
        <p:spPr>
          <a:xfrm>
            <a:off x="13373100" y="18379440"/>
            <a:ext cx="9829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Group 1: warps 2–3</a:t>
            </a:r>
          </a:p>
        </p:txBody>
      </p:sp>
      <p:sp>
        <p:nvSpPr>
          <p:cNvPr id="416" name="Shape"/>
          <p:cNvSpPr/>
          <p:nvPr/>
        </p:nvSpPr>
        <p:spPr>
          <a:xfrm>
            <a:off x="2304288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2"/>
            </a:solidFill>
          </a:ln>
        </p:spPr>
      </p:sp>
      <p:sp>
        <p:nvSpPr>
          <p:cNvPr id="417" name="Parent block: shared synchronization"/>
          <p:cNvSpPr/>
          <p:nvPr/>
        </p:nvSpPr>
        <p:spPr>
          <a:xfrm>
            <a:off x="23614380" y="18379440"/>
            <a:ext cx="9829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Parent block: shared synchronization</a:t>
            </a:r>
          </a:p>
        </p:txBody>
      </p:sp>
      <p:sp>
        <p:nvSpPr>
          <p:cNvPr id="418" name="Create subgroups without initializing new synchronization resources"/>
          <p:cNvSpPr/>
          <p:nvPr/>
        </p:nvSpPr>
        <p:spPr>
          <a:xfrm>
            <a:off x="2583180" y="10401300"/>
            <a:ext cx="907542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Create subgroups without initializing new synchronization resources</a:t>
            </a:r>
          </a:p>
        </p:txBody>
      </p:sp>
      <p:sp>
        <p:nvSpPr>
          <p:cNvPr id="419" name="Shape"/>
          <p:cNvSpPr/>
          <p:nvPr/>
        </p:nvSpPr>
        <p:spPr>
          <a:xfrm>
            <a:off x="1828800" y="105384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20" name="Non-exhaustive mapping restriction"/>
          <p:cNvSpPr/>
          <p:nvPr/>
        </p:nvSpPr>
        <p:spPr>
          <a:xfrm>
            <a:off x="2583180" y="12001500"/>
            <a:ext cx="907542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Cannot be created from a non-exhaustive mapping</a:t>
            </a:r>
          </a:p>
        </p:txBody>
      </p:sp>
      <p:sp>
        <p:nvSpPr>
          <p:cNvPr id="421" name="Shape"/>
          <p:cNvSpPr/>
          <p:nvPr/>
        </p:nvSpPr>
        <p:spPr>
          <a:xfrm>
            <a:off x="1828800" y="121386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>
  <p:cSld name="Group 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View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View</a:t>
            </a:r>
          </a:p>
        </p:txBody>
      </p:sp>
      <p:sp>
        <p:nvSpPr>
          <p:cNvPr id="3" name="Non-owning view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Non-owning view</a:t>
            </a:r>
          </a:p>
        </p:txBody>
      </p:sp>
      <p:sp>
        <p:nvSpPr>
          <p:cNvPr id="4" name="2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9664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Non-owning view of an existing group"/>
          <p:cNvSpPr/>
          <p:nvPr/>
        </p:nvSpPr>
        <p:spPr>
          <a:xfrm>
            <a:off x="2583180" y="582930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Non-owning view of an existing group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78409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Copyable and movable; pass by value"/>
          <p:cNvSpPr/>
          <p:nvPr/>
        </p:nvSpPr>
        <p:spPr>
          <a:xfrm>
            <a:off x="2583180" y="770382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Copyable and movable; pass by value</a:t>
            </a:r>
          </a:p>
        </p:txBody>
      </p:sp>
      <p:sp>
        <p:nvSpPr>
          <p:cNvPr id="9" name="Shape"/>
          <p:cNvSpPr/>
          <p:nvPr/>
        </p:nvSpPr>
        <p:spPr>
          <a:xfrm>
            <a:off x="1828800" y="971550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Can address finer-grained units"/>
          <p:cNvSpPr/>
          <p:nvPr/>
        </p:nvSpPr>
        <p:spPr>
          <a:xfrm>
            <a:off x="2583180" y="957834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Can address finer-grained units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1159002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Reuses the group's synchronization"/>
          <p:cNvSpPr/>
          <p:nvPr/>
        </p:nvSpPr>
        <p:spPr>
          <a:xfrm>
            <a:off x="2583180" y="1145286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Reuses the group's synchronization</a:t>
            </a:r>
          </a:p>
        </p:txBody>
      </p:sp>
      <p:sp>
        <p:nvSpPr>
          <p:cNvPr id="13" name="Shape"/>
          <p:cNvSpPr/>
          <p:nvPr/>
        </p:nvSpPr>
        <p:spPr>
          <a:xfrm>
            <a:off x="12801600" y="5029200"/>
            <a:ext cx="21945600" cy="89154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4" name="Group view use-case example" descr="Supplemental group-view usage example based on repository documentation and implementation"/>
          <p:cNvSpPr/>
          <p:nvPr/>
        </p:nvSpPr>
        <p:spPr>
          <a:xfrm>
            <a:off x="13258800" y="5394960"/>
            <a:ext cx="21031200" cy="8458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group_view_example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View the same warp as a group of threads.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group_view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view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Views can be copied and passed by value.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copy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view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Address the individual threads within the view.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copy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nthreads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copy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32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Synchronize using the existing warp's mechanism.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copy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sync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5" name="Thread block 0"/>
          <p:cNvSpPr/>
          <p:nvPr/>
        </p:nvSpPr>
        <p:spPr>
          <a:xfrm>
            <a:off x="256032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6" name="Block 0"/>
          <p:cNvSpPr/>
          <p:nvPr/>
        </p:nvSpPr>
        <p:spPr>
          <a:xfrm>
            <a:off x="2834640" y="14840631"/>
            <a:ext cx="8321040" cy="473684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17" name="Original this_warp: one warp unit"/>
          <p:cNvSpPr/>
          <p:nvPr/>
        </p:nvSpPr>
        <p:spPr>
          <a:xfrm>
            <a:off x="2788920" y="15465034"/>
            <a:ext cx="8412480" cy="925838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8" name="group_view: same 32 threads, same synchronization"/>
          <p:cNvSpPr/>
          <p:nvPr/>
        </p:nvSpPr>
        <p:spPr>
          <a:xfrm>
            <a:off x="2880360" y="15551158"/>
            <a:ext cx="8229600" cy="753589"/>
          </a:xfrm>
          <a:prstGeom prst="roundRect">
            <a:avLst>
              <a:gd name="adj" fmla="val 6000"/>
            </a:avLst>
          </a:prstGeom>
          <a:noFill/>
          <a:ln w="32004">
            <a:solidFill>
              <a:schemeClr val="accent4"/>
            </a:solidFill>
            <a:prstDash val="dash"/>
          </a:ln>
        </p:spPr>
      </p:sp>
      <p:sp>
        <p:nvSpPr>
          <p:cNvPr id="19" name="Thread unit 0 in view"/>
          <p:cNvSpPr/>
          <p:nvPr/>
        </p:nvSpPr>
        <p:spPr>
          <a:xfrm>
            <a:off x="306324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20" name="Thread 0 in block 0"/>
          <p:cNvSpPr/>
          <p:nvPr/>
        </p:nvSpPr>
        <p:spPr>
          <a:xfrm>
            <a:off x="31089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unit 1 in view"/>
          <p:cNvSpPr/>
          <p:nvPr/>
        </p:nvSpPr>
        <p:spPr>
          <a:xfrm>
            <a:off x="354330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22" name="Thread 1 in block 0"/>
          <p:cNvSpPr/>
          <p:nvPr/>
        </p:nvSpPr>
        <p:spPr>
          <a:xfrm>
            <a:off x="358902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unit 2 in view"/>
          <p:cNvSpPr/>
          <p:nvPr/>
        </p:nvSpPr>
        <p:spPr>
          <a:xfrm>
            <a:off x="402336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24" name="Thread 2 in block 0"/>
          <p:cNvSpPr/>
          <p:nvPr/>
        </p:nvSpPr>
        <p:spPr>
          <a:xfrm>
            <a:off x="406908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unit 3 in view"/>
          <p:cNvSpPr/>
          <p:nvPr/>
        </p:nvSpPr>
        <p:spPr>
          <a:xfrm>
            <a:off x="450342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26" name="Thread 3 in block 0"/>
          <p:cNvSpPr/>
          <p:nvPr/>
        </p:nvSpPr>
        <p:spPr>
          <a:xfrm>
            <a:off x="45491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unit 4 in view"/>
          <p:cNvSpPr/>
          <p:nvPr/>
        </p:nvSpPr>
        <p:spPr>
          <a:xfrm>
            <a:off x="498348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28" name="Thread 4 in block 0"/>
          <p:cNvSpPr/>
          <p:nvPr/>
        </p:nvSpPr>
        <p:spPr>
          <a:xfrm>
            <a:off x="50292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unit 5 in view"/>
          <p:cNvSpPr/>
          <p:nvPr/>
        </p:nvSpPr>
        <p:spPr>
          <a:xfrm>
            <a:off x="546354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30" name="Thread 5 in block 0"/>
          <p:cNvSpPr/>
          <p:nvPr/>
        </p:nvSpPr>
        <p:spPr>
          <a:xfrm>
            <a:off x="55092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unit 6 in view"/>
          <p:cNvSpPr/>
          <p:nvPr/>
        </p:nvSpPr>
        <p:spPr>
          <a:xfrm>
            <a:off x="594360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32" name="Thread 6 in block 0"/>
          <p:cNvSpPr/>
          <p:nvPr/>
        </p:nvSpPr>
        <p:spPr>
          <a:xfrm>
            <a:off x="598932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unit 7 in view"/>
          <p:cNvSpPr/>
          <p:nvPr/>
        </p:nvSpPr>
        <p:spPr>
          <a:xfrm>
            <a:off x="642366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34" name="Thread 7 in block 0"/>
          <p:cNvSpPr/>
          <p:nvPr/>
        </p:nvSpPr>
        <p:spPr>
          <a:xfrm>
            <a:off x="646938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unit 8 in view"/>
          <p:cNvSpPr/>
          <p:nvPr/>
        </p:nvSpPr>
        <p:spPr>
          <a:xfrm>
            <a:off x="690372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36" name="Thread 8 in block 0"/>
          <p:cNvSpPr/>
          <p:nvPr/>
        </p:nvSpPr>
        <p:spPr>
          <a:xfrm>
            <a:off x="69494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unit 9 in view"/>
          <p:cNvSpPr/>
          <p:nvPr/>
        </p:nvSpPr>
        <p:spPr>
          <a:xfrm>
            <a:off x="738378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38" name="Thread 9 in block 0"/>
          <p:cNvSpPr/>
          <p:nvPr/>
        </p:nvSpPr>
        <p:spPr>
          <a:xfrm>
            <a:off x="74295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unit 10 in view"/>
          <p:cNvSpPr/>
          <p:nvPr/>
        </p:nvSpPr>
        <p:spPr>
          <a:xfrm>
            <a:off x="786384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40" name="Thread 10 in block 0"/>
          <p:cNvSpPr/>
          <p:nvPr/>
        </p:nvSpPr>
        <p:spPr>
          <a:xfrm>
            <a:off x="79095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unit 11 in view"/>
          <p:cNvSpPr/>
          <p:nvPr/>
        </p:nvSpPr>
        <p:spPr>
          <a:xfrm>
            <a:off x="834390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42" name="Thread 11 in block 0"/>
          <p:cNvSpPr/>
          <p:nvPr/>
        </p:nvSpPr>
        <p:spPr>
          <a:xfrm>
            <a:off x="838962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Thread unit 12 in view"/>
          <p:cNvSpPr/>
          <p:nvPr/>
        </p:nvSpPr>
        <p:spPr>
          <a:xfrm>
            <a:off x="882396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44" name="Thread 12 in block 0"/>
          <p:cNvSpPr/>
          <p:nvPr/>
        </p:nvSpPr>
        <p:spPr>
          <a:xfrm>
            <a:off x="886968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unit 13 in view"/>
          <p:cNvSpPr/>
          <p:nvPr/>
        </p:nvSpPr>
        <p:spPr>
          <a:xfrm>
            <a:off x="930402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46" name="Thread 13 in block 0"/>
          <p:cNvSpPr/>
          <p:nvPr/>
        </p:nvSpPr>
        <p:spPr>
          <a:xfrm>
            <a:off x="93497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unit 14 in view"/>
          <p:cNvSpPr/>
          <p:nvPr/>
        </p:nvSpPr>
        <p:spPr>
          <a:xfrm>
            <a:off x="978408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48" name="Thread 14 in block 0"/>
          <p:cNvSpPr/>
          <p:nvPr/>
        </p:nvSpPr>
        <p:spPr>
          <a:xfrm>
            <a:off x="98298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unit 15 in view"/>
          <p:cNvSpPr/>
          <p:nvPr/>
        </p:nvSpPr>
        <p:spPr>
          <a:xfrm>
            <a:off x="1026414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50" name="Thread 15 in block 0"/>
          <p:cNvSpPr/>
          <p:nvPr/>
        </p:nvSpPr>
        <p:spPr>
          <a:xfrm>
            <a:off x="103098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unit 16 in view"/>
          <p:cNvSpPr/>
          <p:nvPr/>
        </p:nvSpPr>
        <p:spPr>
          <a:xfrm>
            <a:off x="306324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52" name="Thread 16 in block 0"/>
          <p:cNvSpPr/>
          <p:nvPr/>
        </p:nvSpPr>
        <p:spPr>
          <a:xfrm>
            <a:off x="31089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unit 17 in view"/>
          <p:cNvSpPr/>
          <p:nvPr/>
        </p:nvSpPr>
        <p:spPr>
          <a:xfrm>
            <a:off x="354330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54" name="Thread 17 in block 0"/>
          <p:cNvSpPr/>
          <p:nvPr/>
        </p:nvSpPr>
        <p:spPr>
          <a:xfrm>
            <a:off x="358902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unit 18 in view"/>
          <p:cNvSpPr/>
          <p:nvPr/>
        </p:nvSpPr>
        <p:spPr>
          <a:xfrm>
            <a:off x="402336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56" name="Thread 18 in block 0"/>
          <p:cNvSpPr/>
          <p:nvPr/>
        </p:nvSpPr>
        <p:spPr>
          <a:xfrm>
            <a:off x="406908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unit 19 in view"/>
          <p:cNvSpPr/>
          <p:nvPr/>
        </p:nvSpPr>
        <p:spPr>
          <a:xfrm>
            <a:off x="450342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58" name="Thread 19 in block 0"/>
          <p:cNvSpPr/>
          <p:nvPr/>
        </p:nvSpPr>
        <p:spPr>
          <a:xfrm>
            <a:off x="45491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unit 20 in view"/>
          <p:cNvSpPr/>
          <p:nvPr/>
        </p:nvSpPr>
        <p:spPr>
          <a:xfrm>
            <a:off x="498348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60" name="Thread 20 in block 0"/>
          <p:cNvSpPr/>
          <p:nvPr/>
        </p:nvSpPr>
        <p:spPr>
          <a:xfrm>
            <a:off x="50292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unit 21 in view"/>
          <p:cNvSpPr/>
          <p:nvPr/>
        </p:nvSpPr>
        <p:spPr>
          <a:xfrm>
            <a:off x="546354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62" name="Thread 21 in block 0"/>
          <p:cNvSpPr/>
          <p:nvPr/>
        </p:nvSpPr>
        <p:spPr>
          <a:xfrm>
            <a:off x="55092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unit 22 in view"/>
          <p:cNvSpPr/>
          <p:nvPr/>
        </p:nvSpPr>
        <p:spPr>
          <a:xfrm>
            <a:off x="594360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64" name="Thread 22 in block 0"/>
          <p:cNvSpPr/>
          <p:nvPr/>
        </p:nvSpPr>
        <p:spPr>
          <a:xfrm>
            <a:off x="598932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unit 23 in view"/>
          <p:cNvSpPr/>
          <p:nvPr/>
        </p:nvSpPr>
        <p:spPr>
          <a:xfrm>
            <a:off x="642366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66" name="Thread 23 in block 0"/>
          <p:cNvSpPr/>
          <p:nvPr/>
        </p:nvSpPr>
        <p:spPr>
          <a:xfrm>
            <a:off x="646938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unit 24 in view"/>
          <p:cNvSpPr/>
          <p:nvPr/>
        </p:nvSpPr>
        <p:spPr>
          <a:xfrm>
            <a:off x="690372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68" name="Thread 24 in block 0"/>
          <p:cNvSpPr/>
          <p:nvPr/>
        </p:nvSpPr>
        <p:spPr>
          <a:xfrm>
            <a:off x="69494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unit 25 in view"/>
          <p:cNvSpPr/>
          <p:nvPr/>
        </p:nvSpPr>
        <p:spPr>
          <a:xfrm>
            <a:off x="738378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70" name="Thread 25 in block 0"/>
          <p:cNvSpPr/>
          <p:nvPr/>
        </p:nvSpPr>
        <p:spPr>
          <a:xfrm>
            <a:off x="74295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unit 26 in view"/>
          <p:cNvSpPr/>
          <p:nvPr/>
        </p:nvSpPr>
        <p:spPr>
          <a:xfrm>
            <a:off x="786384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72" name="Thread 26 in block 0"/>
          <p:cNvSpPr/>
          <p:nvPr/>
        </p:nvSpPr>
        <p:spPr>
          <a:xfrm>
            <a:off x="79095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unit 27 in view"/>
          <p:cNvSpPr/>
          <p:nvPr/>
        </p:nvSpPr>
        <p:spPr>
          <a:xfrm>
            <a:off x="834390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74" name="Thread 27 in block 0"/>
          <p:cNvSpPr/>
          <p:nvPr/>
        </p:nvSpPr>
        <p:spPr>
          <a:xfrm>
            <a:off x="838962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unit 28 in view"/>
          <p:cNvSpPr/>
          <p:nvPr/>
        </p:nvSpPr>
        <p:spPr>
          <a:xfrm>
            <a:off x="882396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76" name="Thread 28 in block 0"/>
          <p:cNvSpPr/>
          <p:nvPr/>
        </p:nvSpPr>
        <p:spPr>
          <a:xfrm>
            <a:off x="886968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unit 29 in view"/>
          <p:cNvSpPr/>
          <p:nvPr/>
        </p:nvSpPr>
        <p:spPr>
          <a:xfrm>
            <a:off x="930402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78" name="Thread 29 in block 0"/>
          <p:cNvSpPr/>
          <p:nvPr/>
        </p:nvSpPr>
        <p:spPr>
          <a:xfrm>
            <a:off x="93497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unit 30 in view"/>
          <p:cNvSpPr/>
          <p:nvPr/>
        </p:nvSpPr>
        <p:spPr>
          <a:xfrm>
            <a:off x="978408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80" name="Thread 30 in block 0"/>
          <p:cNvSpPr/>
          <p:nvPr/>
        </p:nvSpPr>
        <p:spPr>
          <a:xfrm>
            <a:off x="98298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unit 31 in view"/>
          <p:cNvSpPr/>
          <p:nvPr/>
        </p:nvSpPr>
        <p:spPr>
          <a:xfrm>
            <a:off x="1026414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82" name="Thread 31 in block 0"/>
          <p:cNvSpPr/>
          <p:nvPr/>
        </p:nvSpPr>
        <p:spPr>
          <a:xfrm>
            <a:off x="103098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32 in block 0"/>
          <p:cNvSpPr/>
          <p:nvPr/>
        </p:nvSpPr>
        <p:spPr>
          <a:xfrm>
            <a:off x="31089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4" name="Thread 33 in block 0"/>
          <p:cNvSpPr/>
          <p:nvPr/>
        </p:nvSpPr>
        <p:spPr>
          <a:xfrm>
            <a:off x="35890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5" name="Thread 34 in block 0"/>
          <p:cNvSpPr/>
          <p:nvPr/>
        </p:nvSpPr>
        <p:spPr>
          <a:xfrm>
            <a:off x="40690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6" name="Thread 35 in block 0"/>
          <p:cNvSpPr/>
          <p:nvPr/>
        </p:nvSpPr>
        <p:spPr>
          <a:xfrm>
            <a:off x="45491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7" name="Thread 36 in block 0"/>
          <p:cNvSpPr/>
          <p:nvPr/>
        </p:nvSpPr>
        <p:spPr>
          <a:xfrm>
            <a:off x="50292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8" name="Thread 37 in block 0"/>
          <p:cNvSpPr/>
          <p:nvPr/>
        </p:nvSpPr>
        <p:spPr>
          <a:xfrm>
            <a:off x="55092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9" name="Thread 38 in block 0"/>
          <p:cNvSpPr/>
          <p:nvPr/>
        </p:nvSpPr>
        <p:spPr>
          <a:xfrm>
            <a:off x="59893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0" name="Thread 39 in block 0"/>
          <p:cNvSpPr/>
          <p:nvPr/>
        </p:nvSpPr>
        <p:spPr>
          <a:xfrm>
            <a:off x="64693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1" name="Thread 40 in block 0"/>
          <p:cNvSpPr/>
          <p:nvPr/>
        </p:nvSpPr>
        <p:spPr>
          <a:xfrm>
            <a:off x="69494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2" name="Thread 41 in block 0"/>
          <p:cNvSpPr/>
          <p:nvPr/>
        </p:nvSpPr>
        <p:spPr>
          <a:xfrm>
            <a:off x="74295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3" name="Thread 42 in block 0"/>
          <p:cNvSpPr/>
          <p:nvPr/>
        </p:nvSpPr>
        <p:spPr>
          <a:xfrm>
            <a:off x="79095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4" name="Thread 43 in block 0"/>
          <p:cNvSpPr/>
          <p:nvPr/>
        </p:nvSpPr>
        <p:spPr>
          <a:xfrm>
            <a:off x="83896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5" name="Thread 44 in block 0"/>
          <p:cNvSpPr/>
          <p:nvPr/>
        </p:nvSpPr>
        <p:spPr>
          <a:xfrm>
            <a:off x="88696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6" name="Thread 45 in block 0"/>
          <p:cNvSpPr/>
          <p:nvPr/>
        </p:nvSpPr>
        <p:spPr>
          <a:xfrm>
            <a:off x="93497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7" name="Thread 46 in block 0"/>
          <p:cNvSpPr/>
          <p:nvPr/>
        </p:nvSpPr>
        <p:spPr>
          <a:xfrm>
            <a:off x="98298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8" name="Thread 47 in block 0"/>
          <p:cNvSpPr/>
          <p:nvPr/>
        </p:nvSpPr>
        <p:spPr>
          <a:xfrm>
            <a:off x="103098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9" name="Thread 48 in block 0"/>
          <p:cNvSpPr/>
          <p:nvPr/>
        </p:nvSpPr>
        <p:spPr>
          <a:xfrm>
            <a:off x="31089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0" name="Thread 49 in block 0"/>
          <p:cNvSpPr/>
          <p:nvPr/>
        </p:nvSpPr>
        <p:spPr>
          <a:xfrm>
            <a:off x="35890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1" name="Thread 50 in block 0"/>
          <p:cNvSpPr/>
          <p:nvPr/>
        </p:nvSpPr>
        <p:spPr>
          <a:xfrm>
            <a:off x="40690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2" name="Thread 51 in block 0"/>
          <p:cNvSpPr/>
          <p:nvPr/>
        </p:nvSpPr>
        <p:spPr>
          <a:xfrm>
            <a:off x="45491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3" name="Thread 52 in block 0"/>
          <p:cNvSpPr/>
          <p:nvPr/>
        </p:nvSpPr>
        <p:spPr>
          <a:xfrm>
            <a:off x="50292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4" name="Thread 53 in block 0"/>
          <p:cNvSpPr/>
          <p:nvPr/>
        </p:nvSpPr>
        <p:spPr>
          <a:xfrm>
            <a:off x="55092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5" name="Thread 54 in block 0"/>
          <p:cNvSpPr/>
          <p:nvPr/>
        </p:nvSpPr>
        <p:spPr>
          <a:xfrm>
            <a:off x="59893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6" name="Thread 55 in block 0"/>
          <p:cNvSpPr/>
          <p:nvPr/>
        </p:nvSpPr>
        <p:spPr>
          <a:xfrm>
            <a:off x="64693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7" name="Thread 56 in block 0"/>
          <p:cNvSpPr/>
          <p:nvPr/>
        </p:nvSpPr>
        <p:spPr>
          <a:xfrm>
            <a:off x="69494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8" name="Thread 57 in block 0"/>
          <p:cNvSpPr/>
          <p:nvPr/>
        </p:nvSpPr>
        <p:spPr>
          <a:xfrm>
            <a:off x="74295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9" name="Thread 58 in block 0"/>
          <p:cNvSpPr/>
          <p:nvPr/>
        </p:nvSpPr>
        <p:spPr>
          <a:xfrm>
            <a:off x="79095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0" name="Thread 59 in block 0"/>
          <p:cNvSpPr/>
          <p:nvPr/>
        </p:nvSpPr>
        <p:spPr>
          <a:xfrm>
            <a:off x="83896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1" name="Thread 60 in block 0"/>
          <p:cNvSpPr/>
          <p:nvPr/>
        </p:nvSpPr>
        <p:spPr>
          <a:xfrm>
            <a:off x="88696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2" name="Thread 61 in block 0"/>
          <p:cNvSpPr/>
          <p:nvPr/>
        </p:nvSpPr>
        <p:spPr>
          <a:xfrm>
            <a:off x="93497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62 in block 0"/>
          <p:cNvSpPr/>
          <p:nvPr/>
        </p:nvSpPr>
        <p:spPr>
          <a:xfrm>
            <a:off x="98298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63 in block 0"/>
          <p:cNvSpPr/>
          <p:nvPr/>
        </p:nvSpPr>
        <p:spPr>
          <a:xfrm>
            <a:off x="103098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block 1"/>
          <p:cNvSpPr/>
          <p:nvPr/>
        </p:nvSpPr>
        <p:spPr>
          <a:xfrm>
            <a:off x="1225296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16" name="Block 1"/>
          <p:cNvSpPr/>
          <p:nvPr/>
        </p:nvSpPr>
        <p:spPr>
          <a:xfrm>
            <a:off x="12527280" y="14840631"/>
            <a:ext cx="8321040" cy="473684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17" name="Thread 0 in block 1"/>
          <p:cNvSpPr/>
          <p:nvPr/>
        </p:nvSpPr>
        <p:spPr>
          <a:xfrm>
            <a:off x="128016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8" name="Thread 1 in block 1"/>
          <p:cNvSpPr/>
          <p:nvPr/>
        </p:nvSpPr>
        <p:spPr>
          <a:xfrm>
            <a:off x="132816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2 in block 1"/>
          <p:cNvSpPr/>
          <p:nvPr/>
        </p:nvSpPr>
        <p:spPr>
          <a:xfrm>
            <a:off x="137617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3 in block 1"/>
          <p:cNvSpPr/>
          <p:nvPr/>
        </p:nvSpPr>
        <p:spPr>
          <a:xfrm>
            <a:off x="142417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4 in block 1"/>
          <p:cNvSpPr/>
          <p:nvPr/>
        </p:nvSpPr>
        <p:spPr>
          <a:xfrm>
            <a:off x="147218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5 in block 1"/>
          <p:cNvSpPr/>
          <p:nvPr/>
        </p:nvSpPr>
        <p:spPr>
          <a:xfrm>
            <a:off x="152019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6 in block 1"/>
          <p:cNvSpPr/>
          <p:nvPr/>
        </p:nvSpPr>
        <p:spPr>
          <a:xfrm>
            <a:off x="156819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7 in block 1"/>
          <p:cNvSpPr/>
          <p:nvPr/>
        </p:nvSpPr>
        <p:spPr>
          <a:xfrm>
            <a:off x="161620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8 in block 1"/>
          <p:cNvSpPr/>
          <p:nvPr/>
        </p:nvSpPr>
        <p:spPr>
          <a:xfrm>
            <a:off x="166420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9 in block 1"/>
          <p:cNvSpPr/>
          <p:nvPr/>
        </p:nvSpPr>
        <p:spPr>
          <a:xfrm>
            <a:off x="171221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0 in block 1"/>
          <p:cNvSpPr/>
          <p:nvPr/>
        </p:nvSpPr>
        <p:spPr>
          <a:xfrm>
            <a:off x="176022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 in block 1"/>
          <p:cNvSpPr/>
          <p:nvPr/>
        </p:nvSpPr>
        <p:spPr>
          <a:xfrm>
            <a:off x="180822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9" name="Thread 12 in block 1"/>
          <p:cNvSpPr/>
          <p:nvPr/>
        </p:nvSpPr>
        <p:spPr>
          <a:xfrm>
            <a:off x="185623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3 in block 1"/>
          <p:cNvSpPr/>
          <p:nvPr/>
        </p:nvSpPr>
        <p:spPr>
          <a:xfrm>
            <a:off x="190423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4 in block 1"/>
          <p:cNvSpPr/>
          <p:nvPr/>
        </p:nvSpPr>
        <p:spPr>
          <a:xfrm>
            <a:off x="195224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5 in block 1"/>
          <p:cNvSpPr/>
          <p:nvPr/>
        </p:nvSpPr>
        <p:spPr>
          <a:xfrm>
            <a:off x="200025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6 in block 1"/>
          <p:cNvSpPr/>
          <p:nvPr/>
        </p:nvSpPr>
        <p:spPr>
          <a:xfrm>
            <a:off x="128016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7 in block 1"/>
          <p:cNvSpPr/>
          <p:nvPr/>
        </p:nvSpPr>
        <p:spPr>
          <a:xfrm>
            <a:off x="132816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8 in block 1"/>
          <p:cNvSpPr/>
          <p:nvPr/>
        </p:nvSpPr>
        <p:spPr>
          <a:xfrm>
            <a:off x="137617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6" name="Thread 19 in block 1"/>
          <p:cNvSpPr/>
          <p:nvPr/>
        </p:nvSpPr>
        <p:spPr>
          <a:xfrm>
            <a:off x="142417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7" name="Thread 20 in block 1"/>
          <p:cNvSpPr/>
          <p:nvPr/>
        </p:nvSpPr>
        <p:spPr>
          <a:xfrm>
            <a:off x="147218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8" name="Thread 21 in block 1"/>
          <p:cNvSpPr/>
          <p:nvPr/>
        </p:nvSpPr>
        <p:spPr>
          <a:xfrm>
            <a:off x="152019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9" name="Thread 22 in block 1"/>
          <p:cNvSpPr/>
          <p:nvPr/>
        </p:nvSpPr>
        <p:spPr>
          <a:xfrm>
            <a:off x="156819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0" name="Thread 23 in block 1"/>
          <p:cNvSpPr/>
          <p:nvPr/>
        </p:nvSpPr>
        <p:spPr>
          <a:xfrm>
            <a:off x="161620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1" name="Thread 24 in block 1"/>
          <p:cNvSpPr/>
          <p:nvPr/>
        </p:nvSpPr>
        <p:spPr>
          <a:xfrm>
            <a:off x="166420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2" name="Thread 25 in block 1"/>
          <p:cNvSpPr/>
          <p:nvPr/>
        </p:nvSpPr>
        <p:spPr>
          <a:xfrm>
            <a:off x="171221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3" name="Thread 26 in block 1"/>
          <p:cNvSpPr/>
          <p:nvPr/>
        </p:nvSpPr>
        <p:spPr>
          <a:xfrm>
            <a:off x="176022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4" name="Thread 27 in block 1"/>
          <p:cNvSpPr/>
          <p:nvPr/>
        </p:nvSpPr>
        <p:spPr>
          <a:xfrm>
            <a:off x="180822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5" name="Thread 28 in block 1"/>
          <p:cNvSpPr/>
          <p:nvPr/>
        </p:nvSpPr>
        <p:spPr>
          <a:xfrm>
            <a:off x="185623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6" name="Thread 29 in block 1"/>
          <p:cNvSpPr/>
          <p:nvPr/>
        </p:nvSpPr>
        <p:spPr>
          <a:xfrm>
            <a:off x="190423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7" name="Thread 30 in block 1"/>
          <p:cNvSpPr/>
          <p:nvPr/>
        </p:nvSpPr>
        <p:spPr>
          <a:xfrm>
            <a:off x="195224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8" name="Thread 31 in block 1"/>
          <p:cNvSpPr/>
          <p:nvPr/>
        </p:nvSpPr>
        <p:spPr>
          <a:xfrm>
            <a:off x="200025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9" name="Thread 32 in block 1"/>
          <p:cNvSpPr/>
          <p:nvPr/>
        </p:nvSpPr>
        <p:spPr>
          <a:xfrm>
            <a:off x="128016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0" name="Thread 33 in block 1"/>
          <p:cNvSpPr/>
          <p:nvPr/>
        </p:nvSpPr>
        <p:spPr>
          <a:xfrm>
            <a:off x="132816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1" name="Thread 34 in block 1"/>
          <p:cNvSpPr/>
          <p:nvPr/>
        </p:nvSpPr>
        <p:spPr>
          <a:xfrm>
            <a:off x="137617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2" name="Thread 35 in block 1"/>
          <p:cNvSpPr/>
          <p:nvPr/>
        </p:nvSpPr>
        <p:spPr>
          <a:xfrm>
            <a:off x="142417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3" name="Thread 36 in block 1"/>
          <p:cNvSpPr/>
          <p:nvPr/>
        </p:nvSpPr>
        <p:spPr>
          <a:xfrm>
            <a:off x="147218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4" name="Thread 37 in block 1"/>
          <p:cNvSpPr/>
          <p:nvPr/>
        </p:nvSpPr>
        <p:spPr>
          <a:xfrm>
            <a:off x="152019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5" name="Thread 38 in block 1"/>
          <p:cNvSpPr/>
          <p:nvPr/>
        </p:nvSpPr>
        <p:spPr>
          <a:xfrm>
            <a:off x="156819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6" name="Thread 39 in block 1"/>
          <p:cNvSpPr/>
          <p:nvPr/>
        </p:nvSpPr>
        <p:spPr>
          <a:xfrm>
            <a:off x="161620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7" name="Thread 40 in block 1"/>
          <p:cNvSpPr/>
          <p:nvPr/>
        </p:nvSpPr>
        <p:spPr>
          <a:xfrm>
            <a:off x="166420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8" name="Thread 41 in block 1"/>
          <p:cNvSpPr/>
          <p:nvPr/>
        </p:nvSpPr>
        <p:spPr>
          <a:xfrm>
            <a:off x="171221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9" name="Thread 42 in block 1"/>
          <p:cNvSpPr/>
          <p:nvPr/>
        </p:nvSpPr>
        <p:spPr>
          <a:xfrm>
            <a:off x="176022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0" name="Thread 43 in block 1"/>
          <p:cNvSpPr/>
          <p:nvPr/>
        </p:nvSpPr>
        <p:spPr>
          <a:xfrm>
            <a:off x="180822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1" name="Thread 44 in block 1"/>
          <p:cNvSpPr/>
          <p:nvPr/>
        </p:nvSpPr>
        <p:spPr>
          <a:xfrm>
            <a:off x="185623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2" name="Thread 45 in block 1"/>
          <p:cNvSpPr/>
          <p:nvPr/>
        </p:nvSpPr>
        <p:spPr>
          <a:xfrm>
            <a:off x="190423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3" name="Thread 46 in block 1"/>
          <p:cNvSpPr/>
          <p:nvPr/>
        </p:nvSpPr>
        <p:spPr>
          <a:xfrm>
            <a:off x="195224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4" name="Thread 47 in block 1"/>
          <p:cNvSpPr/>
          <p:nvPr/>
        </p:nvSpPr>
        <p:spPr>
          <a:xfrm>
            <a:off x="200025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5" name="Thread 48 in block 1"/>
          <p:cNvSpPr/>
          <p:nvPr/>
        </p:nvSpPr>
        <p:spPr>
          <a:xfrm>
            <a:off x="128016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6" name="Thread 49 in block 1"/>
          <p:cNvSpPr/>
          <p:nvPr/>
        </p:nvSpPr>
        <p:spPr>
          <a:xfrm>
            <a:off x="132816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7" name="Thread 50 in block 1"/>
          <p:cNvSpPr/>
          <p:nvPr/>
        </p:nvSpPr>
        <p:spPr>
          <a:xfrm>
            <a:off x="137617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8" name="Thread 51 in block 1"/>
          <p:cNvSpPr/>
          <p:nvPr/>
        </p:nvSpPr>
        <p:spPr>
          <a:xfrm>
            <a:off x="142417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9" name="Thread 52 in block 1"/>
          <p:cNvSpPr/>
          <p:nvPr/>
        </p:nvSpPr>
        <p:spPr>
          <a:xfrm>
            <a:off x="147218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0" name="Thread 53 in block 1"/>
          <p:cNvSpPr/>
          <p:nvPr/>
        </p:nvSpPr>
        <p:spPr>
          <a:xfrm>
            <a:off x="152019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1" name="Thread 54 in block 1"/>
          <p:cNvSpPr/>
          <p:nvPr/>
        </p:nvSpPr>
        <p:spPr>
          <a:xfrm>
            <a:off x="156819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2" name="Thread 55 in block 1"/>
          <p:cNvSpPr/>
          <p:nvPr/>
        </p:nvSpPr>
        <p:spPr>
          <a:xfrm>
            <a:off x="161620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3" name="Thread 56 in block 1"/>
          <p:cNvSpPr/>
          <p:nvPr/>
        </p:nvSpPr>
        <p:spPr>
          <a:xfrm>
            <a:off x="166420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4" name="Thread 57 in block 1"/>
          <p:cNvSpPr/>
          <p:nvPr/>
        </p:nvSpPr>
        <p:spPr>
          <a:xfrm>
            <a:off x="171221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5" name="Thread 58 in block 1"/>
          <p:cNvSpPr/>
          <p:nvPr/>
        </p:nvSpPr>
        <p:spPr>
          <a:xfrm>
            <a:off x="176022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6" name="Thread 59 in block 1"/>
          <p:cNvSpPr/>
          <p:nvPr/>
        </p:nvSpPr>
        <p:spPr>
          <a:xfrm>
            <a:off x="180822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7" name="Thread 60 in block 1"/>
          <p:cNvSpPr/>
          <p:nvPr/>
        </p:nvSpPr>
        <p:spPr>
          <a:xfrm>
            <a:off x="185623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8" name="Thread 61 in block 1"/>
          <p:cNvSpPr/>
          <p:nvPr/>
        </p:nvSpPr>
        <p:spPr>
          <a:xfrm>
            <a:off x="190423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9" name="Thread 62 in block 1"/>
          <p:cNvSpPr/>
          <p:nvPr/>
        </p:nvSpPr>
        <p:spPr>
          <a:xfrm>
            <a:off x="195224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0" name="Thread 63 in block 1"/>
          <p:cNvSpPr/>
          <p:nvPr/>
        </p:nvSpPr>
        <p:spPr>
          <a:xfrm>
            <a:off x="200025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1" name="Thread block 2"/>
          <p:cNvSpPr/>
          <p:nvPr/>
        </p:nvSpPr>
        <p:spPr>
          <a:xfrm>
            <a:off x="2194560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82" name="Block 2"/>
          <p:cNvSpPr/>
          <p:nvPr/>
        </p:nvSpPr>
        <p:spPr>
          <a:xfrm>
            <a:off x="22219920" y="14840631"/>
            <a:ext cx="8321040" cy="473684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2</a:t>
            </a:r>
          </a:p>
        </p:txBody>
      </p:sp>
      <p:sp>
        <p:nvSpPr>
          <p:cNvPr id="183" name="Thread 0 in block 2"/>
          <p:cNvSpPr/>
          <p:nvPr/>
        </p:nvSpPr>
        <p:spPr>
          <a:xfrm>
            <a:off x="224942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4" name="Thread 1 in block 2"/>
          <p:cNvSpPr/>
          <p:nvPr/>
        </p:nvSpPr>
        <p:spPr>
          <a:xfrm>
            <a:off x="229743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5" name="Thread 2 in block 2"/>
          <p:cNvSpPr/>
          <p:nvPr/>
        </p:nvSpPr>
        <p:spPr>
          <a:xfrm>
            <a:off x="234543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6" name="Thread 3 in block 2"/>
          <p:cNvSpPr/>
          <p:nvPr/>
        </p:nvSpPr>
        <p:spPr>
          <a:xfrm>
            <a:off x="239344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7" name="Thread 4 in block 2"/>
          <p:cNvSpPr/>
          <p:nvPr/>
        </p:nvSpPr>
        <p:spPr>
          <a:xfrm>
            <a:off x="244144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5 in block 2"/>
          <p:cNvSpPr/>
          <p:nvPr/>
        </p:nvSpPr>
        <p:spPr>
          <a:xfrm>
            <a:off x="248945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6 in block 2"/>
          <p:cNvSpPr/>
          <p:nvPr/>
        </p:nvSpPr>
        <p:spPr>
          <a:xfrm>
            <a:off x="253746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7 in block 2"/>
          <p:cNvSpPr/>
          <p:nvPr/>
        </p:nvSpPr>
        <p:spPr>
          <a:xfrm>
            <a:off x="258546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8 in block 2"/>
          <p:cNvSpPr/>
          <p:nvPr/>
        </p:nvSpPr>
        <p:spPr>
          <a:xfrm>
            <a:off x="263347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9 in block 2"/>
          <p:cNvSpPr/>
          <p:nvPr/>
        </p:nvSpPr>
        <p:spPr>
          <a:xfrm>
            <a:off x="268147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10 in block 2"/>
          <p:cNvSpPr/>
          <p:nvPr/>
        </p:nvSpPr>
        <p:spPr>
          <a:xfrm>
            <a:off x="272948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11 in block 2"/>
          <p:cNvSpPr/>
          <p:nvPr/>
        </p:nvSpPr>
        <p:spPr>
          <a:xfrm>
            <a:off x="277749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12 in block 2"/>
          <p:cNvSpPr/>
          <p:nvPr/>
        </p:nvSpPr>
        <p:spPr>
          <a:xfrm>
            <a:off x="282549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13 in block 2"/>
          <p:cNvSpPr/>
          <p:nvPr/>
        </p:nvSpPr>
        <p:spPr>
          <a:xfrm>
            <a:off x="287350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7" name="Thread 14 in block 2"/>
          <p:cNvSpPr/>
          <p:nvPr/>
        </p:nvSpPr>
        <p:spPr>
          <a:xfrm>
            <a:off x="292150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15 in block 2"/>
          <p:cNvSpPr/>
          <p:nvPr/>
        </p:nvSpPr>
        <p:spPr>
          <a:xfrm>
            <a:off x="296951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16 in block 2"/>
          <p:cNvSpPr/>
          <p:nvPr/>
        </p:nvSpPr>
        <p:spPr>
          <a:xfrm>
            <a:off x="224942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17 in block 2"/>
          <p:cNvSpPr/>
          <p:nvPr/>
        </p:nvSpPr>
        <p:spPr>
          <a:xfrm>
            <a:off x="229743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18 in block 2"/>
          <p:cNvSpPr/>
          <p:nvPr/>
        </p:nvSpPr>
        <p:spPr>
          <a:xfrm>
            <a:off x="234543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19 in block 2"/>
          <p:cNvSpPr/>
          <p:nvPr/>
        </p:nvSpPr>
        <p:spPr>
          <a:xfrm>
            <a:off x="239344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20 in block 2"/>
          <p:cNvSpPr/>
          <p:nvPr/>
        </p:nvSpPr>
        <p:spPr>
          <a:xfrm>
            <a:off x="244144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4" name="Thread 21 in block 2"/>
          <p:cNvSpPr/>
          <p:nvPr/>
        </p:nvSpPr>
        <p:spPr>
          <a:xfrm>
            <a:off x="248945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5" name="Thread 22 in block 2"/>
          <p:cNvSpPr/>
          <p:nvPr/>
        </p:nvSpPr>
        <p:spPr>
          <a:xfrm>
            <a:off x="253746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6" name="Thread 23 in block 2"/>
          <p:cNvSpPr/>
          <p:nvPr/>
        </p:nvSpPr>
        <p:spPr>
          <a:xfrm>
            <a:off x="258546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7" name="Thread 24 in block 2"/>
          <p:cNvSpPr/>
          <p:nvPr/>
        </p:nvSpPr>
        <p:spPr>
          <a:xfrm>
            <a:off x="263347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8" name="Thread 25 in block 2"/>
          <p:cNvSpPr/>
          <p:nvPr/>
        </p:nvSpPr>
        <p:spPr>
          <a:xfrm>
            <a:off x="268147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9" name="Thread 26 in block 2"/>
          <p:cNvSpPr/>
          <p:nvPr/>
        </p:nvSpPr>
        <p:spPr>
          <a:xfrm>
            <a:off x="272948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0" name="Thread 27 in block 2"/>
          <p:cNvSpPr/>
          <p:nvPr/>
        </p:nvSpPr>
        <p:spPr>
          <a:xfrm>
            <a:off x="277749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28 in block 2"/>
          <p:cNvSpPr/>
          <p:nvPr/>
        </p:nvSpPr>
        <p:spPr>
          <a:xfrm>
            <a:off x="282549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2" name="Thread 29 in block 2"/>
          <p:cNvSpPr/>
          <p:nvPr/>
        </p:nvSpPr>
        <p:spPr>
          <a:xfrm>
            <a:off x="287350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3" name="Thread 30 in block 2"/>
          <p:cNvSpPr/>
          <p:nvPr/>
        </p:nvSpPr>
        <p:spPr>
          <a:xfrm>
            <a:off x="292150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4" name="Thread 31 in block 2"/>
          <p:cNvSpPr/>
          <p:nvPr/>
        </p:nvSpPr>
        <p:spPr>
          <a:xfrm>
            <a:off x="296951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5" name="Thread 32 in block 2"/>
          <p:cNvSpPr/>
          <p:nvPr/>
        </p:nvSpPr>
        <p:spPr>
          <a:xfrm>
            <a:off x="224942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6" name="Thread 33 in block 2"/>
          <p:cNvSpPr/>
          <p:nvPr/>
        </p:nvSpPr>
        <p:spPr>
          <a:xfrm>
            <a:off x="229743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7" name="Thread 34 in block 2"/>
          <p:cNvSpPr/>
          <p:nvPr/>
        </p:nvSpPr>
        <p:spPr>
          <a:xfrm>
            <a:off x="234543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8" name="Thread 35 in block 2"/>
          <p:cNvSpPr/>
          <p:nvPr/>
        </p:nvSpPr>
        <p:spPr>
          <a:xfrm>
            <a:off x="239344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9" name="Thread 36 in block 2"/>
          <p:cNvSpPr/>
          <p:nvPr/>
        </p:nvSpPr>
        <p:spPr>
          <a:xfrm>
            <a:off x="244144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0" name="Thread 37 in block 2"/>
          <p:cNvSpPr/>
          <p:nvPr/>
        </p:nvSpPr>
        <p:spPr>
          <a:xfrm>
            <a:off x="248945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1" name="Thread 38 in block 2"/>
          <p:cNvSpPr/>
          <p:nvPr/>
        </p:nvSpPr>
        <p:spPr>
          <a:xfrm>
            <a:off x="253746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2" name="Thread 39 in block 2"/>
          <p:cNvSpPr/>
          <p:nvPr/>
        </p:nvSpPr>
        <p:spPr>
          <a:xfrm>
            <a:off x="258546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3" name="Thread 40 in block 2"/>
          <p:cNvSpPr/>
          <p:nvPr/>
        </p:nvSpPr>
        <p:spPr>
          <a:xfrm>
            <a:off x="263347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4" name="Thread 41 in block 2"/>
          <p:cNvSpPr/>
          <p:nvPr/>
        </p:nvSpPr>
        <p:spPr>
          <a:xfrm>
            <a:off x="268147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5" name="Thread 42 in block 2"/>
          <p:cNvSpPr/>
          <p:nvPr/>
        </p:nvSpPr>
        <p:spPr>
          <a:xfrm>
            <a:off x="272948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6" name="Thread 43 in block 2"/>
          <p:cNvSpPr/>
          <p:nvPr/>
        </p:nvSpPr>
        <p:spPr>
          <a:xfrm>
            <a:off x="277749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7" name="Thread 44 in block 2"/>
          <p:cNvSpPr/>
          <p:nvPr/>
        </p:nvSpPr>
        <p:spPr>
          <a:xfrm>
            <a:off x="282549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8" name="Thread 45 in block 2"/>
          <p:cNvSpPr/>
          <p:nvPr/>
        </p:nvSpPr>
        <p:spPr>
          <a:xfrm>
            <a:off x="287350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9" name="Thread 46 in block 2"/>
          <p:cNvSpPr/>
          <p:nvPr/>
        </p:nvSpPr>
        <p:spPr>
          <a:xfrm>
            <a:off x="292150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0" name="Thread 47 in block 2"/>
          <p:cNvSpPr/>
          <p:nvPr/>
        </p:nvSpPr>
        <p:spPr>
          <a:xfrm>
            <a:off x="296951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1" name="Thread 48 in block 2"/>
          <p:cNvSpPr/>
          <p:nvPr/>
        </p:nvSpPr>
        <p:spPr>
          <a:xfrm>
            <a:off x="224942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2" name="Thread 49 in block 2"/>
          <p:cNvSpPr/>
          <p:nvPr/>
        </p:nvSpPr>
        <p:spPr>
          <a:xfrm>
            <a:off x="229743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3" name="Thread 50 in block 2"/>
          <p:cNvSpPr/>
          <p:nvPr/>
        </p:nvSpPr>
        <p:spPr>
          <a:xfrm>
            <a:off x="234543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4" name="Thread 51 in block 2"/>
          <p:cNvSpPr/>
          <p:nvPr/>
        </p:nvSpPr>
        <p:spPr>
          <a:xfrm>
            <a:off x="239344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5" name="Thread 52 in block 2"/>
          <p:cNvSpPr/>
          <p:nvPr/>
        </p:nvSpPr>
        <p:spPr>
          <a:xfrm>
            <a:off x="244144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6" name="Thread 53 in block 2"/>
          <p:cNvSpPr/>
          <p:nvPr/>
        </p:nvSpPr>
        <p:spPr>
          <a:xfrm>
            <a:off x="248945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7" name="Thread 54 in block 2"/>
          <p:cNvSpPr/>
          <p:nvPr/>
        </p:nvSpPr>
        <p:spPr>
          <a:xfrm>
            <a:off x="253746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8" name="Thread 55 in block 2"/>
          <p:cNvSpPr/>
          <p:nvPr/>
        </p:nvSpPr>
        <p:spPr>
          <a:xfrm>
            <a:off x="258546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9" name="Thread 56 in block 2"/>
          <p:cNvSpPr/>
          <p:nvPr/>
        </p:nvSpPr>
        <p:spPr>
          <a:xfrm>
            <a:off x="263347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0" name="Thread 57 in block 2"/>
          <p:cNvSpPr/>
          <p:nvPr/>
        </p:nvSpPr>
        <p:spPr>
          <a:xfrm>
            <a:off x="268147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1" name="Thread 58 in block 2"/>
          <p:cNvSpPr/>
          <p:nvPr/>
        </p:nvSpPr>
        <p:spPr>
          <a:xfrm>
            <a:off x="272948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2" name="Thread 59 in block 2"/>
          <p:cNvSpPr/>
          <p:nvPr/>
        </p:nvSpPr>
        <p:spPr>
          <a:xfrm>
            <a:off x="277749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3" name="Thread 60 in block 2"/>
          <p:cNvSpPr/>
          <p:nvPr/>
        </p:nvSpPr>
        <p:spPr>
          <a:xfrm>
            <a:off x="282549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4" name="Thread 61 in block 2"/>
          <p:cNvSpPr/>
          <p:nvPr/>
        </p:nvSpPr>
        <p:spPr>
          <a:xfrm>
            <a:off x="287350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5" name="Thread 62 in block 2"/>
          <p:cNvSpPr/>
          <p:nvPr/>
        </p:nvSpPr>
        <p:spPr>
          <a:xfrm>
            <a:off x="292150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6" name="Thread 63 in block 2"/>
          <p:cNvSpPr/>
          <p:nvPr/>
        </p:nvSpPr>
        <p:spPr>
          <a:xfrm>
            <a:off x="296951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7" name="Additional thread blocks"/>
          <p:cNvSpPr/>
          <p:nvPr/>
        </p:nvSpPr>
        <p:spPr>
          <a:xfrm>
            <a:off x="31318200" y="15803880"/>
            <a:ext cx="2286000" cy="975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6120" b="0">
                <a:solidFill>
                  <a:schemeClr val="accent6"/>
                </a:solidFill>
                <a:latin typeface="NVIDIA Sans"/>
              </a:rPr>
              <a:t xml:space="preserve">...</a:t>
            </a:r>
          </a:p>
        </p:txBody>
      </p:sp>
      <p:sp>
        <p:nvSpPr>
          <p:cNvPr id="248" name="Shape"/>
          <p:cNvSpPr/>
          <p:nvPr/>
        </p:nvSpPr>
        <p:spPr>
          <a:xfrm>
            <a:off x="256032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249" name="Original group: one warp unit"/>
          <p:cNvSpPr/>
          <p:nvPr/>
        </p:nvSpPr>
        <p:spPr>
          <a:xfrm>
            <a:off x="3131820" y="18379440"/>
            <a:ext cx="9601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Original group: one warp unit</a:t>
            </a:r>
          </a:p>
        </p:txBody>
      </p:sp>
      <p:sp>
        <p:nvSpPr>
          <p:cNvPr id="250" name="Shape"/>
          <p:cNvSpPr/>
          <p:nvPr/>
        </p:nvSpPr>
        <p:spPr>
          <a:xfrm>
            <a:off x="128016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251" name="View: 32 thread units"/>
          <p:cNvSpPr/>
          <p:nvPr/>
        </p:nvSpPr>
        <p:spPr>
          <a:xfrm>
            <a:off x="13373100" y="18379440"/>
            <a:ext cx="9601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View: 32 thread units</a:t>
            </a:r>
          </a:p>
        </p:txBody>
      </p:sp>
      <p:sp>
        <p:nvSpPr>
          <p:cNvPr id="252" name="Same threads · same synchronization"/>
          <p:cNvSpPr/>
          <p:nvPr/>
        </p:nvSpPr>
        <p:spPr>
          <a:xfrm>
            <a:off x="23042880" y="18379440"/>
            <a:ext cx="114300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Same threads · same synchronization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>
  <p:cSld name="Group Mapp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Mapping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Mappings</a:t>
            </a:r>
          </a:p>
        </p:txBody>
      </p:sp>
      <p:sp>
        <p:nvSpPr>
          <p:cNvPr id="3" name="Partition units and compose mappings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Partition units and compose mappings</a:t>
            </a:r>
          </a:p>
        </p:txBody>
      </p:sp>
      <p:sp>
        <p:nvSpPr>
          <p:cNvPr id="4" name="2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5" name="Determines how the units are split into subgroups"/>
          <p:cNvSpPr/>
          <p:nvPr/>
        </p:nvSpPr>
        <p:spPr>
          <a:xfrm>
            <a:off x="1874520" y="4823460"/>
            <a:ext cx="323469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Determines how the units are split into subgroups</a:t>
            </a:r>
          </a:p>
        </p:txBody>
      </p:sp>
      <p:sp>
        <p:nvSpPr>
          <p:cNvPr id="6" name="Needs to implement the `map` method that transforms `/*group-mapp"/>
          <p:cNvSpPr/>
          <p:nvPr/>
        </p:nvSpPr>
        <p:spPr>
          <a:xfrm>
            <a:off x="1874520" y="6149340"/>
            <a:ext cx="323469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Needs to implement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map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method that transforms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/*group-mapping-result*/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types: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7475220"/>
            <a:ext cx="32918400" cy="61264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8" name="Verbatim C++ snippet" descr="Verbatim fenced C++ snippet from slides.md"/>
          <p:cNvSpPr/>
          <p:nvPr/>
        </p:nvSpPr>
        <p:spPr>
          <a:xfrm>
            <a:off x="2331720" y="8001000"/>
            <a:ext cx="31912560" cy="507492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template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PrevMappingResult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concept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/*group-mapping*/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requires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PrevMappingResult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prev_mapping_result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prev_mapping_result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/*group-mapping-result*/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non_exhaustive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prev_mapping_result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/*group-mapping-result*/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9" name="The overload that takes the `non_exhaustive` tag does the non-exh"/>
          <p:cNvSpPr/>
          <p:nvPr/>
        </p:nvSpPr>
        <p:spPr>
          <a:xfrm>
            <a:off x="1874520" y="14264640"/>
            <a:ext cx="323469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The overload that takes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non_exhaustive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tag does the non-exhaustive mapping</a:t>
            </a:r>
          </a:p>
        </p:txBody>
      </p:sp>
      <p:sp>
        <p:nvSpPr>
          <p:cNvPr id="10" name="Mappings can be chained with `|` to transform the result from lef"/>
          <p:cNvSpPr/>
          <p:nvPr/>
        </p:nvSpPr>
        <p:spPr>
          <a:xfrm>
            <a:off x="1874520" y="15773400"/>
            <a:ext cx="323469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Mappings can be chained with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|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to transform the result from left to right</a:t>
            </a:r>
          </a:p>
        </p:txBody>
      </p:sp>
      <p:sp>
        <p:nvSpPr>
          <p:cNvPr id="11" name="Goal is to preserve as much compile-time information as possible"/>
          <p:cNvSpPr/>
          <p:nvPr/>
        </p:nvSpPr>
        <p:spPr>
          <a:xfrm>
            <a:off x="1874520" y="17282160"/>
            <a:ext cx="323469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Goal is to preserve as much compile-time information as possible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>
  <p:cSld name="Predefined Group Mappings — identity_mapp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4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5" name="Current mapping"/>
          <p:cNvSpPr/>
          <p:nvPr/>
        </p:nvSpPr>
        <p:spPr>
          <a:xfrm>
            <a:off x="1828800" y="505206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6" name="Shape"/>
          <p:cNvSpPr/>
          <p:nvPr/>
        </p:nvSpPr>
        <p:spPr>
          <a:xfrm>
            <a:off x="1828800" y="505206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`identity_mapping`"/>
          <p:cNvSpPr/>
          <p:nvPr/>
        </p:nvSpPr>
        <p:spPr>
          <a:xfrm>
            <a:off x="228600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identity_mapping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8" name="`group_by`"/>
          <p:cNvSpPr/>
          <p:nvPr/>
        </p:nvSpPr>
        <p:spPr>
          <a:xfrm>
            <a:off x="228600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`group_as`"/>
          <p:cNvSpPr/>
          <p:nvPr/>
        </p:nvSpPr>
        <p:spPr>
          <a:xfrm>
            <a:off x="228600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`take`"/>
          <p:cNvSpPr/>
          <p:nvPr/>
        </p:nvSpPr>
        <p:spPr>
          <a:xfrm>
            <a:off x="228600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`binary_partition`"/>
          <p:cNvSpPr/>
          <p:nvPr/>
        </p:nvSpPr>
        <p:spPr>
          <a:xfrm>
            <a:off x="228600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28600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Preserves the previous mapping result without further partitionin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Preserves the previous mapping result without further partitioning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9281160"/>
            <a:ext cx="20345400" cy="5943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identity_mapping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"/>
          <p:cNvSpPr/>
          <p:nvPr/>
        </p:nvSpPr>
        <p:spPr>
          <a:xfrm>
            <a:off x="13670280" y="126415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21" name="Partition 1, row 0, threads 8,9,10,11,12,13,14,15"/>
          <p:cNvSpPr/>
          <p:nvPr/>
        </p:nvSpPr>
        <p:spPr>
          <a:xfrm>
            <a:off x="24094440" y="126415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22" name="Partition 2, row 1, threads 16,17,18,19,20,21,22,23"/>
          <p:cNvSpPr/>
          <p:nvPr/>
        </p:nvSpPr>
        <p:spPr>
          <a:xfrm>
            <a:off x="13670280" y="134645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23" name="Partition 3, row 1, threads 24,25,26,27,28,29,30,31"/>
          <p:cNvSpPr/>
          <p:nvPr/>
        </p:nvSpPr>
        <p:spPr>
          <a:xfrm>
            <a:off x="24094440" y="134645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24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6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8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30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2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4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6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8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40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2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4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6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8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50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2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4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6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8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60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2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4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6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8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70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2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4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6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8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80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2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4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6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8" name="Shape"/>
          <p:cNvSpPr/>
          <p:nvPr/>
        </p:nvSpPr>
        <p:spPr>
          <a:xfrm>
            <a:off x="23591520" y="15247620"/>
            <a:ext cx="548640" cy="7315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9" name="Example warp: 32 threads"/>
          <p:cNvSpPr/>
          <p:nvPr/>
        </p:nvSpPr>
        <p:spPr>
          <a:xfrm>
            <a:off x="13235940" y="168249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90" name="Partition 0, row 0, threads 0,1,2,3,4,5,6,7"/>
          <p:cNvSpPr/>
          <p:nvPr/>
        </p:nvSpPr>
        <p:spPr>
          <a:xfrm>
            <a:off x="13670280" y="169849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1" name="Partition 1, row 0, threads 8,9,10,11,12,13,14,15"/>
          <p:cNvSpPr/>
          <p:nvPr/>
        </p:nvSpPr>
        <p:spPr>
          <a:xfrm>
            <a:off x="24094440" y="169849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92" name="Partition 2, row 1, threads 16,17,18,19,20,21,22,23"/>
          <p:cNvSpPr/>
          <p:nvPr/>
        </p:nvSpPr>
        <p:spPr>
          <a:xfrm>
            <a:off x="13670280" y="178079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93" name="Partition 3, row 1, threads 24,25,26,27,28,29,30,31"/>
          <p:cNvSpPr/>
          <p:nvPr/>
        </p:nvSpPr>
        <p:spPr>
          <a:xfrm>
            <a:off x="24094440" y="178079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94" name="Example thread 0 included"/>
          <p:cNvSpPr/>
          <p:nvPr/>
        </p:nvSpPr>
        <p:spPr>
          <a:xfrm>
            <a:off x="138074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0"/>
          <p:cNvSpPr/>
          <p:nvPr/>
        </p:nvSpPr>
        <p:spPr>
          <a:xfrm>
            <a:off x="138074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6" name="Example thread 1 included"/>
          <p:cNvSpPr/>
          <p:nvPr/>
        </p:nvSpPr>
        <p:spPr>
          <a:xfrm>
            <a:off x="151104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1"/>
          <p:cNvSpPr/>
          <p:nvPr/>
        </p:nvSpPr>
        <p:spPr>
          <a:xfrm>
            <a:off x="151104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8" name="Example thread 2 included"/>
          <p:cNvSpPr/>
          <p:nvPr/>
        </p:nvSpPr>
        <p:spPr>
          <a:xfrm>
            <a:off x="164134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2"/>
          <p:cNvSpPr/>
          <p:nvPr/>
        </p:nvSpPr>
        <p:spPr>
          <a:xfrm>
            <a:off x="164134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100" name="Example thread 3 included"/>
          <p:cNvSpPr/>
          <p:nvPr/>
        </p:nvSpPr>
        <p:spPr>
          <a:xfrm>
            <a:off x="177165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3"/>
          <p:cNvSpPr/>
          <p:nvPr/>
        </p:nvSpPr>
        <p:spPr>
          <a:xfrm>
            <a:off x="177165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02" name="Example thread 4 included"/>
          <p:cNvSpPr/>
          <p:nvPr/>
        </p:nvSpPr>
        <p:spPr>
          <a:xfrm>
            <a:off x="190195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4"/>
          <p:cNvSpPr/>
          <p:nvPr/>
        </p:nvSpPr>
        <p:spPr>
          <a:xfrm>
            <a:off x="190195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04" name="Example thread 5 included"/>
          <p:cNvSpPr/>
          <p:nvPr/>
        </p:nvSpPr>
        <p:spPr>
          <a:xfrm>
            <a:off x="203225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5"/>
          <p:cNvSpPr/>
          <p:nvPr/>
        </p:nvSpPr>
        <p:spPr>
          <a:xfrm>
            <a:off x="203225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6" name="Example thread 6 included"/>
          <p:cNvSpPr/>
          <p:nvPr/>
        </p:nvSpPr>
        <p:spPr>
          <a:xfrm>
            <a:off x="216255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6"/>
          <p:cNvSpPr/>
          <p:nvPr/>
        </p:nvSpPr>
        <p:spPr>
          <a:xfrm>
            <a:off x="216255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8" name="Example thread 7 included"/>
          <p:cNvSpPr/>
          <p:nvPr/>
        </p:nvSpPr>
        <p:spPr>
          <a:xfrm>
            <a:off x="229285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7"/>
          <p:cNvSpPr/>
          <p:nvPr/>
        </p:nvSpPr>
        <p:spPr>
          <a:xfrm>
            <a:off x="229285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10" name="Example thread 8 included"/>
          <p:cNvSpPr/>
          <p:nvPr/>
        </p:nvSpPr>
        <p:spPr>
          <a:xfrm>
            <a:off x="242316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8"/>
          <p:cNvSpPr/>
          <p:nvPr/>
        </p:nvSpPr>
        <p:spPr>
          <a:xfrm>
            <a:off x="242316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12" name="Example thread 9 included"/>
          <p:cNvSpPr/>
          <p:nvPr/>
        </p:nvSpPr>
        <p:spPr>
          <a:xfrm>
            <a:off x="255346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9"/>
          <p:cNvSpPr/>
          <p:nvPr/>
        </p:nvSpPr>
        <p:spPr>
          <a:xfrm>
            <a:off x="255346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14" name="Example thread 10 included"/>
          <p:cNvSpPr/>
          <p:nvPr/>
        </p:nvSpPr>
        <p:spPr>
          <a:xfrm>
            <a:off x="268376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10"/>
          <p:cNvSpPr/>
          <p:nvPr/>
        </p:nvSpPr>
        <p:spPr>
          <a:xfrm>
            <a:off x="268376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6" name="Example thread 11 included"/>
          <p:cNvSpPr/>
          <p:nvPr/>
        </p:nvSpPr>
        <p:spPr>
          <a:xfrm>
            <a:off x="281406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11"/>
          <p:cNvSpPr/>
          <p:nvPr/>
        </p:nvSpPr>
        <p:spPr>
          <a:xfrm>
            <a:off x="281406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8" name="Example thread 12 included"/>
          <p:cNvSpPr/>
          <p:nvPr/>
        </p:nvSpPr>
        <p:spPr>
          <a:xfrm>
            <a:off x="294436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12"/>
          <p:cNvSpPr/>
          <p:nvPr/>
        </p:nvSpPr>
        <p:spPr>
          <a:xfrm>
            <a:off x="294436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20" name="Example thread 13 included"/>
          <p:cNvSpPr/>
          <p:nvPr/>
        </p:nvSpPr>
        <p:spPr>
          <a:xfrm>
            <a:off x="307467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13"/>
          <p:cNvSpPr/>
          <p:nvPr/>
        </p:nvSpPr>
        <p:spPr>
          <a:xfrm>
            <a:off x="307467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22" name="Example thread 14 included"/>
          <p:cNvSpPr/>
          <p:nvPr/>
        </p:nvSpPr>
        <p:spPr>
          <a:xfrm>
            <a:off x="320497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14"/>
          <p:cNvSpPr/>
          <p:nvPr/>
        </p:nvSpPr>
        <p:spPr>
          <a:xfrm>
            <a:off x="320497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24" name="Example thread 15 included"/>
          <p:cNvSpPr/>
          <p:nvPr/>
        </p:nvSpPr>
        <p:spPr>
          <a:xfrm>
            <a:off x="333527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15"/>
          <p:cNvSpPr/>
          <p:nvPr/>
        </p:nvSpPr>
        <p:spPr>
          <a:xfrm>
            <a:off x="333527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6" name="Example thread 16 included"/>
          <p:cNvSpPr/>
          <p:nvPr/>
        </p:nvSpPr>
        <p:spPr>
          <a:xfrm>
            <a:off x="138074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16"/>
          <p:cNvSpPr/>
          <p:nvPr/>
        </p:nvSpPr>
        <p:spPr>
          <a:xfrm>
            <a:off x="138074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8" name="Example thread 17 included"/>
          <p:cNvSpPr/>
          <p:nvPr/>
        </p:nvSpPr>
        <p:spPr>
          <a:xfrm>
            <a:off x="151104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17"/>
          <p:cNvSpPr/>
          <p:nvPr/>
        </p:nvSpPr>
        <p:spPr>
          <a:xfrm>
            <a:off x="151104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30" name="Example thread 18 included"/>
          <p:cNvSpPr/>
          <p:nvPr/>
        </p:nvSpPr>
        <p:spPr>
          <a:xfrm>
            <a:off x="164134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18"/>
          <p:cNvSpPr/>
          <p:nvPr/>
        </p:nvSpPr>
        <p:spPr>
          <a:xfrm>
            <a:off x="164134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32" name="Example thread 19 included"/>
          <p:cNvSpPr/>
          <p:nvPr/>
        </p:nvSpPr>
        <p:spPr>
          <a:xfrm>
            <a:off x="177165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19"/>
          <p:cNvSpPr/>
          <p:nvPr/>
        </p:nvSpPr>
        <p:spPr>
          <a:xfrm>
            <a:off x="177165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34" name="Example thread 20 included"/>
          <p:cNvSpPr/>
          <p:nvPr/>
        </p:nvSpPr>
        <p:spPr>
          <a:xfrm>
            <a:off x="190195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20"/>
          <p:cNvSpPr/>
          <p:nvPr/>
        </p:nvSpPr>
        <p:spPr>
          <a:xfrm>
            <a:off x="190195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6" name="Example thread 21 included"/>
          <p:cNvSpPr/>
          <p:nvPr/>
        </p:nvSpPr>
        <p:spPr>
          <a:xfrm>
            <a:off x="203225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21"/>
          <p:cNvSpPr/>
          <p:nvPr/>
        </p:nvSpPr>
        <p:spPr>
          <a:xfrm>
            <a:off x="203225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8" name="Example thread 22 included"/>
          <p:cNvSpPr/>
          <p:nvPr/>
        </p:nvSpPr>
        <p:spPr>
          <a:xfrm>
            <a:off x="216255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22"/>
          <p:cNvSpPr/>
          <p:nvPr/>
        </p:nvSpPr>
        <p:spPr>
          <a:xfrm>
            <a:off x="216255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40" name="Example thread 23 included"/>
          <p:cNvSpPr/>
          <p:nvPr/>
        </p:nvSpPr>
        <p:spPr>
          <a:xfrm>
            <a:off x="229285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23"/>
          <p:cNvSpPr/>
          <p:nvPr/>
        </p:nvSpPr>
        <p:spPr>
          <a:xfrm>
            <a:off x="229285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42" name="Example thread 24 included"/>
          <p:cNvSpPr/>
          <p:nvPr/>
        </p:nvSpPr>
        <p:spPr>
          <a:xfrm>
            <a:off x="242316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24"/>
          <p:cNvSpPr/>
          <p:nvPr/>
        </p:nvSpPr>
        <p:spPr>
          <a:xfrm>
            <a:off x="242316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44" name="Example thread 25 included"/>
          <p:cNvSpPr/>
          <p:nvPr/>
        </p:nvSpPr>
        <p:spPr>
          <a:xfrm>
            <a:off x="255346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25"/>
          <p:cNvSpPr/>
          <p:nvPr/>
        </p:nvSpPr>
        <p:spPr>
          <a:xfrm>
            <a:off x="255346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6" name="Example thread 26 included"/>
          <p:cNvSpPr/>
          <p:nvPr/>
        </p:nvSpPr>
        <p:spPr>
          <a:xfrm>
            <a:off x="268376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26"/>
          <p:cNvSpPr/>
          <p:nvPr/>
        </p:nvSpPr>
        <p:spPr>
          <a:xfrm>
            <a:off x="268376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8" name="Example thread 27 included"/>
          <p:cNvSpPr/>
          <p:nvPr/>
        </p:nvSpPr>
        <p:spPr>
          <a:xfrm>
            <a:off x="281406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27"/>
          <p:cNvSpPr/>
          <p:nvPr/>
        </p:nvSpPr>
        <p:spPr>
          <a:xfrm>
            <a:off x="281406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50" name="Example thread 28 included"/>
          <p:cNvSpPr/>
          <p:nvPr/>
        </p:nvSpPr>
        <p:spPr>
          <a:xfrm>
            <a:off x="294436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28"/>
          <p:cNvSpPr/>
          <p:nvPr/>
        </p:nvSpPr>
        <p:spPr>
          <a:xfrm>
            <a:off x="294436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52" name="Example thread 29 included"/>
          <p:cNvSpPr/>
          <p:nvPr/>
        </p:nvSpPr>
        <p:spPr>
          <a:xfrm>
            <a:off x="307467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29"/>
          <p:cNvSpPr/>
          <p:nvPr/>
        </p:nvSpPr>
        <p:spPr>
          <a:xfrm>
            <a:off x="307467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54" name="Example thread 30 included"/>
          <p:cNvSpPr/>
          <p:nvPr/>
        </p:nvSpPr>
        <p:spPr>
          <a:xfrm>
            <a:off x="320497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30"/>
          <p:cNvSpPr/>
          <p:nvPr/>
        </p:nvSpPr>
        <p:spPr>
          <a:xfrm>
            <a:off x="320497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6" name="Example thread 31 included"/>
          <p:cNvSpPr/>
          <p:nvPr/>
        </p:nvSpPr>
        <p:spPr>
          <a:xfrm>
            <a:off x="333527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31"/>
          <p:cNvSpPr/>
          <p:nvPr/>
        </p:nvSpPr>
        <p:spPr>
          <a:xfrm>
            <a:off x="333527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>
  <p:cSld name="Predefined Group Mappings — group_b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28600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Current mapping"/>
          <p:cNvSpPr/>
          <p:nvPr/>
        </p:nvSpPr>
        <p:spPr>
          <a:xfrm>
            <a:off x="1828800" y="717804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7" name="Shape"/>
          <p:cNvSpPr/>
          <p:nvPr/>
        </p:nvSpPr>
        <p:spPr>
          <a:xfrm>
            <a:off x="1828800" y="717804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`group_by`"/>
          <p:cNvSpPr/>
          <p:nvPr/>
        </p:nvSpPr>
        <p:spPr>
          <a:xfrm>
            <a:off x="228600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group_by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9" name="`group_as`"/>
          <p:cNvSpPr/>
          <p:nvPr/>
        </p:nvSpPr>
        <p:spPr>
          <a:xfrm>
            <a:off x="228600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`take`"/>
          <p:cNvSpPr/>
          <p:nvPr/>
        </p:nvSpPr>
        <p:spPr>
          <a:xfrm>
            <a:off x="228600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`binary_partition`"/>
          <p:cNvSpPr/>
          <p:nvPr/>
        </p:nvSpPr>
        <p:spPr>
          <a:xfrm>
            <a:off x="228600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28600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Splits each group into subgroups with the same specified number o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Splits each group into subgroups with the same specified number of units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9281160"/>
            <a:ext cx="20345400" cy="5943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8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,8,9,10,11,12,13,14,15"/>
          <p:cNvSpPr/>
          <p:nvPr/>
        </p:nvSpPr>
        <p:spPr>
          <a:xfrm>
            <a:off x="13670280" y="12641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1" name="Partition 0, row 1, threads 16,17,18,19,20,21,22,23,24,25,26,27,28,29,30,31"/>
          <p:cNvSpPr/>
          <p:nvPr/>
        </p:nvSpPr>
        <p:spPr>
          <a:xfrm>
            <a:off x="13670280" y="1346454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2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4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6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8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0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2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4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6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8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0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2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4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6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8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0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2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4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6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8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0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2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4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6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8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0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2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4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6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8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0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2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4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6" name="Shape"/>
          <p:cNvSpPr/>
          <p:nvPr/>
        </p:nvSpPr>
        <p:spPr>
          <a:xfrm>
            <a:off x="23591520" y="15247620"/>
            <a:ext cx="548640" cy="7315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7" name="Example warp: 32 threads"/>
          <p:cNvSpPr/>
          <p:nvPr/>
        </p:nvSpPr>
        <p:spPr>
          <a:xfrm>
            <a:off x="13235940" y="168249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8" name="Partition 0, row 0, threads 0,1,2,3,4,5,6,7"/>
          <p:cNvSpPr/>
          <p:nvPr/>
        </p:nvSpPr>
        <p:spPr>
          <a:xfrm>
            <a:off x="13670280" y="169849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9" name="Partition 1, row 0, threads 8,9,10,11,12,13,14,15"/>
          <p:cNvSpPr/>
          <p:nvPr/>
        </p:nvSpPr>
        <p:spPr>
          <a:xfrm>
            <a:off x="24094440" y="169849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90" name="Partition 2, row 1, threads 16,17,18,19,20,21,22,23"/>
          <p:cNvSpPr/>
          <p:nvPr/>
        </p:nvSpPr>
        <p:spPr>
          <a:xfrm>
            <a:off x="13670280" y="178079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91" name="Partition 3, row 1, threads 24,25,26,27,28,29,30,31"/>
          <p:cNvSpPr/>
          <p:nvPr/>
        </p:nvSpPr>
        <p:spPr>
          <a:xfrm>
            <a:off x="24094440" y="178079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92" name="Example thread 0 included"/>
          <p:cNvSpPr/>
          <p:nvPr/>
        </p:nvSpPr>
        <p:spPr>
          <a:xfrm>
            <a:off x="138074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0"/>
          <p:cNvSpPr/>
          <p:nvPr/>
        </p:nvSpPr>
        <p:spPr>
          <a:xfrm>
            <a:off x="138074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4" name="Example thread 1 included"/>
          <p:cNvSpPr/>
          <p:nvPr/>
        </p:nvSpPr>
        <p:spPr>
          <a:xfrm>
            <a:off x="151104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1"/>
          <p:cNvSpPr/>
          <p:nvPr/>
        </p:nvSpPr>
        <p:spPr>
          <a:xfrm>
            <a:off x="151104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6" name="Example thread 2 included"/>
          <p:cNvSpPr/>
          <p:nvPr/>
        </p:nvSpPr>
        <p:spPr>
          <a:xfrm>
            <a:off x="164134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2"/>
          <p:cNvSpPr/>
          <p:nvPr/>
        </p:nvSpPr>
        <p:spPr>
          <a:xfrm>
            <a:off x="164134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8" name="Example thread 3 included"/>
          <p:cNvSpPr/>
          <p:nvPr/>
        </p:nvSpPr>
        <p:spPr>
          <a:xfrm>
            <a:off x="177165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3"/>
          <p:cNvSpPr/>
          <p:nvPr/>
        </p:nvSpPr>
        <p:spPr>
          <a:xfrm>
            <a:off x="177165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00" name="Example thread 4 included"/>
          <p:cNvSpPr/>
          <p:nvPr/>
        </p:nvSpPr>
        <p:spPr>
          <a:xfrm>
            <a:off x="190195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4"/>
          <p:cNvSpPr/>
          <p:nvPr/>
        </p:nvSpPr>
        <p:spPr>
          <a:xfrm>
            <a:off x="190195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02" name="Example thread 5 included"/>
          <p:cNvSpPr/>
          <p:nvPr/>
        </p:nvSpPr>
        <p:spPr>
          <a:xfrm>
            <a:off x="203225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5"/>
          <p:cNvSpPr/>
          <p:nvPr/>
        </p:nvSpPr>
        <p:spPr>
          <a:xfrm>
            <a:off x="203225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4" name="Example thread 6 included"/>
          <p:cNvSpPr/>
          <p:nvPr/>
        </p:nvSpPr>
        <p:spPr>
          <a:xfrm>
            <a:off x="216255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6"/>
          <p:cNvSpPr/>
          <p:nvPr/>
        </p:nvSpPr>
        <p:spPr>
          <a:xfrm>
            <a:off x="216255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6" name="Example thread 7 included"/>
          <p:cNvSpPr/>
          <p:nvPr/>
        </p:nvSpPr>
        <p:spPr>
          <a:xfrm>
            <a:off x="229285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7"/>
          <p:cNvSpPr/>
          <p:nvPr/>
        </p:nvSpPr>
        <p:spPr>
          <a:xfrm>
            <a:off x="229285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8" name="Example thread 8 included"/>
          <p:cNvSpPr/>
          <p:nvPr/>
        </p:nvSpPr>
        <p:spPr>
          <a:xfrm>
            <a:off x="242316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8"/>
          <p:cNvSpPr/>
          <p:nvPr/>
        </p:nvSpPr>
        <p:spPr>
          <a:xfrm>
            <a:off x="242316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10" name="Example thread 9 included"/>
          <p:cNvSpPr/>
          <p:nvPr/>
        </p:nvSpPr>
        <p:spPr>
          <a:xfrm>
            <a:off x="255346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9"/>
          <p:cNvSpPr/>
          <p:nvPr/>
        </p:nvSpPr>
        <p:spPr>
          <a:xfrm>
            <a:off x="255346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12" name="Example thread 10 included"/>
          <p:cNvSpPr/>
          <p:nvPr/>
        </p:nvSpPr>
        <p:spPr>
          <a:xfrm>
            <a:off x="268376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10"/>
          <p:cNvSpPr/>
          <p:nvPr/>
        </p:nvSpPr>
        <p:spPr>
          <a:xfrm>
            <a:off x="268376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4" name="Example thread 11 included"/>
          <p:cNvSpPr/>
          <p:nvPr/>
        </p:nvSpPr>
        <p:spPr>
          <a:xfrm>
            <a:off x="281406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11"/>
          <p:cNvSpPr/>
          <p:nvPr/>
        </p:nvSpPr>
        <p:spPr>
          <a:xfrm>
            <a:off x="281406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6" name="Example thread 12 included"/>
          <p:cNvSpPr/>
          <p:nvPr/>
        </p:nvSpPr>
        <p:spPr>
          <a:xfrm>
            <a:off x="294436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12"/>
          <p:cNvSpPr/>
          <p:nvPr/>
        </p:nvSpPr>
        <p:spPr>
          <a:xfrm>
            <a:off x="294436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8" name="Example thread 13 included"/>
          <p:cNvSpPr/>
          <p:nvPr/>
        </p:nvSpPr>
        <p:spPr>
          <a:xfrm>
            <a:off x="307467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13"/>
          <p:cNvSpPr/>
          <p:nvPr/>
        </p:nvSpPr>
        <p:spPr>
          <a:xfrm>
            <a:off x="307467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20" name="Example thread 14 included"/>
          <p:cNvSpPr/>
          <p:nvPr/>
        </p:nvSpPr>
        <p:spPr>
          <a:xfrm>
            <a:off x="320497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14"/>
          <p:cNvSpPr/>
          <p:nvPr/>
        </p:nvSpPr>
        <p:spPr>
          <a:xfrm>
            <a:off x="320497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22" name="Example thread 15 included"/>
          <p:cNvSpPr/>
          <p:nvPr/>
        </p:nvSpPr>
        <p:spPr>
          <a:xfrm>
            <a:off x="333527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15"/>
          <p:cNvSpPr/>
          <p:nvPr/>
        </p:nvSpPr>
        <p:spPr>
          <a:xfrm>
            <a:off x="333527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4" name="Example thread 16 included"/>
          <p:cNvSpPr/>
          <p:nvPr/>
        </p:nvSpPr>
        <p:spPr>
          <a:xfrm>
            <a:off x="138074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16"/>
          <p:cNvSpPr/>
          <p:nvPr/>
        </p:nvSpPr>
        <p:spPr>
          <a:xfrm>
            <a:off x="138074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6" name="Example thread 17 included"/>
          <p:cNvSpPr/>
          <p:nvPr/>
        </p:nvSpPr>
        <p:spPr>
          <a:xfrm>
            <a:off x="151104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17"/>
          <p:cNvSpPr/>
          <p:nvPr/>
        </p:nvSpPr>
        <p:spPr>
          <a:xfrm>
            <a:off x="151104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8" name="Example thread 18 included"/>
          <p:cNvSpPr/>
          <p:nvPr/>
        </p:nvSpPr>
        <p:spPr>
          <a:xfrm>
            <a:off x="164134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18"/>
          <p:cNvSpPr/>
          <p:nvPr/>
        </p:nvSpPr>
        <p:spPr>
          <a:xfrm>
            <a:off x="164134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30" name="Example thread 19 included"/>
          <p:cNvSpPr/>
          <p:nvPr/>
        </p:nvSpPr>
        <p:spPr>
          <a:xfrm>
            <a:off x="177165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19"/>
          <p:cNvSpPr/>
          <p:nvPr/>
        </p:nvSpPr>
        <p:spPr>
          <a:xfrm>
            <a:off x="177165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32" name="Example thread 20 included"/>
          <p:cNvSpPr/>
          <p:nvPr/>
        </p:nvSpPr>
        <p:spPr>
          <a:xfrm>
            <a:off x="190195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20"/>
          <p:cNvSpPr/>
          <p:nvPr/>
        </p:nvSpPr>
        <p:spPr>
          <a:xfrm>
            <a:off x="190195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4" name="Example thread 21 included"/>
          <p:cNvSpPr/>
          <p:nvPr/>
        </p:nvSpPr>
        <p:spPr>
          <a:xfrm>
            <a:off x="203225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21"/>
          <p:cNvSpPr/>
          <p:nvPr/>
        </p:nvSpPr>
        <p:spPr>
          <a:xfrm>
            <a:off x="203225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6" name="Example thread 22 included"/>
          <p:cNvSpPr/>
          <p:nvPr/>
        </p:nvSpPr>
        <p:spPr>
          <a:xfrm>
            <a:off x="216255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22"/>
          <p:cNvSpPr/>
          <p:nvPr/>
        </p:nvSpPr>
        <p:spPr>
          <a:xfrm>
            <a:off x="216255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8" name="Example thread 23 included"/>
          <p:cNvSpPr/>
          <p:nvPr/>
        </p:nvSpPr>
        <p:spPr>
          <a:xfrm>
            <a:off x="229285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23"/>
          <p:cNvSpPr/>
          <p:nvPr/>
        </p:nvSpPr>
        <p:spPr>
          <a:xfrm>
            <a:off x="229285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40" name="Example thread 24 included"/>
          <p:cNvSpPr/>
          <p:nvPr/>
        </p:nvSpPr>
        <p:spPr>
          <a:xfrm>
            <a:off x="242316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24"/>
          <p:cNvSpPr/>
          <p:nvPr/>
        </p:nvSpPr>
        <p:spPr>
          <a:xfrm>
            <a:off x="242316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42" name="Example thread 25 included"/>
          <p:cNvSpPr/>
          <p:nvPr/>
        </p:nvSpPr>
        <p:spPr>
          <a:xfrm>
            <a:off x="255346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25"/>
          <p:cNvSpPr/>
          <p:nvPr/>
        </p:nvSpPr>
        <p:spPr>
          <a:xfrm>
            <a:off x="255346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4" name="Example thread 26 included"/>
          <p:cNvSpPr/>
          <p:nvPr/>
        </p:nvSpPr>
        <p:spPr>
          <a:xfrm>
            <a:off x="268376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26"/>
          <p:cNvSpPr/>
          <p:nvPr/>
        </p:nvSpPr>
        <p:spPr>
          <a:xfrm>
            <a:off x="268376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6" name="Example thread 27 included"/>
          <p:cNvSpPr/>
          <p:nvPr/>
        </p:nvSpPr>
        <p:spPr>
          <a:xfrm>
            <a:off x="281406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27"/>
          <p:cNvSpPr/>
          <p:nvPr/>
        </p:nvSpPr>
        <p:spPr>
          <a:xfrm>
            <a:off x="281406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8" name="Example thread 28 included"/>
          <p:cNvSpPr/>
          <p:nvPr/>
        </p:nvSpPr>
        <p:spPr>
          <a:xfrm>
            <a:off x="294436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28"/>
          <p:cNvSpPr/>
          <p:nvPr/>
        </p:nvSpPr>
        <p:spPr>
          <a:xfrm>
            <a:off x="294436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50" name="Example thread 29 included"/>
          <p:cNvSpPr/>
          <p:nvPr/>
        </p:nvSpPr>
        <p:spPr>
          <a:xfrm>
            <a:off x="307467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29"/>
          <p:cNvSpPr/>
          <p:nvPr/>
        </p:nvSpPr>
        <p:spPr>
          <a:xfrm>
            <a:off x="307467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52" name="Example thread 30 included"/>
          <p:cNvSpPr/>
          <p:nvPr/>
        </p:nvSpPr>
        <p:spPr>
          <a:xfrm>
            <a:off x="320497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30"/>
          <p:cNvSpPr/>
          <p:nvPr/>
        </p:nvSpPr>
        <p:spPr>
          <a:xfrm>
            <a:off x="320497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4" name="Example thread 31 included"/>
          <p:cNvSpPr/>
          <p:nvPr/>
        </p:nvSpPr>
        <p:spPr>
          <a:xfrm>
            <a:off x="333527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31"/>
          <p:cNvSpPr/>
          <p:nvPr/>
        </p:nvSpPr>
        <p:spPr>
          <a:xfrm>
            <a:off x="333527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>
  <p:cSld name="Predefined Group Mappings — group_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28600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group_by`"/>
          <p:cNvSpPr/>
          <p:nvPr/>
        </p:nvSpPr>
        <p:spPr>
          <a:xfrm>
            <a:off x="228600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Current mapping"/>
          <p:cNvSpPr/>
          <p:nvPr/>
        </p:nvSpPr>
        <p:spPr>
          <a:xfrm>
            <a:off x="1828800" y="930402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8" name="Shape"/>
          <p:cNvSpPr/>
          <p:nvPr/>
        </p:nvSpPr>
        <p:spPr>
          <a:xfrm>
            <a:off x="1828800" y="930402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9" name="`group_as`"/>
          <p:cNvSpPr/>
          <p:nvPr/>
        </p:nvSpPr>
        <p:spPr>
          <a:xfrm>
            <a:off x="228600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group_as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0" name="`take`"/>
          <p:cNvSpPr/>
          <p:nvPr/>
        </p:nvSpPr>
        <p:spPr>
          <a:xfrm>
            <a:off x="228600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`binary_partition`"/>
          <p:cNvSpPr/>
          <p:nvPr/>
        </p:nvSpPr>
        <p:spPr>
          <a:xfrm>
            <a:off x="228600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28600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Splits each group into subgroups with individually specified size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Splits each group into subgroups with individually specified sizes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8778240"/>
            <a:ext cx="20345400" cy="1600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array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counts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5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9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6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12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group_as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counts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,8,9,10,11,12,13,14,15"/>
          <p:cNvSpPr/>
          <p:nvPr/>
        </p:nvSpPr>
        <p:spPr>
          <a:xfrm>
            <a:off x="13670280" y="12641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1" name="Partition 0, row 1, threads 16,17,18,19,20,21,22,23,24,25,26,27,28,29,30,31"/>
          <p:cNvSpPr/>
          <p:nvPr/>
        </p:nvSpPr>
        <p:spPr>
          <a:xfrm>
            <a:off x="13670280" y="1346454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2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4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6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8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0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2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4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6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8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0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2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4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6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8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0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2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4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6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8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0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2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4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6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8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0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2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4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6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8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0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2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4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6" name="Shape"/>
          <p:cNvSpPr/>
          <p:nvPr/>
        </p:nvSpPr>
        <p:spPr>
          <a:xfrm>
            <a:off x="23591520" y="15247620"/>
            <a:ext cx="548640" cy="7315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7" name="Example warp: 32 threads"/>
          <p:cNvSpPr/>
          <p:nvPr/>
        </p:nvSpPr>
        <p:spPr>
          <a:xfrm>
            <a:off x="13235940" y="168249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8" name="Partition 0, row 0, threads 0,1,2,3,4"/>
          <p:cNvSpPr/>
          <p:nvPr/>
        </p:nvSpPr>
        <p:spPr>
          <a:xfrm>
            <a:off x="13670280" y="16984980"/>
            <a:ext cx="603504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9" name="Partition 1, row 0, threads 5,6,7,8,9,10,11,12,13"/>
          <p:cNvSpPr/>
          <p:nvPr/>
        </p:nvSpPr>
        <p:spPr>
          <a:xfrm>
            <a:off x="20185380" y="16984980"/>
            <a:ext cx="1124712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90" name="Partition 2, row 0, threads 14,15"/>
          <p:cNvSpPr/>
          <p:nvPr/>
        </p:nvSpPr>
        <p:spPr>
          <a:xfrm>
            <a:off x="31912560" y="16984980"/>
            <a:ext cx="212598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91" name="Partition 2, row 1, threads 16,17,18,19"/>
          <p:cNvSpPr/>
          <p:nvPr/>
        </p:nvSpPr>
        <p:spPr>
          <a:xfrm>
            <a:off x="13670280" y="17807940"/>
            <a:ext cx="473202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92" name="Partition 3, row 1, threads 20,21,22,23,24,25,26,27,28,29,30,31"/>
          <p:cNvSpPr/>
          <p:nvPr/>
        </p:nvSpPr>
        <p:spPr>
          <a:xfrm>
            <a:off x="18882360" y="17807940"/>
            <a:ext cx="1515618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93" name="Example thread 0 included"/>
          <p:cNvSpPr/>
          <p:nvPr/>
        </p:nvSpPr>
        <p:spPr>
          <a:xfrm>
            <a:off x="138074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0"/>
          <p:cNvSpPr/>
          <p:nvPr/>
        </p:nvSpPr>
        <p:spPr>
          <a:xfrm>
            <a:off x="138074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5" name="Example thread 1 included"/>
          <p:cNvSpPr/>
          <p:nvPr/>
        </p:nvSpPr>
        <p:spPr>
          <a:xfrm>
            <a:off x="151104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1"/>
          <p:cNvSpPr/>
          <p:nvPr/>
        </p:nvSpPr>
        <p:spPr>
          <a:xfrm>
            <a:off x="151104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7" name="Example thread 2 included"/>
          <p:cNvSpPr/>
          <p:nvPr/>
        </p:nvSpPr>
        <p:spPr>
          <a:xfrm>
            <a:off x="164134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2"/>
          <p:cNvSpPr/>
          <p:nvPr/>
        </p:nvSpPr>
        <p:spPr>
          <a:xfrm>
            <a:off x="164134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9" name="Example thread 3 included"/>
          <p:cNvSpPr/>
          <p:nvPr/>
        </p:nvSpPr>
        <p:spPr>
          <a:xfrm>
            <a:off x="177165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3"/>
          <p:cNvSpPr/>
          <p:nvPr/>
        </p:nvSpPr>
        <p:spPr>
          <a:xfrm>
            <a:off x="177165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01" name="Example thread 4 included"/>
          <p:cNvSpPr/>
          <p:nvPr/>
        </p:nvSpPr>
        <p:spPr>
          <a:xfrm>
            <a:off x="190195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4"/>
          <p:cNvSpPr/>
          <p:nvPr/>
        </p:nvSpPr>
        <p:spPr>
          <a:xfrm>
            <a:off x="190195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03" name="Example thread 5 included"/>
          <p:cNvSpPr/>
          <p:nvPr/>
        </p:nvSpPr>
        <p:spPr>
          <a:xfrm>
            <a:off x="203225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5"/>
          <p:cNvSpPr/>
          <p:nvPr/>
        </p:nvSpPr>
        <p:spPr>
          <a:xfrm>
            <a:off x="203225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5" name="Example thread 6 included"/>
          <p:cNvSpPr/>
          <p:nvPr/>
        </p:nvSpPr>
        <p:spPr>
          <a:xfrm>
            <a:off x="216255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6"/>
          <p:cNvSpPr/>
          <p:nvPr/>
        </p:nvSpPr>
        <p:spPr>
          <a:xfrm>
            <a:off x="216255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7" name="Example thread 7 included"/>
          <p:cNvSpPr/>
          <p:nvPr/>
        </p:nvSpPr>
        <p:spPr>
          <a:xfrm>
            <a:off x="229285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7"/>
          <p:cNvSpPr/>
          <p:nvPr/>
        </p:nvSpPr>
        <p:spPr>
          <a:xfrm>
            <a:off x="229285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9" name="Example thread 8 included"/>
          <p:cNvSpPr/>
          <p:nvPr/>
        </p:nvSpPr>
        <p:spPr>
          <a:xfrm>
            <a:off x="242316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8"/>
          <p:cNvSpPr/>
          <p:nvPr/>
        </p:nvSpPr>
        <p:spPr>
          <a:xfrm>
            <a:off x="242316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11" name="Example thread 9 included"/>
          <p:cNvSpPr/>
          <p:nvPr/>
        </p:nvSpPr>
        <p:spPr>
          <a:xfrm>
            <a:off x="255346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9"/>
          <p:cNvSpPr/>
          <p:nvPr/>
        </p:nvSpPr>
        <p:spPr>
          <a:xfrm>
            <a:off x="255346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13" name="Example thread 10 included"/>
          <p:cNvSpPr/>
          <p:nvPr/>
        </p:nvSpPr>
        <p:spPr>
          <a:xfrm>
            <a:off x="268376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10"/>
          <p:cNvSpPr/>
          <p:nvPr/>
        </p:nvSpPr>
        <p:spPr>
          <a:xfrm>
            <a:off x="268376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5" name="Example thread 11 included"/>
          <p:cNvSpPr/>
          <p:nvPr/>
        </p:nvSpPr>
        <p:spPr>
          <a:xfrm>
            <a:off x="281406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11"/>
          <p:cNvSpPr/>
          <p:nvPr/>
        </p:nvSpPr>
        <p:spPr>
          <a:xfrm>
            <a:off x="281406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7" name="Example thread 12 included"/>
          <p:cNvSpPr/>
          <p:nvPr/>
        </p:nvSpPr>
        <p:spPr>
          <a:xfrm>
            <a:off x="294436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12"/>
          <p:cNvSpPr/>
          <p:nvPr/>
        </p:nvSpPr>
        <p:spPr>
          <a:xfrm>
            <a:off x="294436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9" name="Example thread 13 included"/>
          <p:cNvSpPr/>
          <p:nvPr/>
        </p:nvSpPr>
        <p:spPr>
          <a:xfrm>
            <a:off x="307467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13"/>
          <p:cNvSpPr/>
          <p:nvPr/>
        </p:nvSpPr>
        <p:spPr>
          <a:xfrm>
            <a:off x="307467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21" name="Example thread 14 included"/>
          <p:cNvSpPr/>
          <p:nvPr/>
        </p:nvSpPr>
        <p:spPr>
          <a:xfrm>
            <a:off x="320497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14"/>
          <p:cNvSpPr/>
          <p:nvPr/>
        </p:nvSpPr>
        <p:spPr>
          <a:xfrm>
            <a:off x="320497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23" name="Example thread 15 included"/>
          <p:cNvSpPr/>
          <p:nvPr/>
        </p:nvSpPr>
        <p:spPr>
          <a:xfrm>
            <a:off x="333527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15"/>
          <p:cNvSpPr/>
          <p:nvPr/>
        </p:nvSpPr>
        <p:spPr>
          <a:xfrm>
            <a:off x="333527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5" name="Example thread 16 included"/>
          <p:cNvSpPr/>
          <p:nvPr/>
        </p:nvSpPr>
        <p:spPr>
          <a:xfrm>
            <a:off x="138074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16"/>
          <p:cNvSpPr/>
          <p:nvPr/>
        </p:nvSpPr>
        <p:spPr>
          <a:xfrm>
            <a:off x="138074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7" name="Example thread 17 included"/>
          <p:cNvSpPr/>
          <p:nvPr/>
        </p:nvSpPr>
        <p:spPr>
          <a:xfrm>
            <a:off x="151104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17"/>
          <p:cNvSpPr/>
          <p:nvPr/>
        </p:nvSpPr>
        <p:spPr>
          <a:xfrm>
            <a:off x="151104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9" name="Example thread 18 included"/>
          <p:cNvSpPr/>
          <p:nvPr/>
        </p:nvSpPr>
        <p:spPr>
          <a:xfrm>
            <a:off x="164134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18"/>
          <p:cNvSpPr/>
          <p:nvPr/>
        </p:nvSpPr>
        <p:spPr>
          <a:xfrm>
            <a:off x="164134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31" name="Example thread 19 included"/>
          <p:cNvSpPr/>
          <p:nvPr/>
        </p:nvSpPr>
        <p:spPr>
          <a:xfrm>
            <a:off x="177165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19"/>
          <p:cNvSpPr/>
          <p:nvPr/>
        </p:nvSpPr>
        <p:spPr>
          <a:xfrm>
            <a:off x="177165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33" name="Example thread 20 included"/>
          <p:cNvSpPr/>
          <p:nvPr/>
        </p:nvSpPr>
        <p:spPr>
          <a:xfrm>
            <a:off x="190195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20"/>
          <p:cNvSpPr/>
          <p:nvPr/>
        </p:nvSpPr>
        <p:spPr>
          <a:xfrm>
            <a:off x="190195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5" name="Example thread 21 included"/>
          <p:cNvSpPr/>
          <p:nvPr/>
        </p:nvSpPr>
        <p:spPr>
          <a:xfrm>
            <a:off x="203225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21"/>
          <p:cNvSpPr/>
          <p:nvPr/>
        </p:nvSpPr>
        <p:spPr>
          <a:xfrm>
            <a:off x="203225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7" name="Example thread 22 included"/>
          <p:cNvSpPr/>
          <p:nvPr/>
        </p:nvSpPr>
        <p:spPr>
          <a:xfrm>
            <a:off x="216255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22"/>
          <p:cNvSpPr/>
          <p:nvPr/>
        </p:nvSpPr>
        <p:spPr>
          <a:xfrm>
            <a:off x="216255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9" name="Example thread 23 included"/>
          <p:cNvSpPr/>
          <p:nvPr/>
        </p:nvSpPr>
        <p:spPr>
          <a:xfrm>
            <a:off x="229285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23"/>
          <p:cNvSpPr/>
          <p:nvPr/>
        </p:nvSpPr>
        <p:spPr>
          <a:xfrm>
            <a:off x="229285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41" name="Example thread 24 included"/>
          <p:cNvSpPr/>
          <p:nvPr/>
        </p:nvSpPr>
        <p:spPr>
          <a:xfrm>
            <a:off x="242316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24"/>
          <p:cNvSpPr/>
          <p:nvPr/>
        </p:nvSpPr>
        <p:spPr>
          <a:xfrm>
            <a:off x="242316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43" name="Example thread 25 included"/>
          <p:cNvSpPr/>
          <p:nvPr/>
        </p:nvSpPr>
        <p:spPr>
          <a:xfrm>
            <a:off x="255346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25"/>
          <p:cNvSpPr/>
          <p:nvPr/>
        </p:nvSpPr>
        <p:spPr>
          <a:xfrm>
            <a:off x="255346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5" name="Example thread 26 included"/>
          <p:cNvSpPr/>
          <p:nvPr/>
        </p:nvSpPr>
        <p:spPr>
          <a:xfrm>
            <a:off x="268376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26"/>
          <p:cNvSpPr/>
          <p:nvPr/>
        </p:nvSpPr>
        <p:spPr>
          <a:xfrm>
            <a:off x="268376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7" name="Example thread 27 included"/>
          <p:cNvSpPr/>
          <p:nvPr/>
        </p:nvSpPr>
        <p:spPr>
          <a:xfrm>
            <a:off x="281406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27"/>
          <p:cNvSpPr/>
          <p:nvPr/>
        </p:nvSpPr>
        <p:spPr>
          <a:xfrm>
            <a:off x="281406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9" name="Example thread 28 included"/>
          <p:cNvSpPr/>
          <p:nvPr/>
        </p:nvSpPr>
        <p:spPr>
          <a:xfrm>
            <a:off x="294436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28"/>
          <p:cNvSpPr/>
          <p:nvPr/>
        </p:nvSpPr>
        <p:spPr>
          <a:xfrm>
            <a:off x="294436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51" name="Example thread 29 included"/>
          <p:cNvSpPr/>
          <p:nvPr/>
        </p:nvSpPr>
        <p:spPr>
          <a:xfrm>
            <a:off x="307467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29"/>
          <p:cNvSpPr/>
          <p:nvPr/>
        </p:nvSpPr>
        <p:spPr>
          <a:xfrm>
            <a:off x="307467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53" name="Example thread 30 included"/>
          <p:cNvSpPr/>
          <p:nvPr/>
        </p:nvSpPr>
        <p:spPr>
          <a:xfrm>
            <a:off x="320497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30"/>
          <p:cNvSpPr/>
          <p:nvPr/>
        </p:nvSpPr>
        <p:spPr>
          <a:xfrm>
            <a:off x="320497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5" name="Example thread 31 included"/>
          <p:cNvSpPr/>
          <p:nvPr/>
        </p:nvSpPr>
        <p:spPr>
          <a:xfrm>
            <a:off x="333527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31"/>
          <p:cNvSpPr/>
          <p:nvPr/>
        </p:nvSpPr>
        <p:spPr>
          <a:xfrm>
            <a:off x="333527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>
  <p:cSld name="Predefined Group Mappings — tak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28600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group_by`"/>
          <p:cNvSpPr/>
          <p:nvPr/>
        </p:nvSpPr>
        <p:spPr>
          <a:xfrm>
            <a:off x="228600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`group_as`"/>
          <p:cNvSpPr/>
          <p:nvPr/>
        </p:nvSpPr>
        <p:spPr>
          <a:xfrm>
            <a:off x="228600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8" name="Current mapping"/>
          <p:cNvSpPr/>
          <p:nvPr/>
        </p:nvSpPr>
        <p:spPr>
          <a:xfrm>
            <a:off x="1828800" y="1143000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9" name="Shape"/>
          <p:cNvSpPr/>
          <p:nvPr/>
        </p:nvSpPr>
        <p:spPr>
          <a:xfrm>
            <a:off x="1828800" y="1143000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`take`"/>
          <p:cNvSpPr/>
          <p:nvPr/>
        </p:nvSpPr>
        <p:spPr>
          <a:xfrm>
            <a:off x="228600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take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1" name="`binary_partition`"/>
          <p:cNvSpPr/>
          <p:nvPr/>
        </p:nvSpPr>
        <p:spPr>
          <a:xfrm>
            <a:off x="228600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28600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Selects the first specified number of units from each group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Selects the first specified number of units from each group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9281160"/>
            <a:ext cx="20345400" cy="5943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take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12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,8,9,10,11,12,13,14,15"/>
          <p:cNvSpPr/>
          <p:nvPr/>
        </p:nvSpPr>
        <p:spPr>
          <a:xfrm>
            <a:off x="13670280" y="12641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1" name="Partition 0, row 1, threads 16,17,18,19,20,21,22,23,24,25,26,27,28,29,30,31"/>
          <p:cNvSpPr/>
          <p:nvPr/>
        </p:nvSpPr>
        <p:spPr>
          <a:xfrm>
            <a:off x="13670280" y="1346454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2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4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6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8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0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2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4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6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8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0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2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4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6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8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0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2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4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6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8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0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2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4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6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8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0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2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4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6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8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0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2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4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6" name="Shape"/>
          <p:cNvSpPr/>
          <p:nvPr/>
        </p:nvSpPr>
        <p:spPr>
          <a:xfrm>
            <a:off x="23591520" y="15247620"/>
            <a:ext cx="548640" cy="7315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7" name="Example warp: 32 threads"/>
          <p:cNvSpPr/>
          <p:nvPr/>
        </p:nvSpPr>
        <p:spPr>
          <a:xfrm>
            <a:off x="13235940" y="168249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8" name="Partition 0, row 0, threads 0,1,2,3,4,5,6,7,8,9,10,11"/>
          <p:cNvSpPr/>
          <p:nvPr/>
        </p:nvSpPr>
        <p:spPr>
          <a:xfrm>
            <a:off x="13670280" y="16984980"/>
            <a:ext cx="1515618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9" name="Example thread 0 included"/>
          <p:cNvSpPr/>
          <p:nvPr/>
        </p:nvSpPr>
        <p:spPr>
          <a:xfrm>
            <a:off x="138074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0"/>
          <p:cNvSpPr/>
          <p:nvPr/>
        </p:nvSpPr>
        <p:spPr>
          <a:xfrm>
            <a:off x="138074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1" name="Example thread 1 included"/>
          <p:cNvSpPr/>
          <p:nvPr/>
        </p:nvSpPr>
        <p:spPr>
          <a:xfrm>
            <a:off x="151104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1"/>
          <p:cNvSpPr/>
          <p:nvPr/>
        </p:nvSpPr>
        <p:spPr>
          <a:xfrm>
            <a:off x="151104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3" name="Example thread 2 included"/>
          <p:cNvSpPr/>
          <p:nvPr/>
        </p:nvSpPr>
        <p:spPr>
          <a:xfrm>
            <a:off x="164134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2"/>
          <p:cNvSpPr/>
          <p:nvPr/>
        </p:nvSpPr>
        <p:spPr>
          <a:xfrm>
            <a:off x="164134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5" name="Example thread 3 included"/>
          <p:cNvSpPr/>
          <p:nvPr/>
        </p:nvSpPr>
        <p:spPr>
          <a:xfrm>
            <a:off x="177165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3"/>
          <p:cNvSpPr/>
          <p:nvPr/>
        </p:nvSpPr>
        <p:spPr>
          <a:xfrm>
            <a:off x="177165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97" name="Example thread 4 included"/>
          <p:cNvSpPr/>
          <p:nvPr/>
        </p:nvSpPr>
        <p:spPr>
          <a:xfrm>
            <a:off x="190195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4"/>
          <p:cNvSpPr/>
          <p:nvPr/>
        </p:nvSpPr>
        <p:spPr>
          <a:xfrm>
            <a:off x="190195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99" name="Example thread 5 included"/>
          <p:cNvSpPr/>
          <p:nvPr/>
        </p:nvSpPr>
        <p:spPr>
          <a:xfrm>
            <a:off x="203225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5"/>
          <p:cNvSpPr/>
          <p:nvPr/>
        </p:nvSpPr>
        <p:spPr>
          <a:xfrm>
            <a:off x="203225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1" name="Example thread 6 included"/>
          <p:cNvSpPr/>
          <p:nvPr/>
        </p:nvSpPr>
        <p:spPr>
          <a:xfrm>
            <a:off x="216255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6"/>
          <p:cNvSpPr/>
          <p:nvPr/>
        </p:nvSpPr>
        <p:spPr>
          <a:xfrm>
            <a:off x="216255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3" name="Example thread 7 included"/>
          <p:cNvSpPr/>
          <p:nvPr/>
        </p:nvSpPr>
        <p:spPr>
          <a:xfrm>
            <a:off x="229285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7"/>
          <p:cNvSpPr/>
          <p:nvPr/>
        </p:nvSpPr>
        <p:spPr>
          <a:xfrm>
            <a:off x="229285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5" name="Example thread 8 included"/>
          <p:cNvSpPr/>
          <p:nvPr/>
        </p:nvSpPr>
        <p:spPr>
          <a:xfrm>
            <a:off x="242316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8"/>
          <p:cNvSpPr/>
          <p:nvPr/>
        </p:nvSpPr>
        <p:spPr>
          <a:xfrm>
            <a:off x="242316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07" name="Example thread 9 included"/>
          <p:cNvSpPr/>
          <p:nvPr/>
        </p:nvSpPr>
        <p:spPr>
          <a:xfrm>
            <a:off x="255346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9"/>
          <p:cNvSpPr/>
          <p:nvPr/>
        </p:nvSpPr>
        <p:spPr>
          <a:xfrm>
            <a:off x="255346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09" name="Example thread 10 included"/>
          <p:cNvSpPr/>
          <p:nvPr/>
        </p:nvSpPr>
        <p:spPr>
          <a:xfrm>
            <a:off x="268376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10"/>
          <p:cNvSpPr/>
          <p:nvPr/>
        </p:nvSpPr>
        <p:spPr>
          <a:xfrm>
            <a:off x="268376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1" name="Example thread 11 included"/>
          <p:cNvSpPr/>
          <p:nvPr/>
        </p:nvSpPr>
        <p:spPr>
          <a:xfrm>
            <a:off x="281406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11"/>
          <p:cNvSpPr/>
          <p:nvPr/>
        </p:nvSpPr>
        <p:spPr>
          <a:xfrm>
            <a:off x="281406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3" name="Example thread 12 excluded"/>
          <p:cNvSpPr/>
          <p:nvPr/>
        </p:nvSpPr>
        <p:spPr>
          <a:xfrm>
            <a:off x="29443680" y="1709928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14" name="12"/>
          <p:cNvSpPr/>
          <p:nvPr/>
        </p:nvSpPr>
        <p:spPr>
          <a:xfrm>
            <a:off x="294436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5" name="Example thread 13 excluded"/>
          <p:cNvSpPr/>
          <p:nvPr/>
        </p:nvSpPr>
        <p:spPr>
          <a:xfrm>
            <a:off x="30746700" y="1709928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16" name="13"/>
          <p:cNvSpPr/>
          <p:nvPr/>
        </p:nvSpPr>
        <p:spPr>
          <a:xfrm>
            <a:off x="307467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17" name="Example thread 14 excluded"/>
          <p:cNvSpPr/>
          <p:nvPr/>
        </p:nvSpPr>
        <p:spPr>
          <a:xfrm>
            <a:off x="32049720" y="1709928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18" name="14"/>
          <p:cNvSpPr/>
          <p:nvPr/>
        </p:nvSpPr>
        <p:spPr>
          <a:xfrm>
            <a:off x="320497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19" name="Example thread 15 excluded"/>
          <p:cNvSpPr/>
          <p:nvPr/>
        </p:nvSpPr>
        <p:spPr>
          <a:xfrm>
            <a:off x="33352740" y="1709928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0" name="15"/>
          <p:cNvSpPr/>
          <p:nvPr/>
        </p:nvSpPr>
        <p:spPr>
          <a:xfrm>
            <a:off x="333527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1" name="Example thread 16 excluded"/>
          <p:cNvSpPr/>
          <p:nvPr/>
        </p:nvSpPr>
        <p:spPr>
          <a:xfrm>
            <a:off x="1380744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2" name="16"/>
          <p:cNvSpPr/>
          <p:nvPr/>
        </p:nvSpPr>
        <p:spPr>
          <a:xfrm>
            <a:off x="138074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3" name="Example thread 17 excluded"/>
          <p:cNvSpPr/>
          <p:nvPr/>
        </p:nvSpPr>
        <p:spPr>
          <a:xfrm>
            <a:off x="1511046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4" name="17"/>
          <p:cNvSpPr/>
          <p:nvPr/>
        </p:nvSpPr>
        <p:spPr>
          <a:xfrm>
            <a:off x="151104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5" name="Example thread 18 excluded"/>
          <p:cNvSpPr/>
          <p:nvPr/>
        </p:nvSpPr>
        <p:spPr>
          <a:xfrm>
            <a:off x="1641348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6" name="18"/>
          <p:cNvSpPr/>
          <p:nvPr/>
        </p:nvSpPr>
        <p:spPr>
          <a:xfrm>
            <a:off x="164134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27" name="Example thread 19 excluded"/>
          <p:cNvSpPr/>
          <p:nvPr/>
        </p:nvSpPr>
        <p:spPr>
          <a:xfrm>
            <a:off x="1771650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8" name="19"/>
          <p:cNvSpPr/>
          <p:nvPr/>
        </p:nvSpPr>
        <p:spPr>
          <a:xfrm>
            <a:off x="177165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29" name="Example thread 20 excluded"/>
          <p:cNvSpPr/>
          <p:nvPr/>
        </p:nvSpPr>
        <p:spPr>
          <a:xfrm>
            <a:off x="1901952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0" name="20"/>
          <p:cNvSpPr/>
          <p:nvPr/>
        </p:nvSpPr>
        <p:spPr>
          <a:xfrm>
            <a:off x="190195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1" name="Example thread 21 excluded"/>
          <p:cNvSpPr/>
          <p:nvPr/>
        </p:nvSpPr>
        <p:spPr>
          <a:xfrm>
            <a:off x="2032254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2" name="21"/>
          <p:cNvSpPr/>
          <p:nvPr/>
        </p:nvSpPr>
        <p:spPr>
          <a:xfrm>
            <a:off x="203225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3" name="Example thread 22 excluded"/>
          <p:cNvSpPr/>
          <p:nvPr/>
        </p:nvSpPr>
        <p:spPr>
          <a:xfrm>
            <a:off x="2162556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4" name="22"/>
          <p:cNvSpPr/>
          <p:nvPr/>
        </p:nvSpPr>
        <p:spPr>
          <a:xfrm>
            <a:off x="216255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5" name="Example thread 23 excluded"/>
          <p:cNvSpPr/>
          <p:nvPr/>
        </p:nvSpPr>
        <p:spPr>
          <a:xfrm>
            <a:off x="2292858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6" name="23"/>
          <p:cNvSpPr/>
          <p:nvPr/>
        </p:nvSpPr>
        <p:spPr>
          <a:xfrm>
            <a:off x="229285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37" name="Example thread 24 excluded"/>
          <p:cNvSpPr/>
          <p:nvPr/>
        </p:nvSpPr>
        <p:spPr>
          <a:xfrm>
            <a:off x="2423160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8" name="24"/>
          <p:cNvSpPr/>
          <p:nvPr/>
        </p:nvSpPr>
        <p:spPr>
          <a:xfrm>
            <a:off x="242316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39" name="Example thread 25 excluded"/>
          <p:cNvSpPr/>
          <p:nvPr/>
        </p:nvSpPr>
        <p:spPr>
          <a:xfrm>
            <a:off x="2553462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0" name="25"/>
          <p:cNvSpPr/>
          <p:nvPr/>
        </p:nvSpPr>
        <p:spPr>
          <a:xfrm>
            <a:off x="255346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1" name="Example thread 26 excluded"/>
          <p:cNvSpPr/>
          <p:nvPr/>
        </p:nvSpPr>
        <p:spPr>
          <a:xfrm>
            <a:off x="2683764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2" name="26"/>
          <p:cNvSpPr/>
          <p:nvPr/>
        </p:nvSpPr>
        <p:spPr>
          <a:xfrm>
            <a:off x="268376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3" name="Example thread 27 excluded"/>
          <p:cNvSpPr/>
          <p:nvPr/>
        </p:nvSpPr>
        <p:spPr>
          <a:xfrm>
            <a:off x="2814066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4" name="27"/>
          <p:cNvSpPr/>
          <p:nvPr/>
        </p:nvSpPr>
        <p:spPr>
          <a:xfrm>
            <a:off x="281406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5" name="Example thread 28 excluded"/>
          <p:cNvSpPr/>
          <p:nvPr/>
        </p:nvSpPr>
        <p:spPr>
          <a:xfrm>
            <a:off x="2944368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6" name="28"/>
          <p:cNvSpPr/>
          <p:nvPr/>
        </p:nvSpPr>
        <p:spPr>
          <a:xfrm>
            <a:off x="294436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47" name="Example thread 29 excluded"/>
          <p:cNvSpPr/>
          <p:nvPr/>
        </p:nvSpPr>
        <p:spPr>
          <a:xfrm>
            <a:off x="3074670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8" name="29"/>
          <p:cNvSpPr/>
          <p:nvPr/>
        </p:nvSpPr>
        <p:spPr>
          <a:xfrm>
            <a:off x="307467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49" name="Example thread 30 excluded"/>
          <p:cNvSpPr/>
          <p:nvPr/>
        </p:nvSpPr>
        <p:spPr>
          <a:xfrm>
            <a:off x="3204972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50" name="30"/>
          <p:cNvSpPr/>
          <p:nvPr/>
        </p:nvSpPr>
        <p:spPr>
          <a:xfrm>
            <a:off x="320497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1" name="Example thread 31 excluded"/>
          <p:cNvSpPr/>
          <p:nvPr/>
        </p:nvSpPr>
        <p:spPr>
          <a:xfrm>
            <a:off x="3335274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52" name="31"/>
          <p:cNvSpPr/>
          <p:nvPr/>
        </p:nvSpPr>
        <p:spPr>
          <a:xfrm>
            <a:off x="333527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>
  <p:cSld name="Predefined Group Mappings — binary_part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8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28600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group_by`"/>
          <p:cNvSpPr/>
          <p:nvPr/>
        </p:nvSpPr>
        <p:spPr>
          <a:xfrm>
            <a:off x="228600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`group_as`"/>
          <p:cNvSpPr/>
          <p:nvPr/>
        </p:nvSpPr>
        <p:spPr>
          <a:xfrm>
            <a:off x="228600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8" name="`take`"/>
          <p:cNvSpPr/>
          <p:nvPr/>
        </p:nvSpPr>
        <p:spPr>
          <a:xfrm>
            <a:off x="228600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Current mapping"/>
          <p:cNvSpPr/>
          <p:nvPr/>
        </p:nvSpPr>
        <p:spPr>
          <a:xfrm>
            <a:off x="1828800" y="1355598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10" name="Shape"/>
          <p:cNvSpPr/>
          <p:nvPr/>
        </p:nvSpPr>
        <p:spPr>
          <a:xfrm>
            <a:off x="1828800" y="1355598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1" name="`binary_partition`"/>
          <p:cNvSpPr/>
          <p:nvPr/>
        </p:nvSpPr>
        <p:spPr>
          <a:xfrm>
            <a:off x="228600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binary_partition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28600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Splits threads within a warp into two groups based on a predicate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Splits threads within a warp into two groups based on a predicate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9029700"/>
            <a:ext cx="20345400" cy="109728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binary_partition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prev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return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prev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unit_rank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%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2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0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,8,9,10,11,12,13,14,15"/>
          <p:cNvSpPr/>
          <p:nvPr/>
        </p:nvSpPr>
        <p:spPr>
          <a:xfrm>
            <a:off x="13670280" y="12641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1" name="Partition 0, row 1, threads 16,17,18,19,20,21,22,23,24,25,26,27,28,29,30,31"/>
          <p:cNvSpPr/>
          <p:nvPr/>
        </p:nvSpPr>
        <p:spPr>
          <a:xfrm>
            <a:off x="13670280" y="1346454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2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4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6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8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0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2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4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6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8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0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2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4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6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8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0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2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4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6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8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0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2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4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6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8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0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2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4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6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8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0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2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4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6" name="Shape"/>
          <p:cNvSpPr/>
          <p:nvPr/>
        </p:nvSpPr>
        <p:spPr>
          <a:xfrm>
            <a:off x="23591520" y="15247620"/>
            <a:ext cx="548640" cy="7315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7" name="Example warp: 32 threads"/>
          <p:cNvSpPr/>
          <p:nvPr/>
        </p:nvSpPr>
        <p:spPr>
          <a:xfrm>
            <a:off x="13235940" y="168249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8" name="Partition 0, row 0, threads 0"/>
          <p:cNvSpPr/>
          <p:nvPr/>
        </p:nvSpPr>
        <p:spPr>
          <a:xfrm>
            <a:off x="1367028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9" name="Partition 0, row 0, threads 2"/>
          <p:cNvSpPr/>
          <p:nvPr/>
        </p:nvSpPr>
        <p:spPr>
          <a:xfrm>
            <a:off x="1627632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0" name="Partition 0, row 0, threads 4"/>
          <p:cNvSpPr/>
          <p:nvPr/>
        </p:nvSpPr>
        <p:spPr>
          <a:xfrm>
            <a:off x="1888236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1" name="Partition 0, row 0, threads 6"/>
          <p:cNvSpPr/>
          <p:nvPr/>
        </p:nvSpPr>
        <p:spPr>
          <a:xfrm>
            <a:off x="2148840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2" name="Partition 0, row 0, threads 8"/>
          <p:cNvSpPr/>
          <p:nvPr/>
        </p:nvSpPr>
        <p:spPr>
          <a:xfrm>
            <a:off x="2409444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3" name="Partition 0, row 0, threads 10"/>
          <p:cNvSpPr/>
          <p:nvPr/>
        </p:nvSpPr>
        <p:spPr>
          <a:xfrm>
            <a:off x="2670048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4" name="Partition 0, row 0, threads 12"/>
          <p:cNvSpPr/>
          <p:nvPr/>
        </p:nvSpPr>
        <p:spPr>
          <a:xfrm>
            <a:off x="2930652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5" name="Partition 0, row 0, threads 14"/>
          <p:cNvSpPr/>
          <p:nvPr/>
        </p:nvSpPr>
        <p:spPr>
          <a:xfrm>
            <a:off x="3191256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6" name="Partition 0, row 1, threads 16"/>
          <p:cNvSpPr/>
          <p:nvPr/>
        </p:nvSpPr>
        <p:spPr>
          <a:xfrm>
            <a:off x="1367028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7" name="Partition 0, row 1, threads 18"/>
          <p:cNvSpPr/>
          <p:nvPr/>
        </p:nvSpPr>
        <p:spPr>
          <a:xfrm>
            <a:off x="1627632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8" name="Partition 0, row 1, threads 20"/>
          <p:cNvSpPr/>
          <p:nvPr/>
        </p:nvSpPr>
        <p:spPr>
          <a:xfrm>
            <a:off x="1888236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9" name="Partition 0, row 1, threads 22"/>
          <p:cNvSpPr/>
          <p:nvPr/>
        </p:nvSpPr>
        <p:spPr>
          <a:xfrm>
            <a:off x="2148840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0" name="Partition 0, row 1, threads 24"/>
          <p:cNvSpPr/>
          <p:nvPr/>
        </p:nvSpPr>
        <p:spPr>
          <a:xfrm>
            <a:off x="2409444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1" name="Partition 0, row 1, threads 26"/>
          <p:cNvSpPr/>
          <p:nvPr/>
        </p:nvSpPr>
        <p:spPr>
          <a:xfrm>
            <a:off x="2670048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2" name="Partition 0, row 1, threads 28"/>
          <p:cNvSpPr/>
          <p:nvPr/>
        </p:nvSpPr>
        <p:spPr>
          <a:xfrm>
            <a:off x="2930652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3" name="Partition 0, row 1, threads 30"/>
          <p:cNvSpPr/>
          <p:nvPr/>
        </p:nvSpPr>
        <p:spPr>
          <a:xfrm>
            <a:off x="3191256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4" name="Partition 1, row 0, threads 1"/>
          <p:cNvSpPr/>
          <p:nvPr/>
        </p:nvSpPr>
        <p:spPr>
          <a:xfrm>
            <a:off x="1497330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5" name="Partition 1, row 0, threads 3"/>
          <p:cNvSpPr/>
          <p:nvPr/>
        </p:nvSpPr>
        <p:spPr>
          <a:xfrm>
            <a:off x="1757934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6" name="Partition 1, row 0, threads 5"/>
          <p:cNvSpPr/>
          <p:nvPr/>
        </p:nvSpPr>
        <p:spPr>
          <a:xfrm>
            <a:off x="2018538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7" name="Partition 1, row 0, threads 7"/>
          <p:cNvSpPr/>
          <p:nvPr/>
        </p:nvSpPr>
        <p:spPr>
          <a:xfrm>
            <a:off x="2279142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8" name="Partition 1, row 0, threads 9"/>
          <p:cNvSpPr/>
          <p:nvPr/>
        </p:nvSpPr>
        <p:spPr>
          <a:xfrm>
            <a:off x="2539746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9" name="Partition 1, row 0, threads 11"/>
          <p:cNvSpPr/>
          <p:nvPr/>
        </p:nvSpPr>
        <p:spPr>
          <a:xfrm>
            <a:off x="2800350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0" name="Partition 1, row 0, threads 13"/>
          <p:cNvSpPr/>
          <p:nvPr/>
        </p:nvSpPr>
        <p:spPr>
          <a:xfrm>
            <a:off x="3060954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1" name="Partition 1, row 0, threads 15"/>
          <p:cNvSpPr/>
          <p:nvPr/>
        </p:nvSpPr>
        <p:spPr>
          <a:xfrm>
            <a:off x="3321558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2" name="Partition 1, row 1, threads 17"/>
          <p:cNvSpPr/>
          <p:nvPr/>
        </p:nvSpPr>
        <p:spPr>
          <a:xfrm>
            <a:off x="1497330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3" name="Partition 1, row 1, threads 19"/>
          <p:cNvSpPr/>
          <p:nvPr/>
        </p:nvSpPr>
        <p:spPr>
          <a:xfrm>
            <a:off x="1757934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4" name="Partition 1, row 1, threads 21"/>
          <p:cNvSpPr/>
          <p:nvPr/>
        </p:nvSpPr>
        <p:spPr>
          <a:xfrm>
            <a:off x="2018538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5" name="Partition 1, row 1, threads 23"/>
          <p:cNvSpPr/>
          <p:nvPr/>
        </p:nvSpPr>
        <p:spPr>
          <a:xfrm>
            <a:off x="2279142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6" name="Partition 1, row 1, threads 25"/>
          <p:cNvSpPr/>
          <p:nvPr/>
        </p:nvSpPr>
        <p:spPr>
          <a:xfrm>
            <a:off x="2539746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7" name="Partition 1, row 1, threads 27"/>
          <p:cNvSpPr/>
          <p:nvPr/>
        </p:nvSpPr>
        <p:spPr>
          <a:xfrm>
            <a:off x="2800350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8" name="Partition 1, row 1, threads 29"/>
          <p:cNvSpPr/>
          <p:nvPr/>
        </p:nvSpPr>
        <p:spPr>
          <a:xfrm>
            <a:off x="3060954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9" name="Partition 1, row 1, threads 31"/>
          <p:cNvSpPr/>
          <p:nvPr/>
        </p:nvSpPr>
        <p:spPr>
          <a:xfrm>
            <a:off x="3321558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20" name="Example thread 0 included"/>
          <p:cNvSpPr/>
          <p:nvPr/>
        </p:nvSpPr>
        <p:spPr>
          <a:xfrm>
            <a:off x="138074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0"/>
          <p:cNvSpPr/>
          <p:nvPr/>
        </p:nvSpPr>
        <p:spPr>
          <a:xfrm>
            <a:off x="138074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122" name="Example thread 1 included"/>
          <p:cNvSpPr/>
          <p:nvPr/>
        </p:nvSpPr>
        <p:spPr>
          <a:xfrm>
            <a:off x="151104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1"/>
          <p:cNvSpPr/>
          <p:nvPr/>
        </p:nvSpPr>
        <p:spPr>
          <a:xfrm>
            <a:off x="151104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124" name="Example thread 2 included"/>
          <p:cNvSpPr/>
          <p:nvPr/>
        </p:nvSpPr>
        <p:spPr>
          <a:xfrm>
            <a:off x="164134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2"/>
          <p:cNvSpPr/>
          <p:nvPr/>
        </p:nvSpPr>
        <p:spPr>
          <a:xfrm>
            <a:off x="164134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126" name="Example thread 3 included"/>
          <p:cNvSpPr/>
          <p:nvPr/>
        </p:nvSpPr>
        <p:spPr>
          <a:xfrm>
            <a:off x="177165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3"/>
          <p:cNvSpPr/>
          <p:nvPr/>
        </p:nvSpPr>
        <p:spPr>
          <a:xfrm>
            <a:off x="177165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28" name="Example thread 4 included"/>
          <p:cNvSpPr/>
          <p:nvPr/>
        </p:nvSpPr>
        <p:spPr>
          <a:xfrm>
            <a:off x="190195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4"/>
          <p:cNvSpPr/>
          <p:nvPr/>
        </p:nvSpPr>
        <p:spPr>
          <a:xfrm>
            <a:off x="190195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30" name="Example thread 5 included"/>
          <p:cNvSpPr/>
          <p:nvPr/>
        </p:nvSpPr>
        <p:spPr>
          <a:xfrm>
            <a:off x="203225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5"/>
          <p:cNvSpPr/>
          <p:nvPr/>
        </p:nvSpPr>
        <p:spPr>
          <a:xfrm>
            <a:off x="203225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32" name="Example thread 6 included"/>
          <p:cNvSpPr/>
          <p:nvPr/>
        </p:nvSpPr>
        <p:spPr>
          <a:xfrm>
            <a:off x="216255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6"/>
          <p:cNvSpPr/>
          <p:nvPr/>
        </p:nvSpPr>
        <p:spPr>
          <a:xfrm>
            <a:off x="216255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34" name="Example thread 7 included"/>
          <p:cNvSpPr/>
          <p:nvPr/>
        </p:nvSpPr>
        <p:spPr>
          <a:xfrm>
            <a:off x="229285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7"/>
          <p:cNvSpPr/>
          <p:nvPr/>
        </p:nvSpPr>
        <p:spPr>
          <a:xfrm>
            <a:off x="229285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36" name="Example thread 8 included"/>
          <p:cNvSpPr/>
          <p:nvPr/>
        </p:nvSpPr>
        <p:spPr>
          <a:xfrm>
            <a:off x="242316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8"/>
          <p:cNvSpPr/>
          <p:nvPr/>
        </p:nvSpPr>
        <p:spPr>
          <a:xfrm>
            <a:off x="242316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38" name="Example thread 9 included"/>
          <p:cNvSpPr/>
          <p:nvPr/>
        </p:nvSpPr>
        <p:spPr>
          <a:xfrm>
            <a:off x="255346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9"/>
          <p:cNvSpPr/>
          <p:nvPr/>
        </p:nvSpPr>
        <p:spPr>
          <a:xfrm>
            <a:off x="255346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40" name="Example thread 10 included"/>
          <p:cNvSpPr/>
          <p:nvPr/>
        </p:nvSpPr>
        <p:spPr>
          <a:xfrm>
            <a:off x="268376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10"/>
          <p:cNvSpPr/>
          <p:nvPr/>
        </p:nvSpPr>
        <p:spPr>
          <a:xfrm>
            <a:off x="268376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42" name="Example thread 11 included"/>
          <p:cNvSpPr/>
          <p:nvPr/>
        </p:nvSpPr>
        <p:spPr>
          <a:xfrm>
            <a:off x="281406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11"/>
          <p:cNvSpPr/>
          <p:nvPr/>
        </p:nvSpPr>
        <p:spPr>
          <a:xfrm>
            <a:off x="281406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44" name="Example thread 12 included"/>
          <p:cNvSpPr/>
          <p:nvPr/>
        </p:nvSpPr>
        <p:spPr>
          <a:xfrm>
            <a:off x="294436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12"/>
          <p:cNvSpPr/>
          <p:nvPr/>
        </p:nvSpPr>
        <p:spPr>
          <a:xfrm>
            <a:off x="294436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46" name="Example thread 13 included"/>
          <p:cNvSpPr/>
          <p:nvPr/>
        </p:nvSpPr>
        <p:spPr>
          <a:xfrm>
            <a:off x="307467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13"/>
          <p:cNvSpPr/>
          <p:nvPr/>
        </p:nvSpPr>
        <p:spPr>
          <a:xfrm>
            <a:off x="307467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48" name="Example thread 14 included"/>
          <p:cNvSpPr/>
          <p:nvPr/>
        </p:nvSpPr>
        <p:spPr>
          <a:xfrm>
            <a:off x="320497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14"/>
          <p:cNvSpPr/>
          <p:nvPr/>
        </p:nvSpPr>
        <p:spPr>
          <a:xfrm>
            <a:off x="320497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50" name="Example thread 15 included"/>
          <p:cNvSpPr/>
          <p:nvPr/>
        </p:nvSpPr>
        <p:spPr>
          <a:xfrm>
            <a:off x="333527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15"/>
          <p:cNvSpPr/>
          <p:nvPr/>
        </p:nvSpPr>
        <p:spPr>
          <a:xfrm>
            <a:off x="333527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52" name="Example thread 16 included"/>
          <p:cNvSpPr/>
          <p:nvPr/>
        </p:nvSpPr>
        <p:spPr>
          <a:xfrm>
            <a:off x="138074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16"/>
          <p:cNvSpPr/>
          <p:nvPr/>
        </p:nvSpPr>
        <p:spPr>
          <a:xfrm>
            <a:off x="138074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54" name="Example thread 17 included"/>
          <p:cNvSpPr/>
          <p:nvPr/>
        </p:nvSpPr>
        <p:spPr>
          <a:xfrm>
            <a:off x="151104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17"/>
          <p:cNvSpPr/>
          <p:nvPr/>
        </p:nvSpPr>
        <p:spPr>
          <a:xfrm>
            <a:off x="151104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56" name="Example thread 18 included"/>
          <p:cNvSpPr/>
          <p:nvPr/>
        </p:nvSpPr>
        <p:spPr>
          <a:xfrm>
            <a:off x="164134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18"/>
          <p:cNvSpPr/>
          <p:nvPr/>
        </p:nvSpPr>
        <p:spPr>
          <a:xfrm>
            <a:off x="164134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58" name="Example thread 19 included"/>
          <p:cNvSpPr/>
          <p:nvPr/>
        </p:nvSpPr>
        <p:spPr>
          <a:xfrm>
            <a:off x="177165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19"/>
          <p:cNvSpPr/>
          <p:nvPr/>
        </p:nvSpPr>
        <p:spPr>
          <a:xfrm>
            <a:off x="177165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60" name="Example thread 20 included"/>
          <p:cNvSpPr/>
          <p:nvPr/>
        </p:nvSpPr>
        <p:spPr>
          <a:xfrm>
            <a:off x="190195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20"/>
          <p:cNvSpPr/>
          <p:nvPr/>
        </p:nvSpPr>
        <p:spPr>
          <a:xfrm>
            <a:off x="190195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62" name="Example thread 21 included"/>
          <p:cNvSpPr/>
          <p:nvPr/>
        </p:nvSpPr>
        <p:spPr>
          <a:xfrm>
            <a:off x="203225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21"/>
          <p:cNvSpPr/>
          <p:nvPr/>
        </p:nvSpPr>
        <p:spPr>
          <a:xfrm>
            <a:off x="203225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64" name="Example thread 22 included"/>
          <p:cNvSpPr/>
          <p:nvPr/>
        </p:nvSpPr>
        <p:spPr>
          <a:xfrm>
            <a:off x="216255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22"/>
          <p:cNvSpPr/>
          <p:nvPr/>
        </p:nvSpPr>
        <p:spPr>
          <a:xfrm>
            <a:off x="216255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66" name="Example thread 23 included"/>
          <p:cNvSpPr/>
          <p:nvPr/>
        </p:nvSpPr>
        <p:spPr>
          <a:xfrm>
            <a:off x="229285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23"/>
          <p:cNvSpPr/>
          <p:nvPr/>
        </p:nvSpPr>
        <p:spPr>
          <a:xfrm>
            <a:off x="229285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68" name="Example thread 24 included"/>
          <p:cNvSpPr/>
          <p:nvPr/>
        </p:nvSpPr>
        <p:spPr>
          <a:xfrm>
            <a:off x="242316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24"/>
          <p:cNvSpPr/>
          <p:nvPr/>
        </p:nvSpPr>
        <p:spPr>
          <a:xfrm>
            <a:off x="242316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70" name="Example thread 25 included"/>
          <p:cNvSpPr/>
          <p:nvPr/>
        </p:nvSpPr>
        <p:spPr>
          <a:xfrm>
            <a:off x="255346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25"/>
          <p:cNvSpPr/>
          <p:nvPr/>
        </p:nvSpPr>
        <p:spPr>
          <a:xfrm>
            <a:off x="255346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72" name="Example thread 26 included"/>
          <p:cNvSpPr/>
          <p:nvPr/>
        </p:nvSpPr>
        <p:spPr>
          <a:xfrm>
            <a:off x="268376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26"/>
          <p:cNvSpPr/>
          <p:nvPr/>
        </p:nvSpPr>
        <p:spPr>
          <a:xfrm>
            <a:off x="268376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74" name="Example thread 27 included"/>
          <p:cNvSpPr/>
          <p:nvPr/>
        </p:nvSpPr>
        <p:spPr>
          <a:xfrm>
            <a:off x="281406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27"/>
          <p:cNvSpPr/>
          <p:nvPr/>
        </p:nvSpPr>
        <p:spPr>
          <a:xfrm>
            <a:off x="281406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76" name="Example thread 28 included"/>
          <p:cNvSpPr/>
          <p:nvPr/>
        </p:nvSpPr>
        <p:spPr>
          <a:xfrm>
            <a:off x="294436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28"/>
          <p:cNvSpPr/>
          <p:nvPr/>
        </p:nvSpPr>
        <p:spPr>
          <a:xfrm>
            <a:off x="294436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78" name="Example thread 29 included"/>
          <p:cNvSpPr/>
          <p:nvPr/>
        </p:nvSpPr>
        <p:spPr>
          <a:xfrm>
            <a:off x="307467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29"/>
          <p:cNvSpPr/>
          <p:nvPr/>
        </p:nvSpPr>
        <p:spPr>
          <a:xfrm>
            <a:off x="307467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80" name="Example thread 30 included"/>
          <p:cNvSpPr/>
          <p:nvPr/>
        </p:nvSpPr>
        <p:spPr>
          <a:xfrm>
            <a:off x="320497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30"/>
          <p:cNvSpPr/>
          <p:nvPr/>
        </p:nvSpPr>
        <p:spPr>
          <a:xfrm>
            <a:off x="320497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82" name="Example thread 31 included"/>
          <p:cNvSpPr/>
          <p:nvPr/>
        </p:nvSpPr>
        <p:spPr>
          <a:xfrm>
            <a:off x="333527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31"/>
          <p:cNvSpPr/>
          <p:nvPr/>
        </p:nvSpPr>
        <p:spPr>
          <a:xfrm>
            <a:off x="333527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>
  <p:cSld name="Predefined Group Mappings — composite_mapp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28600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group_by`"/>
          <p:cNvSpPr/>
          <p:nvPr/>
        </p:nvSpPr>
        <p:spPr>
          <a:xfrm>
            <a:off x="228600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`group_as`"/>
          <p:cNvSpPr/>
          <p:nvPr/>
        </p:nvSpPr>
        <p:spPr>
          <a:xfrm>
            <a:off x="228600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8" name="`take`"/>
          <p:cNvSpPr/>
          <p:nvPr/>
        </p:nvSpPr>
        <p:spPr>
          <a:xfrm>
            <a:off x="228600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`binary_partition`"/>
          <p:cNvSpPr/>
          <p:nvPr/>
        </p:nvSpPr>
        <p:spPr>
          <a:xfrm>
            <a:off x="228600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Current mapping"/>
          <p:cNvSpPr/>
          <p:nvPr/>
        </p:nvSpPr>
        <p:spPr>
          <a:xfrm>
            <a:off x="1828800" y="1568196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11" name="Shape"/>
          <p:cNvSpPr/>
          <p:nvPr/>
        </p:nvSpPr>
        <p:spPr>
          <a:xfrm>
            <a:off x="1828800" y="1568196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`composite_mapping`"/>
          <p:cNvSpPr/>
          <p:nvPr/>
        </p:nvSpPr>
        <p:spPr>
          <a:xfrm>
            <a:off x="228600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composite_mapping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Applies multiple mappings in sequence, composed with the `|` oper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Applies multiple mappings in sequence, composed with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|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operator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9281160"/>
            <a:ext cx="20345400" cy="5943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take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20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|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5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,8,9,10,11,12,13,14,15"/>
          <p:cNvSpPr/>
          <p:nvPr/>
        </p:nvSpPr>
        <p:spPr>
          <a:xfrm>
            <a:off x="13670280" y="12641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1" name="Partition 0, row 1, threads 16,17,18,19,20,21,22,23,24,25,26,27,28,29,30,31"/>
          <p:cNvSpPr/>
          <p:nvPr/>
        </p:nvSpPr>
        <p:spPr>
          <a:xfrm>
            <a:off x="13670280" y="1346454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2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4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6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8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0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2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4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6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8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0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2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4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6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8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0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2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4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6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8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0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2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4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6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8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0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2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4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6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8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0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2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4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6" name="Example warp: 32 threads"/>
          <p:cNvSpPr/>
          <p:nvPr/>
        </p:nvSpPr>
        <p:spPr>
          <a:xfrm>
            <a:off x="13235940" y="14767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7" name="Partition 0, row 0, threads 0,1,2,3,4,5,6,7,8,9,10,11,12,13,14,15"/>
          <p:cNvSpPr/>
          <p:nvPr/>
        </p:nvSpPr>
        <p:spPr>
          <a:xfrm>
            <a:off x="13670280" y="14927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8" name="Partition 0, row 1, threads 16,17,18,19"/>
          <p:cNvSpPr/>
          <p:nvPr/>
        </p:nvSpPr>
        <p:spPr>
          <a:xfrm>
            <a:off x="13670280" y="15750540"/>
            <a:ext cx="473202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9" name="Example thread 0 included"/>
          <p:cNvSpPr/>
          <p:nvPr/>
        </p:nvSpPr>
        <p:spPr>
          <a:xfrm>
            <a:off x="1380744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0"/>
          <p:cNvSpPr/>
          <p:nvPr/>
        </p:nvSpPr>
        <p:spPr>
          <a:xfrm>
            <a:off x="1380744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1" name="Example thread 1 included"/>
          <p:cNvSpPr/>
          <p:nvPr/>
        </p:nvSpPr>
        <p:spPr>
          <a:xfrm>
            <a:off x="1511046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1"/>
          <p:cNvSpPr/>
          <p:nvPr/>
        </p:nvSpPr>
        <p:spPr>
          <a:xfrm>
            <a:off x="1511046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3" name="Example thread 2 included"/>
          <p:cNvSpPr/>
          <p:nvPr/>
        </p:nvSpPr>
        <p:spPr>
          <a:xfrm>
            <a:off x="1641348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2"/>
          <p:cNvSpPr/>
          <p:nvPr/>
        </p:nvSpPr>
        <p:spPr>
          <a:xfrm>
            <a:off x="1641348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5" name="Example thread 3 included"/>
          <p:cNvSpPr/>
          <p:nvPr/>
        </p:nvSpPr>
        <p:spPr>
          <a:xfrm>
            <a:off x="1771650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3"/>
          <p:cNvSpPr/>
          <p:nvPr/>
        </p:nvSpPr>
        <p:spPr>
          <a:xfrm>
            <a:off x="1771650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97" name="Example thread 4 included"/>
          <p:cNvSpPr/>
          <p:nvPr/>
        </p:nvSpPr>
        <p:spPr>
          <a:xfrm>
            <a:off x="1901952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4"/>
          <p:cNvSpPr/>
          <p:nvPr/>
        </p:nvSpPr>
        <p:spPr>
          <a:xfrm>
            <a:off x="1901952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99" name="Example thread 5 included"/>
          <p:cNvSpPr/>
          <p:nvPr/>
        </p:nvSpPr>
        <p:spPr>
          <a:xfrm>
            <a:off x="2032254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5"/>
          <p:cNvSpPr/>
          <p:nvPr/>
        </p:nvSpPr>
        <p:spPr>
          <a:xfrm>
            <a:off x="2032254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1" name="Example thread 6 included"/>
          <p:cNvSpPr/>
          <p:nvPr/>
        </p:nvSpPr>
        <p:spPr>
          <a:xfrm>
            <a:off x="2162556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6"/>
          <p:cNvSpPr/>
          <p:nvPr/>
        </p:nvSpPr>
        <p:spPr>
          <a:xfrm>
            <a:off x="2162556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3" name="Example thread 7 included"/>
          <p:cNvSpPr/>
          <p:nvPr/>
        </p:nvSpPr>
        <p:spPr>
          <a:xfrm>
            <a:off x="2292858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7"/>
          <p:cNvSpPr/>
          <p:nvPr/>
        </p:nvSpPr>
        <p:spPr>
          <a:xfrm>
            <a:off x="2292858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5" name="Example thread 8 included"/>
          <p:cNvSpPr/>
          <p:nvPr/>
        </p:nvSpPr>
        <p:spPr>
          <a:xfrm>
            <a:off x="2423160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8"/>
          <p:cNvSpPr/>
          <p:nvPr/>
        </p:nvSpPr>
        <p:spPr>
          <a:xfrm>
            <a:off x="2423160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07" name="Example thread 9 included"/>
          <p:cNvSpPr/>
          <p:nvPr/>
        </p:nvSpPr>
        <p:spPr>
          <a:xfrm>
            <a:off x="2553462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9"/>
          <p:cNvSpPr/>
          <p:nvPr/>
        </p:nvSpPr>
        <p:spPr>
          <a:xfrm>
            <a:off x="2553462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09" name="Example thread 10 included"/>
          <p:cNvSpPr/>
          <p:nvPr/>
        </p:nvSpPr>
        <p:spPr>
          <a:xfrm>
            <a:off x="2683764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10"/>
          <p:cNvSpPr/>
          <p:nvPr/>
        </p:nvSpPr>
        <p:spPr>
          <a:xfrm>
            <a:off x="2683764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1" name="Example thread 11 included"/>
          <p:cNvSpPr/>
          <p:nvPr/>
        </p:nvSpPr>
        <p:spPr>
          <a:xfrm>
            <a:off x="2814066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11"/>
          <p:cNvSpPr/>
          <p:nvPr/>
        </p:nvSpPr>
        <p:spPr>
          <a:xfrm>
            <a:off x="2814066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3" name="Example thread 12 included"/>
          <p:cNvSpPr/>
          <p:nvPr/>
        </p:nvSpPr>
        <p:spPr>
          <a:xfrm>
            <a:off x="2944368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12"/>
          <p:cNvSpPr/>
          <p:nvPr/>
        </p:nvSpPr>
        <p:spPr>
          <a:xfrm>
            <a:off x="2944368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5" name="Example thread 13 included"/>
          <p:cNvSpPr/>
          <p:nvPr/>
        </p:nvSpPr>
        <p:spPr>
          <a:xfrm>
            <a:off x="3074670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13"/>
          <p:cNvSpPr/>
          <p:nvPr/>
        </p:nvSpPr>
        <p:spPr>
          <a:xfrm>
            <a:off x="3074670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17" name="Example thread 14 included"/>
          <p:cNvSpPr/>
          <p:nvPr/>
        </p:nvSpPr>
        <p:spPr>
          <a:xfrm>
            <a:off x="3204972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14"/>
          <p:cNvSpPr/>
          <p:nvPr/>
        </p:nvSpPr>
        <p:spPr>
          <a:xfrm>
            <a:off x="3204972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19" name="Example thread 15 included"/>
          <p:cNvSpPr/>
          <p:nvPr/>
        </p:nvSpPr>
        <p:spPr>
          <a:xfrm>
            <a:off x="3335274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15"/>
          <p:cNvSpPr/>
          <p:nvPr/>
        </p:nvSpPr>
        <p:spPr>
          <a:xfrm>
            <a:off x="3335274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1" name="Example thread 16 included"/>
          <p:cNvSpPr/>
          <p:nvPr/>
        </p:nvSpPr>
        <p:spPr>
          <a:xfrm>
            <a:off x="13807440" y="15864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16"/>
          <p:cNvSpPr/>
          <p:nvPr/>
        </p:nvSpPr>
        <p:spPr>
          <a:xfrm>
            <a:off x="1380744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3" name="Example thread 17 included"/>
          <p:cNvSpPr/>
          <p:nvPr/>
        </p:nvSpPr>
        <p:spPr>
          <a:xfrm>
            <a:off x="15110460" y="15864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17"/>
          <p:cNvSpPr/>
          <p:nvPr/>
        </p:nvSpPr>
        <p:spPr>
          <a:xfrm>
            <a:off x="1511046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5" name="Example thread 18 included"/>
          <p:cNvSpPr/>
          <p:nvPr/>
        </p:nvSpPr>
        <p:spPr>
          <a:xfrm>
            <a:off x="16413480" y="15864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18"/>
          <p:cNvSpPr/>
          <p:nvPr/>
        </p:nvSpPr>
        <p:spPr>
          <a:xfrm>
            <a:off x="1641348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27" name="Example thread 19 included"/>
          <p:cNvSpPr/>
          <p:nvPr/>
        </p:nvSpPr>
        <p:spPr>
          <a:xfrm>
            <a:off x="17716500" y="15864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19"/>
          <p:cNvSpPr/>
          <p:nvPr/>
        </p:nvSpPr>
        <p:spPr>
          <a:xfrm>
            <a:off x="1771650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29" name="Example thread 20 excluded"/>
          <p:cNvSpPr/>
          <p:nvPr/>
        </p:nvSpPr>
        <p:spPr>
          <a:xfrm>
            <a:off x="1901952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0" name="20"/>
          <p:cNvSpPr/>
          <p:nvPr/>
        </p:nvSpPr>
        <p:spPr>
          <a:xfrm>
            <a:off x="1901952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1" name="Example thread 21 excluded"/>
          <p:cNvSpPr/>
          <p:nvPr/>
        </p:nvSpPr>
        <p:spPr>
          <a:xfrm>
            <a:off x="2032254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2" name="21"/>
          <p:cNvSpPr/>
          <p:nvPr/>
        </p:nvSpPr>
        <p:spPr>
          <a:xfrm>
            <a:off x="2032254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3" name="Example thread 22 excluded"/>
          <p:cNvSpPr/>
          <p:nvPr/>
        </p:nvSpPr>
        <p:spPr>
          <a:xfrm>
            <a:off x="2162556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4" name="22"/>
          <p:cNvSpPr/>
          <p:nvPr/>
        </p:nvSpPr>
        <p:spPr>
          <a:xfrm>
            <a:off x="2162556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5" name="Example thread 23 excluded"/>
          <p:cNvSpPr/>
          <p:nvPr/>
        </p:nvSpPr>
        <p:spPr>
          <a:xfrm>
            <a:off x="2292858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6" name="23"/>
          <p:cNvSpPr/>
          <p:nvPr/>
        </p:nvSpPr>
        <p:spPr>
          <a:xfrm>
            <a:off x="2292858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37" name="Example thread 24 excluded"/>
          <p:cNvSpPr/>
          <p:nvPr/>
        </p:nvSpPr>
        <p:spPr>
          <a:xfrm>
            <a:off x="2423160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8" name="24"/>
          <p:cNvSpPr/>
          <p:nvPr/>
        </p:nvSpPr>
        <p:spPr>
          <a:xfrm>
            <a:off x="2423160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39" name="Example thread 25 excluded"/>
          <p:cNvSpPr/>
          <p:nvPr/>
        </p:nvSpPr>
        <p:spPr>
          <a:xfrm>
            <a:off x="2553462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0" name="25"/>
          <p:cNvSpPr/>
          <p:nvPr/>
        </p:nvSpPr>
        <p:spPr>
          <a:xfrm>
            <a:off x="2553462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1" name="Example thread 26 excluded"/>
          <p:cNvSpPr/>
          <p:nvPr/>
        </p:nvSpPr>
        <p:spPr>
          <a:xfrm>
            <a:off x="2683764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2" name="26"/>
          <p:cNvSpPr/>
          <p:nvPr/>
        </p:nvSpPr>
        <p:spPr>
          <a:xfrm>
            <a:off x="2683764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3" name="Example thread 27 excluded"/>
          <p:cNvSpPr/>
          <p:nvPr/>
        </p:nvSpPr>
        <p:spPr>
          <a:xfrm>
            <a:off x="2814066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4" name="27"/>
          <p:cNvSpPr/>
          <p:nvPr/>
        </p:nvSpPr>
        <p:spPr>
          <a:xfrm>
            <a:off x="2814066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5" name="Example thread 28 excluded"/>
          <p:cNvSpPr/>
          <p:nvPr/>
        </p:nvSpPr>
        <p:spPr>
          <a:xfrm>
            <a:off x="2944368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6" name="28"/>
          <p:cNvSpPr/>
          <p:nvPr/>
        </p:nvSpPr>
        <p:spPr>
          <a:xfrm>
            <a:off x="2944368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47" name="Example thread 29 excluded"/>
          <p:cNvSpPr/>
          <p:nvPr/>
        </p:nvSpPr>
        <p:spPr>
          <a:xfrm>
            <a:off x="3074670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8" name="29"/>
          <p:cNvSpPr/>
          <p:nvPr/>
        </p:nvSpPr>
        <p:spPr>
          <a:xfrm>
            <a:off x="3074670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49" name="Example thread 30 excluded"/>
          <p:cNvSpPr/>
          <p:nvPr/>
        </p:nvSpPr>
        <p:spPr>
          <a:xfrm>
            <a:off x="3204972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50" name="30"/>
          <p:cNvSpPr/>
          <p:nvPr/>
        </p:nvSpPr>
        <p:spPr>
          <a:xfrm>
            <a:off x="3204972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1" name="Example thread 31 excluded"/>
          <p:cNvSpPr/>
          <p:nvPr/>
        </p:nvSpPr>
        <p:spPr>
          <a:xfrm>
            <a:off x="3335274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52" name="31"/>
          <p:cNvSpPr/>
          <p:nvPr/>
        </p:nvSpPr>
        <p:spPr>
          <a:xfrm>
            <a:off x="3335274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153" name="Example warp: 32 threads"/>
          <p:cNvSpPr/>
          <p:nvPr/>
        </p:nvSpPr>
        <p:spPr>
          <a:xfrm>
            <a:off x="13235940" y="17053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54" name="Partition 0, row 0, threads 0,1,2,3,4"/>
          <p:cNvSpPr/>
          <p:nvPr/>
        </p:nvSpPr>
        <p:spPr>
          <a:xfrm>
            <a:off x="13670280" y="17213580"/>
            <a:ext cx="603504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55" name="Partition 1, row 0, threads 5,6,7,8,9"/>
          <p:cNvSpPr/>
          <p:nvPr/>
        </p:nvSpPr>
        <p:spPr>
          <a:xfrm>
            <a:off x="20185380" y="17213580"/>
            <a:ext cx="603504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56" name="Partition 2, row 0, threads 10,11,12,13,14"/>
          <p:cNvSpPr/>
          <p:nvPr/>
        </p:nvSpPr>
        <p:spPr>
          <a:xfrm>
            <a:off x="26700480" y="17213580"/>
            <a:ext cx="603504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157" name="Partition 3, row 0, threads 15"/>
          <p:cNvSpPr/>
          <p:nvPr/>
        </p:nvSpPr>
        <p:spPr>
          <a:xfrm>
            <a:off x="33215580" y="172135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158" name="Partition 3, row 1, threads 16,17,18,19"/>
          <p:cNvSpPr/>
          <p:nvPr/>
        </p:nvSpPr>
        <p:spPr>
          <a:xfrm>
            <a:off x="13670280" y="18036540"/>
            <a:ext cx="473202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159" name="Example thread 0 included"/>
          <p:cNvSpPr/>
          <p:nvPr/>
        </p:nvSpPr>
        <p:spPr>
          <a:xfrm>
            <a:off x="1380744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0"/>
          <p:cNvSpPr/>
          <p:nvPr/>
        </p:nvSpPr>
        <p:spPr>
          <a:xfrm>
            <a:off x="1380744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161" name="Example thread 1 included"/>
          <p:cNvSpPr/>
          <p:nvPr/>
        </p:nvSpPr>
        <p:spPr>
          <a:xfrm>
            <a:off x="1511046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1"/>
          <p:cNvSpPr/>
          <p:nvPr/>
        </p:nvSpPr>
        <p:spPr>
          <a:xfrm>
            <a:off x="1511046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163" name="Example thread 2 included"/>
          <p:cNvSpPr/>
          <p:nvPr/>
        </p:nvSpPr>
        <p:spPr>
          <a:xfrm>
            <a:off x="1641348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2"/>
          <p:cNvSpPr/>
          <p:nvPr/>
        </p:nvSpPr>
        <p:spPr>
          <a:xfrm>
            <a:off x="1641348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165" name="Example thread 3 included"/>
          <p:cNvSpPr/>
          <p:nvPr/>
        </p:nvSpPr>
        <p:spPr>
          <a:xfrm>
            <a:off x="1771650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3"/>
          <p:cNvSpPr/>
          <p:nvPr/>
        </p:nvSpPr>
        <p:spPr>
          <a:xfrm>
            <a:off x="1771650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67" name="Example thread 4 included"/>
          <p:cNvSpPr/>
          <p:nvPr/>
        </p:nvSpPr>
        <p:spPr>
          <a:xfrm>
            <a:off x="1901952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4"/>
          <p:cNvSpPr/>
          <p:nvPr/>
        </p:nvSpPr>
        <p:spPr>
          <a:xfrm>
            <a:off x="1901952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69" name="Example thread 5 included"/>
          <p:cNvSpPr/>
          <p:nvPr/>
        </p:nvSpPr>
        <p:spPr>
          <a:xfrm>
            <a:off x="2032254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5"/>
          <p:cNvSpPr/>
          <p:nvPr/>
        </p:nvSpPr>
        <p:spPr>
          <a:xfrm>
            <a:off x="2032254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71" name="Example thread 6 included"/>
          <p:cNvSpPr/>
          <p:nvPr/>
        </p:nvSpPr>
        <p:spPr>
          <a:xfrm>
            <a:off x="2162556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6"/>
          <p:cNvSpPr/>
          <p:nvPr/>
        </p:nvSpPr>
        <p:spPr>
          <a:xfrm>
            <a:off x="2162556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73" name="Example thread 7 included"/>
          <p:cNvSpPr/>
          <p:nvPr/>
        </p:nvSpPr>
        <p:spPr>
          <a:xfrm>
            <a:off x="2292858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7"/>
          <p:cNvSpPr/>
          <p:nvPr/>
        </p:nvSpPr>
        <p:spPr>
          <a:xfrm>
            <a:off x="2292858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75" name="Example thread 8 included"/>
          <p:cNvSpPr/>
          <p:nvPr/>
        </p:nvSpPr>
        <p:spPr>
          <a:xfrm>
            <a:off x="2423160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8"/>
          <p:cNvSpPr/>
          <p:nvPr/>
        </p:nvSpPr>
        <p:spPr>
          <a:xfrm>
            <a:off x="2423160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77" name="Example thread 9 included"/>
          <p:cNvSpPr/>
          <p:nvPr/>
        </p:nvSpPr>
        <p:spPr>
          <a:xfrm>
            <a:off x="2553462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9"/>
          <p:cNvSpPr/>
          <p:nvPr/>
        </p:nvSpPr>
        <p:spPr>
          <a:xfrm>
            <a:off x="2553462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79" name="Example thread 10 included"/>
          <p:cNvSpPr/>
          <p:nvPr/>
        </p:nvSpPr>
        <p:spPr>
          <a:xfrm>
            <a:off x="2683764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10"/>
          <p:cNvSpPr/>
          <p:nvPr/>
        </p:nvSpPr>
        <p:spPr>
          <a:xfrm>
            <a:off x="2683764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81" name="Example thread 11 included"/>
          <p:cNvSpPr/>
          <p:nvPr/>
        </p:nvSpPr>
        <p:spPr>
          <a:xfrm>
            <a:off x="2814066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11"/>
          <p:cNvSpPr/>
          <p:nvPr/>
        </p:nvSpPr>
        <p:spPr>
          <a:xfrm>
            <a:off x="2814066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83" name="Example thread 12 included"/>
          <p:cNvSpPr/>
          <p:nvPr/>
        </p:nvSpPr>
        <p:spPr>
          <a:xfrm>
            <a:off x="2944368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12"/>
          <p:cNvSpPr/>
          <p:nvPr/>
        </p:nvSpPr>
        <p:spPr>
          <a:xfrm>
            <a:off x="2944368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85" name="Example thread 13 included"/>
          <p:cNvSpPr/>
          <p:nvPr/>
        </p:nvSpPr>
        <p:spPr>
          <a:xfrm>
            <a:off x="3074670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13"/>
          <p:cNvSpPr/>
          <p:nvPr/>
        </p:nvSpPr>
        <p:spPr>
          <a:xfrm>
            <a:off x="3074670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87" name="Example thread 14 included"/>
          <p:cNvSpPr/>
          <p:nvPr/>
        </p:nvSpPr>
        <p:spPr>
          <a:xfrm>
            <a:off x="3204972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14"/>
          <p:cNvSpPr/>
          <p:nvPr/>
        </p:nvSpPr>
        <p:spPr>
          <a:xfrm>
            <a:off x="3204972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89" name="Example thread 15 included"/>
          <p:cNvSpPr/>
          <p:nvPr/>
        </p:nvSpPr>
        <p:spPr>
          <a:xfrm>
            <a:off x="3335274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15"/>
          <p:cNvSpPr/>
          <p:nvPr/>
        </p:nvSpPr>
        <p:spPr>
          <a:xfrm>
            <a:off x="3335274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91" name="Example thread 16 included"/>
          <p:cNvSpPr/>
          <p:nvPr/>
        </p:nvSpPr>
        <p:spPr>
          <a:xfrm>
            <a:off x="13807440" y="18150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16"/>
          <p:cNvSpPr/>
          <p:nvPr/>
        </p:nvSpPr>
        <p:spPr>
          <a:xfrm>
            <a:off x="1380744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93" name="Example thread 17 included"/>
          <p:cNvSpPr/>
          <p:nvPr/>
        </p:nvSpPr>
        <p:spPr>
          <a:xfrm>
            <a:off x="15110460" y="18150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17"/>
          <p:cNvSpPr/>
          <p:nvPr/>
        </p:nvSpPr>
        <p:spPr>
          <a:xfrm>
            <a:off x="1511046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95" name="Example thread 18 included"/>
          <p:cNvSpPr/>
          <p:nvPr/>
        </p:nvSpPr>
        <p:spPr>
          <a:xfrm>
            <a:off x="16413480" y="18150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18"/>
          <p:cNvSpPr/>
          <p:nvPr/>
        </p:nvSpPr>
        <p:spPr>
          <a:xfrm>
            <a:off x="1641348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97" name="Example thread 19 included"/>
          <p:cNvSpPr/>
          <p:nvPr/>
        </p:nvSpPr>
        <p:spPr>
          <a:xfrm>
            <a:off x="17716500" y="18150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19"/>
          <p:cNvSpPr/>
          <p:nvPr/>
        </p:nvSpPr>
        <p:spPr>
          <a:xfrm>
            <a:off x="1771650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99" name="Example thread 20 excluded"/>
          <p:cNvSpPr/>
          <p:nvPr/>
        </p:nvSpPr>
        <p:spPr>
          <a:xfrm>
            <a:off x="1901952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0" name="20"/>
          <p:cNvSpPr/>
          <p:nvPr/>
        </p:nvSpPr>
        <p:spPr>
          <a:xfrm>
            <a:off x="1901952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201" name="Example thread 21 excluded"/>
          <p:cNvSpPr/>
          <p:nvPr/>
        </p:nvSpPr>
        <p:spPr>
          <a:xfrm>
            <a:off x="2032254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2" name="21"/>
          <p:cNvSpPr/>
          <p:nvPr/>
        </p:nvSpPr>
        <p:spPr>
          <a:xfrm>
            <a:off x="2032254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203" name="Example thread 22 excluded"/>
          <p:cNvSpPr/>
          <p:nvPr/>
        </p:nvSpPr>
        <p:spPr>
          <a:xfrm>
            <a:off x="2162556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4" name="22"/>
          <p:cNvSpPr/>
          <p:nvPr/>
        </p:nvSpPr>
        <p:spPr>
          <a:xfrm>
            <a:off x="2162556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205" name="Example thread 23 excluded"/>
          <p:cNvSpPr/>
          <p:nvPr/>
        </p:nvSpPr>
        <p:spPr>
          <a:xfrm>
            <a:off x="2292858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6" name="23"/>
          <p:cNvSpPr/>
          <p:nvPr/>
        </p:nvSpPr>
        <p:spPr>
          <a:xfrm>
            <a:off x="2292858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207" name="Example thread 24 excluded"/>
          <p:cNvSpPr/>
          <p:nvPr/>
        </p:nvSpPr>
        <p:spPr>
          <a:xfrm>
            <a:off x="2423160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8" name="24"/>
          <p:cNvSpPr/>
          <p:nvPr/>
        </p:nvSpPr>
        <p:spPr>
          <a:xfrm>
            <a:off x="2423160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209" name="Example thread 25 excluded"/>
          <p:cNvSpPr/>
          <p:nvPr/>
        </p:nvSpPr>
        <p:spPr>
          <a:xfrm>
            <a:off x="2553462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0" name="25"/>
          <p:cNvSpPr/>
          <p:nvPr/>
        </p:nvSpPr>
        <p:spPr>
          <a:xfrm>
            <a:off x="2553462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211" name="Example thread 26 excluded"/>
          <p:cNvSpPr/>
          <p:nvPr/>
        </p:nvSpPr>
        <p:spPr>
          <a:xfrm>
            <a:off x="2683764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2" name="26"/>
          <p:cNvSpPr/>
          <p:nvPr/>
        </p:nvSpPr>
        <p:spPr>
          <a:xfrm>
            <a:off x="2683764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213" name="Example thread 27 excluded"/>
          <p:cNvSpPr/>
          <p:nvPr/>
        </p:nvSpPr>
        <p:spPr>
          <a:xfrm>
            <a:off x="2814066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4" name="27"/>
          <p:cNvSpPr/>
          <p:nvPr/>
        </p:nvSpPr>
        <p:spPr>
          <a:xfrm>
            <a:off x="2814066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215" name="Example thread 28 excluded"/>
          <p:cNvSpPr/>
          <p:nvPr/>
        </p:nvSpPr>
        <p:spPr>
          <a:xfrm>
            <a:off x="2944368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6" name="28"/>
          <p:cNvSpPr/>
          <p:nvPr/>
        </p:nvSpPr>
        <p:spPr>
          <a:xfrm>
            <a:off x="2944368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217" name="Example thread 29 excluded"/>
          <p:cNvSpPr/>
          <p:nvPr/>
        </p:nvSpPr>
        <p:spPr>
          <a:xfrm>
            <a:off x="3074670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8" name="29"/>
          <p:cNvSpPr/>
          <p:nvPr/>
        </p:nvSpPr>
        <p:spPr>
          <a:xfrm>
            <a:off x="3074670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219" name="Example thread 30 excluded"/>
          <p:cNvSpPr/>
          <p:nvPr/>
        </p:nvSpPr>
        <p:spPr>
          <a:xfrm>
            <a:off x="3204972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20" name="30"/>
          <p:cNvSpPr/>
          <p:nvPr/>
        </p:nvSpPr>
        <p:spPr>
          <a:xfrm>
            <a:off x="3204972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221" name="Example thread 31 excluded"/>
          <p:cNvSpPr/>
          <p:nvPr/>
        </p:nvSpPr>
        <p:spPr>
          <a:xfrm>
            <a:off x="3335274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22" name="31"/>
          <p:cNvSpPr/>
          <p:nvPr/>
        </p:nvSpPr>
        <p:spPr>
          <a:xfrm>
            <a:off x="3335274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223" name="Shape"/>
          <p:cNvSpPr/>
          <p:nvPr/>
        </p:nvSpPr>
        <p:spPr>
          <a:xfrm>
            <a:off x="23591520" y="14447520"/>
            <a:ext cx="548640" cy="2743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24" name="Shape"/>
          <p:cNvSpPr/>
          <p:nvPr/>
        </p:nvSpPr>
        <p:spPr>
          <a:xfrm>
            <a:off x="23591520" y="16733520"/>
            <a:ext cx="548640" cy="2743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>
  <p:cSld name="Group Synchroniz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Synchronizer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Synchronizers</a:t>
            </a:r>
          </a:p>
        </p:txBody>
      </p:sp>
      <p:sp>
        <p:nvSpPr>
          <p:cNvPr id="3" name="Create the synchronization mechanism for each subgroup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Create the synchronization mechanism for each subgroup</a:t>
            </a:r>
          </a:p>
        </p:txBody>
      </p:sp>
      <p:sp>
        <p:nvSpPr>
          <p:cNvPr id="4" name="3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5" name="Determines how the subgroups are synchronized"/>
          <p:cNvSpPr/>
          <p:nvPr/>
        </p:nvSpPr>
        <p:spPr>
          <a:xfrm>
            <a:off x="1874520" y="4892040"/>
            <a:ext cx="323469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Determines how the subgroups are synchronized</a:t>
            </a:r>
          </a:p>
        </p:txBody>
      </p:sp>
      <p:sp>
        <p:nvSpPr>
          <p:cNvPr id="6" name="Needs to implement the `make_instance` method that returns the `/"/>
          <p:cNvSpPr/>
          <p:nvPr/>
        </p:nvSpPr>
        <p:spPr>
          <a:xfrm>
            <a:off x="1874520" y="6286500"/>
            <a:ext cx="32346900" cy="16230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Needs to implement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make_instance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method that returns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/*group-synchronizer-instance*/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type: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8526780"/>
            <a:ext cx="32918400" cy="8001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8" name="Verbatim C++ snippet" descr="Verbatim fenced C++ snippet from slides.md"/>
          <p:cNvSpPr/>
          <p:nvPr/>
        </p:nvSpPr>
        <p:spPr>
          <a:xfrm>
            <a:off x="2331720" y="9098280"/>
            <a:ext cx="31912560" cy="667512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template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MappingResult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concept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/*group-synchronizer*/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requires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   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   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   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MappingResult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mapping_result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make_instance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mapping_result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/*group-synchronizer-instance*/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MappingResult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hierarchy_type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9" name="Synchronizer support note" descr="Supplemental synchronizer support note"/>
          <p:cNvSpPr/>
          <p:nvPr/>
        </p:nvSpPr>
        <p:spPr>
          <a:xfrm>
            <a:off x="1874520" y="17373600"/>
            <a:ext cx="323469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Synchronizers need not support every combination of </a:t>
            </a:r>
            <a:r>
              <a:rPr lang="en-US" sz="3960" b="0">
                <a:solidFill>
                  <a:schemeClr val="accent6"/>
                </a:solidFill>
                <a:latin typeface="DejaVu Sans Mono"/>
              </a:rPr>
              <a:t xml:space="preserve">Unit</a:t>
            </a: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, </a:t>
            </a:r>
            <a:r>
              <a:rPr lang="en-US" sz="3960" b="0">
                <a:solidFill>
                  <a:schemeClr val="accent6"/>
                </a:solidFill>
                <a:latin typeface="DejaVu Sans Mono"/>
              </a:rPr>
              <a:t xml:space="preserve">ParentGroup</a:t>
            </a: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, and </a:t>
            </a:r>
            <a:r>
              <a:rPr lang="en-US" sz="3960" b="0">
                <a:solidFill>
                  <a:schemeClr val="accent6"/>
                </a:solidFill>
                <a:latin typeface="DejaVu Sans Mono"/>
              </a:rPr>
              <a:t xml:space="preserve">MappingResult</a:t>
            </a: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>
  <p:cSld name="Predefined Group Synchronizers — level_synchroniz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Consistent table shading"/>
          <p:cNvSpPr/>
          <p:nvPr/>
        </p:nvSpPr>
        <p:spPr>
          <a:xfrm>
            <a:off x="13235940" y="17556480"/>
            <a:ext cx="21259800" cy="80010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43" name="Consistent table shading"/>
          <p:cNvSpPr/>
          <p:nvPr/>
        </p:nvSpPr>
        <p:spPr>
          <a:xfrm>
            <a:off x="13235940" y="15956280"/>
            <a:ext cx="21259800" cy="80010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42" name="Consistent table shading"/>
          <p:cNvSpPr/>
          <p:nvPr/>
        </p:nvSpPr>
        <p:spPr>
          <a:xfrm>
            <a:off x="13235940" y="14356080"/>
            <a:ext cx="21259800" cy="80010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41" name="Consistent table shading"/>
          <p:cNvSpPr/>
          <p:nvPr/>
        </p:nvSpPr>
        <p:spPr>
          <a:xfrm>
            <a:off x="13235940" y="13327380"/>
            <a:ext cx="21259800" cy="100584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" name="Predefined Group Synchronizer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Synchronizers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3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5" name="Current synchronizer"/>
          <p:cNvSpPr/>
          <p:nvPr/>
        </p:nvSpPr>
        <p:spPr>
          <a:xfrm>
            <a:off x="1828800" y="5052060"/>
            <a:ext cx="9829800" cy="18745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6" name="Shape"/>
          <p:cNvSpPr/>
          <p:nvPr/>
        </p:nvSpPr>
        <p:spPr>
          <a:xfrm>
            <a:off x="1828800" y="5052060"/>
            <a:ext cx="114300" cy="18745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`level_synchronizer`"/>
          <p:cNvSpPr/>
          <p:nvPr/>
        </p:nvSpPr>
        <p:spPr>
          <a:xfrm>
            <a:off x="2286000" y="557784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level_synchronizer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8" name="`lane_synchronizer`"/>
          <p:cNvSpPr/>
          <p:nvPr/>
        </p:nvSpPr>
        <p:spPr>
          <a:xfrm>
            <a:off x="2286000" y="848106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`interwarp_synchronizer`"/>
          <p:cNvSpPr/>
          <p:nvPr/>
        </p:nvSpPr>
        <p:spPr>
          <a:xfrm>
            <a:off x="2286000" y="1138428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interwarp_synchronizer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`barrier_synchronizer`"/>
          <p:cNvSpPr/>
          <p:nvPr/>
        </p:nvSpPr>
        <p:spPr>
          <a:xfrm>
            <a:off x="2286000" y="1428750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barrier_synchronizer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Synchronizes all threads within the group's level.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Synchronizes all threads within the group's level.</a:t>
            </a:r>
          </a:p>
        </p:txBody>
      </p:sp>
      <p:sp>
        <p:nvSpPr>
          <p:cNvPr id="13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4" name="Shape"/>
          <p:cNvSpPr/>
          <p:nvPr/>
        </p:nvSpPr>
        <p:spPr>
          <a:xfrm>
            <a:off x="13235940" y="8526780"/>
            <a:ext cx="21259800" cy="3429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ynchronizer construction example" descr="Supplemental synchronizer detail from repository docs and headers"/>
          <p:cNvSpPr/>
          <p:nvPr/>
        </p:nvSpPr>
        <p:spPr>
          <a:xfrm>
            <a:off x="13693140" y="9966960"/>
            <a:ext cx="20345400" cy="9144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level_synchronizer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SYNCHRONIZATION BEHAVIOUR"/>
          <p:cNvSpPr/>
          <p:nvPr/>
        </p:nvSpPr>
        <p:spPr>
          <a:xfrm>
            <a:off x="13235940" y="125958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SYNCHRONIZATION BEHAVIOUR</a:t>
            </a:r>
          </a:p>
        </p:txBody>
      </p:sp>
      <p:sp>
        <p:nvSpPr>
          <p:cNvPr id="17" name="Level" descr="Supplemental synchronizer detail from repository docs and headers"/>
          <p:cNvSpPr/>
          <p:nvPr/>
        </p:nvSpPr>
        <p:spPr>
          <a:xfrm>
            <a:off x="13235940" y="13555980"/>
            <a:ext cx="36576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1">
                <a:solidFill>
                  <a:schemeClr val="dk1"/>
                </a:solidFill>
                <a:latin typeface="NVIDIA Sans Medium"/>
              </a:rPr>
              <a:t xml:space="preserve">Level</a:t>
            </a:r>
          </a:p>
        </p:txBody>
      </p:sp>
      <p:sp>
        <p:nvSpPr>
          <p:cNvPr id="18" name="sync()" descr="Supplemental synchronizer detail from repository docs and headers"/>
          <p:cNvSpPr/>
          <p:nvPr/>
        </p:nvSpPr>
        <p:spPr>
          <a:xfrm>
            <a:off x="17259300" y="13555980"/>
            <a:ext cx="7543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sync()</a:t>
            </a:r>
          </a:p>
        </p:txBody>
      </p:sp>
      <p:sp>
        <p:nvSpPr>
          <p:cNvPr id="19" name="sync_aligned()" descr="Supplemental synchronizer detail from repository docs and headers"/>
          <p:cNvSpPr/>
          <p:nvPr/>
        </p:nvSpPr>
        <p:spPr>
          <a:xfrm>
            <a:off x="25374600" y="13555980"/>
            <a:ext cx="89154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sync_aligned()</a:t>
            </a:r>
          </a:p>
        </p:txBody>
      </p:sp>
      <p:sp>
        <p:nvSpPr>
          <p:cNvPr id="20" name="Shape"/>
          <p:cNvSpPr/>
          <p:nvPr/>
        </p:nvSpPr>
        <p:spPr>
          <a:xfrm>
            <a:off x="13235940" y="1421892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1" name="Thread" descr="Supplemental synchronizer detail from repository docs and headers"/>
          <p:cNvSpPr/>
          <p:nvPr/>
        </p:nvSpPr>
        <p:spPr>
          <a:xfrm>
            <a:off x="13235940" y="14401800"/>
            <a:ext cx="36576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Thread</a:t>
            </a:r>
          </a:p>
        </p:txBody>
      </p:sp>
      <p:sp>
        <p:nvSpPr>
          <p:cNvPr id="22" name="No operation" descr="Supplemental synchronizer detail from repository docs and headers"/>
          <p:cNvSpPr/>
          <p:nvPr/>
        </p:nvSpPr>
        <p:spPr>
          <a:xfrm>
            <a:off x="17259300" y="14401800"/>
            <a:ext cx="75438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No operation</a:t>
            </a:r>
          </a:p>
        </p:txBody>
      </p:sp>
      <p:sp>
        <p:nvSpPr>
          <p:cNvPr id="23" name="No operation" descr="Supplemental synchronizer detail from repository docs and headers"/>
          <p:cNvSpPr/>
          <p:nvPr/>
        </p:nvSpPr>
        <p:spPr>
          <a:xfrm>
            <a:off x="25374600" y="14401800"/>
            <a:ext cx="8915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No operation</a:t>
            </a:r>
          </a:p>
        </p:txBody>
      </p:sp>
      <p:sp>
        <p:nvSpPr>
          <p:cNvPr id="24" name="Shape"/>
          <p:cNvSpPr/>
          <p:nvPr/>
        </p:nvSpPr>
        <p:spPr>
          <a:xfrm>
            <a:off x="13235940" y="1506474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5" name="Warp" descr="Supplemental synchronizer detail from repository docs and headers"/>
          <p:cNvSpPr/>
          <p:nvPr/>
        </p:nvSpPr>
        <p:spPr>
          <a:xfrm>
            <a:off x="13235940" y="15201900"/>
            <a:ext cx="36576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Warp</a:t>
            </a:r>
          </a:p>
        </p:txBody>
      </p:sp>
      <p:sp>
        <p:nvSpPr>
          <p:cNvPr id="26" name="`__syncwarp()`" descr="Supplemental synchronizer detail from repository docs and headers"/>
          <p:cNvSpPr/>
          <p:nvPr/>
        </p:nvSpPr>
        <p:spPr>
          <a:xfrm>
            <a:off x="17259300" y="15201900"/>
            <a:ext cx="75438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__syncwarp()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7" name="`__syncwarp()`" descr="Supplemental synchronizer detail from repository docs and headers"/>
          <p:cNvSpPr/>
          <p:nvPr/>
        </p:nvSpPr>
        <p:spPr>
          <a:xfrm>
            <a:off x="25374600" y="15201900"/>
            <a:ext cx="8915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__syncwarp()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8" name="Shape"/>
          <p:cNvSpPr/>
          <p:nvPr/>
        </p:nvSpPr>
        <p:spPr>
          <a:xfrm>
            <a:off x="13235940" y="1586484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9" name="Block" descr="Supplemental synchronizer detail from repository docs and headers"/>
          <p:cNvSpPr/>
          <p:nvPr/>
        </p:nvSpPr>
        <p:spPr>
          <a:xfrm>
            <a:off x="13235940" y="16002000"/>
            <a:ext cx="36576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Block</a:t>
            </a:r>
          </a:p>
        </p:txBody>
      </p:sp>
      <p:sp>
        <p:nvSpPr>
          <p:cNvPr id="30" name="`__barrier_sync(0)`" descr="Supplemental synchronizer detail from repository docs and headers"/>
          <p:cNvSpPr/>
          <p:nvPr/>
        </p:nvSpPr>
        <p:spPr>
          <a:xfrm>
            <a:off x="17259300" y="16002000"/>
            <a:ext cx="75438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__barrier_sync(0)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1" name="`__syncthreads()`" descr="Supplemental synchronizer detail from repository docs and headers"/>
          <p:cNvSpPr/>
          <p:nvPr/>
        </p:nvSpPr>
        <p:spPr>
          <a:xfrm>
            <a:off x="25374600" y="16002000"/>
            <a:ext cx="8915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__syncthreads()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2" name="Shape"/>
          <p:cNvSpPr/>
          <p:nvPr/>
        </p:nvSpPr>
        <p:spPr>
          <a:xfrm>
            <a:off x="13235940" y="1666494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33" name="Cluster" descr="Supplemental synchronizer detail from repository docs and headers"/>
          <p:cNvSpPr/>
          <p:nvPr/>
        </p:nvSpPr>
        <p:spPr>
          <a:xfrm>
            <a:off x="13235940" y="16802100"/>
            <a:ext cx="36576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Cluster</a:t>
            </a:r>
          </a:p>
        </p:txBody>
      </p:sp>
      <p:sp>
        <p:nvSpPr>
          <p:cNvPr id="34" name="Cluster arrive + wait" descr="Supplemental synchronizer detail from repository docs and headers"/>
          <p:cNvSpPr/>
          <p:nvPr/>
        </p:nvSpPr>
        <p:spPr>
          <a:xfrm>
            <a:off x="17259300" y="16802100"/>
            <a:ext cx="75438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Cluster arrive + wait</a:t>
            </a:r>
          </a:p>
        </p:txBody>
      </p:sp>
      <p:sp>
        <p:nvSpPr>
          <p:cNvPr id="35" name="Aligned arrive + wait" descr="Supplemental synchronizer detail from repository docs and headers"/>
          <p:cNvSpPr/>
          <p:nvPr/>
        </p:nvSpPr>
        <p:spPr>
          <a:xfrm>
            <a:off x="25374600" y="16802100"/>
            <a:ext cx="8915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Aligned arrive + wait</a:t>
            </a:r>
          </a:p>
        </p:txBody>
      </p:sp>
      <p:sp>
        <p:nvSpPr>
          <p:cNvPr id="36" name="Shape"/>
          <p:cNvSpPr/>
          <p:nvPr/>
        </p:nvSpPr>
        <p:spPr>
          <a:xfrm>
            <a:off x="13235940" y="1746504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37" name="Grid" descr="Supplemental synchronizer detail from repository docs and headers"/>
          <p:cNvSpPr/>
          <p:nvPr/>
        </p:nvSpPr>
        <p:spPr>
          <a:xfrm>
            <a:off x="13235940" y="17602200"/>
            <a:ext cx="36576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Grid</a:t>
            </a:r>
          </a:p>
        </p:txBody>
      </p:sp>
      <p:sp>
        <p:nvSpPr>
          <p:cNvPr id="38" name="Block + global + block barriers" descr="Supplemental synchronizer detail from repository docs and headers"/>
          <p:cNvSpPr/>
          <p:nvPr/>
        </p:nvSpPr>
        <p:spPr>
          <a:xfrm>
            <a:off x="17259300" y="17602200"/>
            <a:ext cx="75438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Block + global + block barriers</a:t>
            </a:r>
          </a:p>
        </p:txBody>
      </p:sp>
      <p:sp>
        <p:nvSpPr>
          <p:cNvPr id="39" name="Block + global + block barriers" descr="Supplemental synchronizer detail from repository docs and headers"/>
          <p:cNvSpPr/>
          <p:nvPr/>
        </p:nvSpPr>
        <p:spPr>
          <a:xfrm>
            <a:off x="25374600" y="17602200"/>
            <a:ext cx="8915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Block + global + block barriers</a:t>
            </a:r>
          </a:p>
        </p:txBody>
      </p:sp>
      <p:sp>
        <p:nvSpPr>
          <p:cNvPr id="40" name="Grid synchronization requires a cooperative kernel launch." descr="Supplemental synchronizer detail from repository docs and headers"/>
          <p:cNvSpPr/>
          <p:nvPr/>
        </p:nvSpPr>
        <p:spPr>
          <a:xfrm>
            <a:off x="13235940" y="18608040"/>
            <a:ext cx="21259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Grid synchronization requires a cooperative kernel launch.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>
  <p:cSld name="Predefined Group Synchronizers — lane_synchroniz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onsistent table shading"/>
          <p:cNvSpPr/>
          <p:nvPr/>
        </p:nvSpPr>
        <p:spPr>
          <a:xfrm>
            <a:off x="13235940" y="14424660"/>
            <a:ext cx="21259800" cy="196596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24" name="Consistent table shading"/>
          <p:cNvSpPr/>
          <p:nvPr/>
        </p:nvSpPr>
        <p:spPr>
          <a:xfrm>
            <a:off x="13235940" y="13327380"/>
            <a:ext cx="21259800" cy="100584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" name="Predefined Group Synchronizer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Synchronizers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3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32</a:t>
            </a:r>
          </a:p>
        </p:txBody>
      </p:sp>
      <p:sp>
        <p:nvSpPr>
          <p:cNvPr id="5" name="`level_synchronizer`"/>
          <p:cNvSpPr/>
          <p:nvPr/>
        </p:nvSpPr>
        <p:spPr>
          <a:xfrm>
            <a:off x="2286000" y="557784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level_synchronizer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Current synchronizer"/>
          <p:cNvSpPr/>
          <p:nvPr/>
        </p:nvSpPr>
        <p:spPr>
          <a:xfrm>
            <a:off x="1828800" y="7955280"/>
            <a:ext cx="9829800" cy="18745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7" name="Shape"/>
          <p:cNvSpPr/>
          <p:nvPr/>
        </p:nvSpPr>
        <p:spPr>
          <a:xfrm>
            <a:off x="1828800" y="7955280"/>
            <a:ext cx="114300" cy="18745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`lane_synchronizer`"/>
          <p:cNvSpPr/>
          <p:nvPr/>
        </p:nvSpPr>
        <p:spPr>
          <a:xfrm>
            <a:off x="2286000" y="848106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lane_synchronizer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9" name="`interwarp_synchronizer`"/>
          <p:cNvSpPr/>
          <p:nvPr/>
        </p:nvSpPr>
        <p:spPr>
          <a:xfrm>
            <a:off x="2286000" y="1138428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interwarp_synchronizer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`barrier_synchronizer`"/>
          <p:cNvSpPr/>
          <p:nvPr/>
        </p:nvSpPr>
        <p:spPr>
          <a:xfrm>
            <a:off x="2286000" y="1428750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barrier_synchronizer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Uses `__syncwarp(mask)` for synchronization.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Uses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__syncwarp(mask)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for synchronization.</a:t>
            </a:r>
          </a:p>
        </p:txBody>
      </p:sp>
      <p:sp>
        <p:nvSpPr>
          <p:cNvPr id="13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4" name="Shape"/>
          <p:cNvSpPr/>
          <p:nvPr/>
        </p:nvSpPr>
        <p:spPr>
          <a:xfrm>
            <a:off x="13235940" y="8526780"/>
            <a:ext cx="21259800" cy="3429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ynchronizer construction example" descr="Supplemental synchronizer detail from repository docs and headers"/>
          <p:cNvSpPr/>
          <p:nvPr/>
        </p:nvSpPr>
        <p:spPr>
          <a:xfrm>
            <a:off x="13693140" y="9966960"/>
            <a:ext cx="20345400" cy="9144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SYNCHRONIZATION BEHAVIOUR"/>
          <p:cNvSpPr/>
          <p:nvPr/>
        </p:nvSpPr>
        <p:spPr>
          <a:xfrm>
            <a:off x="13235940" y="125958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SYNCHRONIZATION BEHAVIOUR</a:t>
            </a:r>
          </a:p>
        </p:txBody>
      </p:sp>
      <p:sp>
        <p:nvSpPr>
          <p:cNvPr id="17" name="sync()" descr="Supplemental synchronizer detail from repository docs and headers"/>
          <p:cNvSpPr/>
          <p:nvPr/>
        </p:nvSpPr>
        <p:spPr>
          <a:xfrm>
            <a:off x="132359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sync()</a:t>
            </a:r>
          </a:p>
        </p:txBody>
      </p:sp>
      <p:sp>
        <p:nvSpPr>
          <p:cNvPr id="18" name="sync_aligned()" descr="Supplemental synchronizer detail from repository docs and headers"/>
          <p:cNvSpPr/>
          <p:nvPr/>
        </p:nvSpPr>
        <p:spPr>
          <a:xfrm>
            <a:off x="240944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sync_aligned()</a:t>
            </a:r>
          </a:p>
        </p:txBody>
      </p:sp>
      <p:sp>
        <p:nvSpPr>
          <p:cNvPr id="19" name="Synchronization table header rule"/>
          <p:cNvSpPr/>
          <p:nvPr/>
        </p:nvSpPr>
        <p:spPr>
          <a:xfrm>
            <a:off x="13235940" y="144018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0" name="__syncwarp(lane_mask)" descr="Supplemental synchronizer detail from repository docs and headers"/>
          <p:cNvSpPr/>
          <p:nvPr/>
        </p:nvSpPr>
        <p:spPr>
          <a:xfrm>
            <a:off x="132359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__syncwarp(lane_mask)</a:t>
            </a:r>
          </a:p>
        </p:txBody>
      </p:sp>
      <p:sp>
        <p:nvSpPr>
          <p:cNvPr id="21" name="__syncwarp(lane_mask)" descr="Supplemental synchronizer detail from repository docs and headers"/>
          <p:cNvSpPr/>
          <p:nvPr/>
        </p:nvSpPr>
        <p:spPr>
          <a:xfrm>
            <a:off x="240944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__syncwarp(lane_mask)</a:t>
            </a:r>
          </a:p>
        </p:txBody>
      </p:sp>
      <p:sp>
        <p:nvSpPr>
          <p:cNvPr id="22" name="Synchronization table bottom rule"/>
          <p:cNvSpPr/>
          <p:nvPr/>
        </p:nvSpPr>
        <p:spPr>
          <a:xfrm>
            <a:off x="13235940" y="1639062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3" name="Uses the final mapping result’s lane mask.&#10;For groups of threads " descr="Supplemental synchronizer detail from repository docs and headers"/>
          <p:cNvSpPr/>
          <p:nvPr/>
        </p:nvSpPr>
        <p:spPr>
          <a:xfrm>
            <a:off x="13235940" y="16893540"/>
            <a:ext cx="212598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Uses the final mapping result’s lane mask.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For groups of threads within a single warp.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>
  <p:cSld name="Predefined Group Synchronizers — interwarp_synchroniz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onsistent table shading"/>
          <p:cNvSpPr/>
          <p:nvPr/>
        </p:nvSpPr>
        <p:spPr>
          <a:xfrm>
            <a:off x="13235940" y="14424660"/>
            <a:ext cx="21259800" cy="196596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24" name="Consistent table shading"/>
          <p:cNvSpPr/>
          <p:nvPr/>
        </p:nvSpPr>
        <p:spPr>
          <a:xfrm>
            <a:off x="13235940" y="13327380"/>
            <a:ext cx="21259800" cy="100584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" name="Predefined Group Synchronizer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Synchronizers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3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33</a:t>
            </a:r>
          </a:p>
        </p:txBody>
      </p:sp>
      <p:sp>
        <p:nvSpPr>
          <p:cNvPr id="5" name="`level_synchronizer`"/>
          <p:cNvSpPr/>
          <p:nvPr/>
        </p:nvSpPr>
        <p:spPr>
          <a:xfrm>
            <a:off x="2286000" y="557784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level_synchronizer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lane_synchronizer`"/>
          <p:cNvSpPr/>
          <p:nvPr/>
        </p:nvSpPr>
        <p:spPr>
          <a:xfrm>
            <a:off x="2286000" y="848106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Current synchronizer"/>
          <p:cNvSpPr/>
          <p:nvPr/>
        </p:nvSpPr>
        <p:spPr>
          <a:xfrm>
            <a:off x="1828800" y="10858500"/>
            <a:ext cx="9829800" cy="18745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8" name="Shape"/>
          <p:cNvSpPr/>
          <p:nvPr/>
        </p:nvSpPr>
        <p:spPr>
          <a:xfrm>
            <a:off x="1828800" y="10858500"/>
            <a:ext cx="114300" cy="18745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9" name="`interwarp_synchronizer`"/>
          <p:cNvSpPr/>
          <p:nvPr/>
        </p:nvSpPr>
        <p:spPr>
          <a:xfrm>
            <a:off x="2286000" y="1138428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interwarp_synchronizer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0" name="`barrier_synchronizer`"/>
          <p:cNvSpPr/>
          <p:nvPr/>
        </p:nvSpPr>
        <p:spPr>
          <a:xfrm>
            <a:off x="2286000" y="1428750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barrier_synchronizer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Uses `__barrier_sync_count(barrier_id, nthreads)` for synchroniza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Uses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__barrier_sync_count(barrier_id, nthreads)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for synchronization.</a:t>
            </a:r>
          </a:p>
        </p:txBody>
      </p:sp>
      <p:sp>
        <p:nvSpPr>
          <p:cNvPr id="13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4" name="Shape"/>
          <p:cNvSpPr/>
          <p:nvPr/>
        </p:nvSpPr>
        <p:spPr>
          <a:xfrm>
            <a:off x="13235940" y="8526780"/>
            <a:ext cx="21259800" cy="3429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ynchronizer construction example" descr="Supplemental synchronizer detail from repository docs and headers"/>
          <p:cNvSpPr/>
          <p:nvPr/>
        </p:nvSpPr>
        <p:spPr>
          <a:xfrm>
            <a:off x="13693140" y="8983980"/>
            <a:ext cx="20345400" cy="25146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Array of warp barrier IDs.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array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array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1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3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5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7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The constructor accepts any range of warp barrier IDs.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interwarp_synchronizer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array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SYNCHRONIZATION BEHAVIOUR"/>
          <p:cNvSpPr/>
          <p:nvPr/>
        </p:nvSpPr>
        <p:spPr>
          <a:xfrm>
            <a:off x="13235940" y="125958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SYNCHRONIZATION BEHAVIOUR</a:t>
            </a:r>
          </a:p>
        </p:txBody>
      </p:sp>
      <p:sp>
        <p:nvSpPr>
          <p:cNvPr id="17" name="sync()" descr="Supplemental synchronizer detail from repository docs and headers"/>
          <p:cNvSpPr/>
          <p:nvPr/>
        </p:nvSpPr>
        <p:spPr>
          <a:xfrm>
            <a:off x="132359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sync()</a:t>
            </a:r>
          </a:p>
        </p:txBody>
      </p:sp>
      <p:sp>
        <p:nvSpPr>
          <p:cNvPr id="18" name="sync_aligned()" descr="Supplemental synchronizer detail from repository docs and headers"/>
          <p:cNvSpPr/>
          <p:nvPr/>
        </p:nvSpPr>
        <p:spPr>
          <a:xfrm>
            <a:off x="240944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sync_aligned()</a:t>
            </a:r>
          </a:p>
        </p:txBody>
      </p:sp>
      <p:sp>
        <p:nvSpPr>
          <p:cNvPr id="19" name="Synchronization table header rule"/>
          <p:cNvSpPr/>
          <p:nvPr/>
        </p:nvSpPr>
        <p:spPr>
          <a:xfrm>
            <a:off x="13235940" y="144018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0" name="__barrier_sync_count(barrier_id, nthreads)" descr="Supplemental synchronizer detail from repository docs and headers"/>
          <p:cNvSpPr/>
          <p:nvPr/>
        </p:nvSpPr>
        <p:spPr>
          <a:xfrm>
            <a:off x="132359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__barrier_sync_count(barrier_id, nthreads)</a:t>
            </a:r>
          </a:p>
        </p:txBody>
      </p:sp>
      <p:sp>
        <p:nvSpPr>
          <p:cNvPr id="21" name="__barrier_sync_count(barrier_id, nthreads)" descr="Supplemental synchronizer detail from repository docs and headers"/>
          <p:cNvSpPr/>
          <p:nvPr/>
        </p:nvSpPr>
        <p:spPr>
          <a:xfrm>
            <a:off x="240944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__barrier_sync_count(barrier_id, nthreads)</a:t>
            </a:r>
          </a:p>
        </p:txBody>
      </p:sp>
      <p:sp>
        <p:nvSpPr>
          <p:cNvPr id="22" name="Synchronization table bottom rule"/>
          <p:cNvSpPr/>
          <p:nvPr/>
        </p:nvSpPr>
        <p:spPr>
          <a:xfrm>
            <a:off x="13235940" y="1639062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3" name="For warps within one block; both calls use the counted, unaligned" descr="Supplemental synchronizer detail from repository docs and headers"/>
          <p:cNvSpPr/>
          <p:nvPr/>
        </p:nvSpPr>
        <p:spPr>
          <a:xfrm>
            <a:off x="13235940" y="16893540"/>
            <a:ext cx="212598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  <a:buNone/>
              <a:spcBef>
                <a:spcPts val="0"/>
              </a:spcBef>
              <a:spcAft>
                <a:spcPts val="0"/>
              </a:spcAft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For warps within one block; both calls use the counted, unaligned barrier.</a:t>
            </a:r>
          </a:p>
          <a:p>
            <a:pPr algn="l">
              <a:lnSpc>
                <a:spcPts val="3960"/>
              </a:lnSpc>
              <a:buNone/>
              <a:spcBef>
                <a:spcPts val="0"/>
              </a:spcBef>
              <a:spcAft>
                <a:spcPts val="0"/>
              </a:spcAft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Use unique barrier IDs 1–15, one per subgroup.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>
  <p:cSld name="Predefined Group Synchronizers — barrier_synchroniz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onsistent table shading"/>
          <p:cNvSpPr/>
          <p:nvPr/>
        </p:nvSpPr>
        <p:spPr>
          <a:xfrm>
            <a:off x="13235940" y="14424660"/>
            <a:ext cx="21259800" cy="196596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24" name="Consistent table shading"/>
          <p:cNvSpPr/>
          <p:nvPr/>
        </p:nvSpPr>
        <p:spPr>
          <a:xfrm>
            <a:off x="13235940" y="13327380"/>
            <a:ext cx="21259800" cy="100584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" name="Predefined Group Synchronizer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Synchronizers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34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34</a:t>
            </a:r>
          </a:p>
        </p:txBody>
      </p:sp>
      <p:sp>
        <p:nvSpPr>
          <p:cNvPr id="5" name="`level_synchronizer`"/>
          <p:cNvSpPr/>
          <p:nvPr/>
        </p:nvSpPr>
        <p:spPr>
          <a:xfrm>
            <a:off x="2286000" y="557784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level_synchronizer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lane_synchronizer`"/>
          <p:cNvSpPr/>
          <p:nvPr/>
        </p:nvSpPr>
        <p:spPr>
          <a:xfrm>
            <a:off x="2286000" y="848106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`interwarp_synchronizer`"/>
          <p:cNvSpPr/>
          <p:nvPr/>
        </p:nvSpPr>
        <p:spPr>
          <a:xfrm>
            <a:off x="2286000" y="1138428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interwarp_synchronizer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8" name="Current synchronizer"/>
          <p:cNvSpPr/>
          <p:nvPr/>
        </p:nvSpPr>
        <p:spPr>
          <a:xfrm>
            <a:off x="1828800" y="13761720"/>
            <a:ext cx="9829800" cy="18745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9" name="Shape"/>
          <p:cNvSpPr/>
          <p:nvPr/>
        </p:nvSpPr>
        <p:spPr>
          <a:xfrm>
            <a:off x="1828800" y="13761720"/>
            <a:ext cx="114300" cy="18745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`barrier_synchronizer`"/>
          <p:cNvSpPr/>
          <p:nvPr/>
        </p:nvSpPr>
        <p:spPr>
          <a:xfrm>
            <a:off x="2286000" y="1428750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barrier_synchronizer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Uses `cuda::barrier::arrive_and_wait()` for synchronization.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Uses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cuda::barrier::arrive_and_wait()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for synchronization.</a:t>
            </a:r>
          </a:p>
        </p:txBody>
      </p:sp>
      <p:sp>
        <p:nvSpPr>
          <p:cNvPr id="13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4" name="Shape"/>
          <p:cNvSpPr/>
          <p:nvPr/>
        </p:nvSpPr>
        <p:spPr>
          <a:xfrm>
            <a:off x="13235940" y="8526780"/>
            <a:ext cx="21259800" cy="3429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ynchronizer construction example" descr="Supplemental synchronizer detail from repository docs and headers"/>
          <p:cNvSpPr/>
          <p:nvPr/>
        </p:nvSpPr>
        <p:spPr>
          <a:xfrm>
            <a:off x="13693140" y="8983980"/>
            <a:ext cx="20345400" cy="25146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Array of uninitialized block-scope barriers in shared memory.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__shared__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barrier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thread_scope_block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block_barriers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8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The constructor accepts a contiguous range of CUDA barriers.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barrier_synchronizer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block_barriers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SYNCHRONIZATION BEHAVIOUR"/>
          <p:cNvSpPr/>
          <p:nvPr/>
        </p:nvSpPr>
        <p:spPr>
          <a:xfrm>
            <a:off x="13235940" y="125958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SYNCHRONIZATION BEHAVIOUR</a:t>
            </a:r>
          </a:p>
        </p:txBody>
      </p:sp>
      <p:sp>
        <p:nvSpPr>
          <p:cNvPr id="17" name="sync()" descr="Supplemental synchronizer detail from repository docs and headers"/>
          <p:cNvSpPr/>
          <p:nvPr/>
        </p:nvSpPr>
        <p:spPr>
          <a:xfrm>
            <a:off x="132359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sync()</a:t>
            </a:r>
          </a:p>
        </p:txBody>
      </p:sp>
      <p:sp>
        <p:nvSpPr>
          <p:cNvPr id="18" name="sync_aligned()" descr="Supplemental synchronizer detail from repository docs and headers"/>
          <p:cNvSpPr/>
          <p:nvPr/>
        </p:nvSpPr>
        <p:spPr>
          <a:xfrm>
            <a:off x="240944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sync_aligned()</a:t>
            </a:r>
          </a:p>
        </p:txBody>
      </p:sp>
      <p:sp>
        <p:nvSpPr>
          <p:cNvPr id="19" name="Synchronization table header rule"/>
          <p:cNvSpPr/>
          <p:nvPr/>
        </p:nvSpPr>
        <p:spPr>
          <a:xfrm>
            <a:off x="13235940" y="144018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0" name="barrier.arrive_and_wait()" descr="Supplemental synchronizer detail from repository docs and headers"/>
          <p:cNvSpPr/>
          <p:nvPr/>
        </p:nvSpPr>
        <p:spPr>
          <a:xfrm>
            <a:off x="132359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barrier.arrive_and_wait()</a:t>
            </a:r>
          </a:p>
        </p:txBody>
      </p:sp>
      <p:sp>
        <p:nvSpPr>
          <p:cNvPr id="21" name="barrier.arrive_and_wait()" descr="Supplemental synchronizer detail from repository docs and headers"/>
          <p:cNvSpPr/>
          <p:nvPr/>
        </p:nvSpPr>
        <p:spPr>
          <a:xfrm>
            <a:off x="240944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barrier.arrive_and_wait()</a:t>
            </a:r>
          </a:p>
        </p:txBody>
      </p:sp>
      <p:sp>
        <p:nvSpPr>
          <p:cNvPr id="22" name="Synchronization table bottom rule"/>
          <p:cNvSpPr/>
          <p:nvPr/>
        </p:nvSpPr>
        <p:spPr>
          <a:xfrm>
            <a:off x="13235940" y="1639062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3" name="Pass uninitialized barriers; one is assigned to each subgroup.&#10;Th" descr="Supplemental synchronizer detail from repository docs and headers"/>
          <p:cNvSpPr/>
          <p:nvPr/>
        </p:nvSpPr>
        <p:spPr>
          <a:xfrm>
            <a:off x="13235940" y="16893540"/>
            <a:ext cx="212598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  <a:buNone/>
              <a:spcBef>
                <a:spcPts val="0"/>
              </a:spcBef>
              <a:spcAft>
                <a:spcPts val="0"/>
              </a:spcAft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Pass uninitialized barriers; one is assigned to each subgroup.</a:t>
            </a:r>
          </a:p>
          <a:p>
            <a:pPr algn="l">
              <a:lnSpc>
                <a:spcPts val="3960"/>
              </a:lnSpc>
              <a:buNone/>
              <a:spcBef>
                <a:spcPts val="0"/>
              </a:spcBef>
              <a:spcAft>
                <a:spcPts val="0"/>
              </a:spcAft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The barrier scope must cover the group’s upper boundary.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>
  <p:cSld name="Optional participation — What we had previously — Scenari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d previously · Scenario 1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had previously · Scenario 1</a:t>
            </a:r>
          </a:p>
        </p:txBody>
      </p:sp>
      <p:sp>
        <p:nvSpPr>
          <p:cNvPr id="4" name="3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35</a:t>
            </a:r>
          </a:p>
        </p:txBody>
      </p:sp>
      <p:sp>
        <p:nvSpPr>
          <p:cNvPr id="5" name="Exhaustivity is a property of the mapping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Exhaustivity is a property of the mapping.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5671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__device__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 to check if the thread is part of the current group.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assert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is_part_of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...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what_we_had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is forced to be always exhaustive, 32 / 3 has remainder, thus assertion triggers.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3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never reached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>
  <p:cSld name="Optional participation — What we had previously — Scenari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d previously · Scenario 2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had previously · Scenario 2</a:t>
            </a:r>
          </a:p>
        </p:txBody>
      </p:sp>
      <p:sp>
        <p:nvSpPr>
          <p:cNvPr id="4" name="3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36</a:t>
            </a:r>
          </a:p>
        </p:txBody>
      </p:sp>
      <p:sp>
        <p:nvSpPr>
          <p:cNvPr id="5" name="Exhaustivity is a property of the mapping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Exhaustivity is a property of the mapping.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5671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__device__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 to check if the thread is part of the current group.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assert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is_part_of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...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what_we_had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non-exhaustive, 32 / 3 has remainder, 2 threads get invalid g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non_exhaustive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3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triggers assertion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>
  <p:cSld name="Optional participation — What we had previously — Scenari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d previously · Scenario 3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had previously · Scenario 3</a:t>
            </a:r>
          </a:p>
        </p:txBody>
      </p:sp>
      <p:sp>
        <p:nvSpPr>
          <p:cNvPr id="4" name="3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37</a:t>
            </a:r>
          </a:p>
        </p:txBody>
      </p:sp>
      <p:sp>
        <p:nvSpPr>
          <p:cNvPr id="5" name="Exhaustivity is a property of the mapping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Exhaustivity is a property of the mapping.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5671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__device__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 to check if the thread is part of the current group.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assert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is_part_of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...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what_we_had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non-exhaustive, 32 / 3 has remainder, 2 threads get invalid g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non_exhaustive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3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ok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if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is_part_of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>
  <p:cSld name="Optional participation — What we had previously — 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d previously · Conclusion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had previously · Conclusion</a:t>
            </a:r>
          </a:p>
        </p:txBody>
      </p:sp>
      <p:sp>
        <p:nvSpPr>
          <p:cNvPr id="4" name="38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38</a:t>
            </a:r>
          </a:p>
        </p:txBody>
      </p:sp>
      <p:sp>
        <p:nvSpPr>
          <p:cNvPr id="5" name="Exhaustivity is a property of the mapping."/>
          <p:cNvSpPr/>
          <p:nvPr/>
        </p:nvSpPr>
        <p:spPr>
          <a:xfrm>
            <a:off x="1874520" y="4983480"/>
            <a:ext cx="323469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Exhaustivity is a property of the mapping.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7840980"/>
            <a:ext cx="15887700" cy="75438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784098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Repeated checks"/>
          <p:cNvSpPr/>
          <p:nvPr/>
        </p:nvSpPr>
        <p:spPr>
          <a:xfrm>
            <a:off x="2514600" y="8663940"/>
            <a:ext cx="14516100" cy="13487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Repeated checks</a:t>
            </a:r>
          </a:p>
        </p:txBody>
      </p:sp>
      <p:sp>
        <p:nvSpPr>
          <p:cNvPr id="9" name="You need to constantly check whether a group is valid"/>
          <p:cNvSpPr/>
          <p:nvPr/>
        </p:nvSpPr>
        <p:spPr>
          <a:xfrm>
            <a:off x="2514600" y="10904220"/>
            <a:ext cx="14516100" cy="36576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You need to constantly check whether a group is valid</a:t>
            </a:r>
          </a:p>
        </p:txBody>
      </p:sp>
      <p:sp>
        <p:nvSpPr>
          <p:cNvPr id="10" name="Shape"/>
          <p:cNvSpPr/>
          <p:nvPr/>
        </p:nvSpPr>
        <p:spPr>
          <a:xfrm>
            <a:off x="18859500" y="7840980"/>
            <a:ext cx="15887700" cy="75438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8859500" y="784098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Invalid objects"/>
          <p:cNvSpPr/>
          <p:nvPr/>
        </p:nvSpPr>
        <p:spPr>
          <a:xfrm>
            <a:off x="19545300" y="8663940"/>
            <a:ext cx="14516100" cy="13487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Invalid objects</a:t>
            </a:r>
          </a:p>
        </p:txBody>
      </p:sp>
      <p:sp>
        <p:nvSpPr>
          <p:cNvPr id="13" name="It's easy to make a mistake, because you are left with an invalid"/>
          <p:cNvSpPr/>
          <p:nvPr/>
        </p:nvSpPr>
        <p:spPr>
          <a:xfrm>
            <a:off x="19545300" y="10904220"/>
            <a:ext cx="14516100" cy="36576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It's easy to make a mistake, because you are left with an invalid object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>
  <p:cSld name="Optional participation — What we have now — Factory AP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ve now · Factory API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have now · Factory API</a:t>
            </a:r>
          </a:p>
        </p:txBody>
      </p:sp>
      <p:sp>
        <p:nvSpPr>
          <p:cNvPr id="4" name="3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39</a:t>
            </a:r>
          </a:p>
        </p:txBody>
      </p:sp>
      <p:sp>
        <p:nvSpPr>
          <p:cNvPr id="5" name="Exhaustivity is a construction parameter."/>
          <p:cNvSpPr/>
          <p:nvPr/>
        </p:nvSpPr>
        <p:spPr>
          <a:xfrm>
            <a:off x="1874520" y="4869180"/>
            <a:ext cx="323469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Exhaustivity is a construction parameter.</a:t>
            </a:r>
          </a:p>
        </p:txBody>
      </p:sp>
      <p:sp>
        <p:nvSpPr>
          <p:cNvPr id="6" name=".. but for that we need a factory function, that returns `cuda::s"/>
          <p:cNvSpPr/>
          <p:nvPr/>
        </p:nvSpPr>
        <p:spPr>
          <a:xfrm>
            <a:off x="2560320" y="6240780"/>
            <a:ext cx="3166110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320" b="0" i="1">
                <a:solidFill>
                  <a:schemeClr val="accent6"/>
                </a:solidFill>
                <a:latin typeface="NVIDIA Sans"/>
              </a:rPr>
              <a:t xml:space="preserve">... but for that we need a factory function, that returns </a:t>
            </a:r>
            <a:r>
              <a:rPr lang="en-US" sz="4320" b="0" i="1">
                <a:solidFill>
                  <a:schemeClr val="accent6"/>
                </a:solidFill>
                <a:latin typeface="DejaVu Sans Mono"/>
              </a:rPr>
              <a:t xml:space="preserve">cuda::std::optional</a:t>
            </a:r>
            <a:r>
              <a:rPr lang="en-US" sz="4320" b="0" i="1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Shape"/>
          <p:cNvSpPr/>
          <p:nvPr/>
        </p:nvSpPr>
        <p:spPr>
          <a:xfrm>
            <a:off x="1828800" y="8343900"/>
            <a:ext cx="21945600" cy="70866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8" name="Verbatim C++ snippet" descr="Verbatim fenced C++ snippet from slides.md"/>
          <p:cNvSpPr/>
          <p:nvPr/>
        </p:nvSpPr>
        <p:spPr>
          <a:xfrm>
            <a:off x="2286000" y="8846820"/>
            <a:ext cx="21031200" cy="60807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template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template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GroupTempl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nodiscard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__device__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make_group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args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noexcept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/*GroupTempl-instantiated-with-args*/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(1)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template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template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GroupTempl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nodiscard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__device__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make_group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non_exhaustive_t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args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noexcept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optional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/*GroupTempl-instantiated-with-args*/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9" name="1"/>
          <p:cNvSpPr/>
          <p:nvPr/>
        </p:nvSpPr>
        <p:spPr>
          <a:xfrm>
            <a:off x="24688800" y="87325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10" name="Equivalent to `GroupTempl{args...}`."/>
          <p:cNvSpPr/>
          <p:nvPr/>
        </p:nvSpPr>
        <p:spPr>
          <a:xfrm>
            <a:off x="25808940" y="8732520"/>
            <a:ext cx="8938260" cy="2903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Equivalent to </a:t>
            </a:r>
            <a:r>
              <a:rPr lang="en-US" sz="4140" b="0">
                <a:solidFill>
                  <a:schemeClr val="dk1"/>
                </a:solidFill>
                <a:latin typeface="DejaVu Sans Mono"/>
              </a:rPr>
              <a:t xml:space="preserve">GroupTempl{args...}</a:t>
            </a: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.</a:t>
            </a:r>
          </a:p>
        </p:txBody>
      </p:sp>
      <p:sp>
        <p:nvSpPr>
          <p:cNvPr id="11" name="2"/>
          <p:cNvSpPr/>
          <p:nvPr/>
        </p:nvSpPr>
        <p:spPr>
          <a:xfrm>
            <a:off x="24688800" y="118186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2" name="Does non-exhaustive mapping and optionally returns the initialize"/>
          <p:cNvSpPr/>
          <p:nvPr/>
        </p:nvSpPr>
        <p:spPr>
          <a:xfrm>
            <a:off x="25808940" y="11818620"/>
            <a:ext cx="8938260" cy="2903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Does non-exhaustive mapping and optionally returns the initialized group.</a:t>
            </a:r>
          </a:p>
        </p:txBody>
      </p:sp>
      <p:sp>
        <p:nvSpPr>
          <p:cNvPr id="13" name="Shape"/>
          <p:cNvSpPr/>
          <p:nvPr/>
        </p:nvSpPr>
        <p:spPr>
          <a:xfrm>
            <a:off x="1828800" y="16642080"/>
            <a:ext cx="3291840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" name="As a consequence, a group object is never invalid."/>
          <p:cNvSpPr/>
          <p:nvPr/>
        </p:nvSpPr>
        <p:spPr>
          <a:xfrm>
            <a:off x="1874520" y="17487900"/>
            <a:ext cx="32346900" cy="11658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As a consequence, a group object is never invalid.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>
  <p:cSld name="Optional participation — What we have now — Scenario 1 works the same as befo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ve now · Scenario 1 works the same as before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have now · Scenario 1 works the same as before</a:t>
            </a:r>
          </a:p>
        </p:txBody>
      </p:sp>
      <p:sp>
        <p:nvSpPr>
          <p:cNvPr id="4" name="4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40</a:t>
            </a:r>
          </a:p>
        </p:txBody>
      </p:sp>
      <p:sp>
        <p:nvSpPr>
          <p:cNvPr id="5" name="Scenario 1 works the same as before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Scenario 1 works the same as before.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5671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__device__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needn't to check for the group because it's always valid.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what_we_have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is forced to be always exhaustive, 32 / 3 has remainder, thus assertion triggers.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3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never reached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>
  <p:cSld name="Optional participation — What we have now — Scenario 2 · Unchecked optio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ve now · Scenario 2 · Unchecked optional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have now · Scenario 2 · Unchecked optional</a:t>
            </a:r>
          </a:p>
        </p:txBody>
      </p:sp>
      <p:sp>
        <p:nvSpPr>
          <p:cNvPr id="4" name="4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41</a:t>
            </a:r>
          </a:p>
        </p:txBody>
      </p:sp>
      <p:sp>
        <p:nvSpPr>
          <p:cNvPr id="5" name="An empty optional is dereferenced before checking participation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An empty optional is dereferenced before checking participation.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5671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__device__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needn't to check for the group because it's always valid.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what_we_have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can be non-exhaustive, 32 / 3 has remainder, 2 threads get empty g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make_group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non_exhaustive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3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non_exhaustive tag can be removed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triggers assertion inside optional::operator*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>
  <p:cSld name="Optional participation — What we have now — Scenario 3 · Checked optio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ve now · Scenario 3 · Checked optional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have now · Scenario 3 · Checked optional</a:t>
            </a:r>
          </a:p>
        </p:txBody>
      </p:sp>
      <p:sp>
        <p:nvSpPr>
          <p:cNvPr id="4" name="4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42</a:t>
            </a:r>
          </a:p>
        </p:txBody>
      </p:sp>
      <p:sp>
        <p:nvSpPr>
          <p:cNvPr id="5" name="Check the optional before calling the cooperative algorithm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Check the optional before calling the cooperative algorithm.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5671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__device__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needn't to check for the group because it's always valid.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what_we_have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can be non-exhaustive, 32 / 3 has remainder, 2 threads get empty g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make_group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non_exhaustive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3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non_exhaustive tag can be removed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ok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if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>
  <p:cSld name="Interoperability with CTK’s Cooperative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Consistent table shading"/>
          <p:cNvSpPr/>
          <p:nvPr/>
        </p:nvSpPr>
        <p:spPr>
          <a:xfrm>
            <a:off x="1828800" y="13510260"/>
            <a:ext cx="32918400" cy="102870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35" name="Consistent table shading"/>
          <p:cNvSpPr/>
          <p:nvPr/>
        </p:nvSpPr>
        <p:spPr>
          <a:xfrm>
            <a:off x="1828800" y="11452860"/>
            <a:ext cx="32918400" cy="102870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34" name="Consistent table shading"/>
          <p:cNvSpPr/>
          <p:nvPr/>
        </p:nvSpPr>
        <p:spPr>
          <a:xfrm>
            <a:off x="1828800" y="9395460"/>
            <a:ext cx="32918400" cy="102870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33" name="Consistent table shading"/>
          <p:cNvSpPr/>
          <p:nvPr/>
        </p:nvSpPr>
        <p:spPr>
          <a:xfrm>
            <a:off x="1828800" y="7338060"/>
            <a:ext cx="32918400" cy="102870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32" name="Consistent table shading"/>
          <p:cNvSpPr/>
          <p:nvPr/>
        </p:nvSpPr>
        <p:spPr>
          <a:xfrm>
            <a:off x="1828800" y="6240780"/>
            <a:ext cx="32918400" cy="10287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" name="Interoperability with CTK’s Cooperative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Interoperability with CTK’s Cooperative Groups</a:t>
            </a:r>
          </a:p>
        </p:txBody>
      </p:sp>
      <p:sp>
        <p:nvSpPr>
          <p:cNvPr id="3" name="Equivalent groups through the factory API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Equivalent groups through the factory API</a:t>
            </a:r>
          </a:p>
        </p:txBody>
      </p:sp>
      <p:sp>
        <p:nvSpPr>
          <p:cNvPr id="4" name="4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43</a:t>
            </a:r>
          </a:p>
        </p:txBody>
      </p:sp>
      <p:sp>
        <p:nvSpPr>
          <p:cNvPr id="5" name="Every CTK's Cooperative Groups group has a CCCL equivalent."/>
          <p:cNvSpPr/>
          <p:nvPr/>
        </p:nvSpPr>
        <p:spPr>
          <a:xfrm>
            <a:off x="1874520" y="4892040"/>
            <a:ext cx="32346900" cy="10058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Every CTK's Cooperative Groups group has a CCCL equivalent.</a:t>
            </a:r>
          </a:p>
        </p:txBody>
      </p:sp>
      <p:sp>
        <p:nvSpPr>
          <p:cNvPr id="6" name="CTK Cooperative Groups"/>
          <p:cNvSpPr/>
          <p:nvPr/>
        </p:nvSpPr>
        <p:spPr>
          <a:xfrm>
            <a:off x="2286000" y="6446520"/>
            <a:ext cx="144018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1">
                <a:solidFill>
                  <a:schemeClr val="dk1"/>
                </a:solidFill>
                <a:latin typeface="NVIDIA Sans Medium"/>
              </a:rPr>
              <a:t xml:space="preserve">CTK Cooperative Groups</a:t>
            </a:r>
          </a:p>
        </p:txBody>
      </p:sp>
      <p:sp>
        <p:nvSpPr>
          <p:cNvPr id="7" name="CCCL Cooperative Groups"/>
          <p:cNvSpPr/>
          <p:nvPr/>
        </p:nvSpPr>
        <p:spPr>
          <a:xfrm>
            <a:off x="17716500" y="6446520"/>
            <a:ext cx="165735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8" name="Shape"/>
          <p:cNvSpPr/>
          <p:nvPr/>
        </p:nvSpPr>
        <p:spPr>
          <a:xfrm>
            <a:off x="1828800" y="73380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9" name="thread_block" descr="Supplemental interoperability detail from repository make_group.cuh"/>
          <p:cNvSpPr/>
          <p:nvPr/>
        </p:nvSpPr>
        <p:spPr>
          <a:xfrm>
            <a:off x="2286000" y="75666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thread_block</a:t>
            </a:r>
          </a:p>
        </p:txBody>
      </p:sp>
      <p:sp>
        <p:nvSpPr>
          <p:cNvPr id="10" name="this_block" descr="Supplemental interoperability detail from repository make_group.cuh"/>
          <p:cNvSpPr/>
          <p:nvPr/>
        </p:nvSpPr>
        <p:spPr>
          <a:xfrm>
            <a:off x="17716500" y="75666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this_block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83667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cluster_group" descr="Supplemental interoperability detail from repository make_group.cuh"/>
          <p:cNvSpPr/>
          <p:nvPr/>
        </p:nvSpPr>
        <p:spPr>
          <a:xfrm>
            <a:off x="2286000" y="85953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cluster_group</a:t>
            </a:r>
          </a:p>
        </p:txBody>
      </p:sp>
      <p:sp>
        <p:nvSpPr>
          <p:cNvPr id="13" name="this_cluster" descr="Supplemental interoperability detail from repository make_group.cuh"/>
          <p:cNvSpPr/>
          <p:nvPr/>
        </p:nvSpPr>
        <p:spPr>
          <a:xfrm>
            <a:off x="17716500" y="85953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this_cluster</a:t>
            </a:r>
          </a:p>
        </p:txBody>
      </p:sp>
      <p:sp>
        <p:nvSpPr>
          <p:cNvPr id="14" name="Shape"/>
          <p:cNvSpPr/>
          <p:nvPr/>
        </p:nvSpPr>
        <p:spPr>
          <a:xfrm>
            <a:off x="1828800" y="93954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5" name="grid_group" descr="Supplemental interoperability detail from repository make_group.cuh"/>
          <p:cNvSpPr/>
          <p:nvPr/>
        </p:nvSpPr>
        <p:spPr>
          <a:xfrm>
            <a:off x="2286000" y="96240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grid_group</a:t>
            </a:r>
          </a:p>
        </p:txBody>
      </p:sp>
      <p:sp>
        <p:nvSpPr>
          <p:cNvPr id="16" name="this_grid" descr="Supplemental interoperability detail from repository make_group.cuh"/>
          <p:cNvSpPr/>
          <p:nvPr/>
        </p:nvSpPr>
        <p:spPr>
          <a:xfrm>
            <a:off x="17716500" y="96240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this_grid</a:t>
            </a:r>
          </a:p>
        </p:txBody>
      </p:sp>
      <p:sp>
        <p:nvSpPr>
          <p:cNvPr id="17" name="Shape"/>
          <p:cNvSpPr/>
          <p:nvPr/>
        </p:nvSpPr>
        <p:spPr>
          <a:xfrm>
            <a:off x="1828800" y="104241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8" name="thread_block_tile&lt;1&gt; (standalone)" descr="Supplemental interoperability detail from repository make_group.cuh"/>
          <p:cNvSpPr/>
          <p:nvPr/>
        </p:nvSpPr>
        <p:spPr>
          <a:xfrm>
            <a:off x="2286000" y="106527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thread_block_tile&lt;1&gt; (standalone)</a:t>
            </a:r>
          </a:p>
        </p:txBody>
      </p:sp>
      <p:sp>
        <p:nvSpPr>
          <p:cNvPr id="19" name="this_thread" descr="Supplemental interoperability detail from repository make_group.cuh"/>
          <p:cNvSpPr/>
          <p:nvPr/>
        </p:nvSpPr>
        <p:spPr>
          <a:xfrm>
            <a:off x="17716500" y="106527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this_thread</a:t>
            </a:r>
          </a:p>
        </p:txBody>
      </p:sp>
      <p:sp>
        <p:nvSpPr>
          <p:cNvPr id="20" name="Shape"/>
          <p:cNvSpPr/>
          <p:nvPr/>
        </p:nvSpPr>
        <p:spPr>
          <a:xfrm>
            <a:off x="1828800" y="114528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1" name="thread_block_tile&lt;32&gt; (block parent)" descr="Supplemental interoperability detail from repository make_group.cuh"/>
          <p:cNvSpPr/>
          <p:nvPr/>
        </p:nvSpPr>
        <p:spPr>
          <a:xfrm>
            <a:off x="2286000" y="116814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thread_block_tile&lt;32&gt; (block parent)</a:t>
            </a:r>
          </a:p>
        </p:txBody>
      </p:sp>
      <p:sp>
        <p:nvSpPr>
          <p:cNvPr id="22" name="this_warp" descr="Supplemental interoperability detail from repository make_group.cuh"/>
          <p:cNvSpPr/>
          <p:nvPr/>
        </p:nvSpPr>
        <p:spPr>
          <a:xfrm>
            <a:off x="17716500" y="116814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this_warp</a:t>
            </a:r>
          </a:p>
        </p:txBody>
      </p:sp>
      <p:sp>
        <p:nvSpPr>
          <p:cNvPr id="23" name="Shape"/>
          <p:cNvSpPr/>
          <p:nvPr/>
        </p:nvSpPr>
        <p:spPr>
          <a:xfrm>
            <a:off x="1828800" y="124815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4" name="thread_block_tile&lt;Size&gt;, Size &lt; 32" descr="Supplemental interoperability detail from repository make_group.cuh"/>
          <p:cNvSpPr/>
          <p:nvPr/>
        </p:nvSpPr>
        <p:spPr>
          <a:xfrm>
            <a:off x="2286000" y="127101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thread_block_tile&lt;Size&gt;, Size &lt; 32</a:t>
            </a:r>
          </a:p>
        </p:txBody>
      </p:sp>
      <p:sp>
        <p:nvSpPr>
          <p:cNvPr id="25" name="generic_group + group_by&lt;Size&gt; + lane_synchronizer" descr="Supplemental interoperability detail from repository make_group.cuh"/>
          <p:cNvSpPr/>
          <p:nvPr/>
        </p:nvSpPr>
        <p:spPr>
          <a:xfrm>
            <a:off x="17716500" y="127101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generic_group + group_by&lt;Size&gt; + lane_synchronizer</a:t>
            </a:r>
          </a:p>
        </p:txBody>
      </p:sp>
      <p:sp>
        <p:nvSpPr>
          <p:cNvPr id="26" name="Shape"/>
          <p:cNvSpPr/>
          <p:nvPr/>
        </p:nvSpPr>
        <p:spPr>
          <a:xfrm>
            <a:off x="1828800" y="135102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7" name="coalesced_group" descr="Supplemental interoperability detail from repository make_group.cuh"/>
          <p:cNvSpPr/>
          <p:nvPr/>
        </p:nvSpPr>
        <p:spPr>
          <a:xfrm>
            <a:off x="2286000" y="137388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coalesced_group</a:t>
            </a:r>
          </a:p>
        </p:txBody>
      </p:sp>
      <p:sp>
        <p:nvSpPr>
          <p:cNvPr id="28" name="coalesced_group (untiled)" descr="Supplemental interoperability detail from repository make_group.cuh"/>
          <p:cNvSpPr/>
          <p:nvPr/>
        </p:nvSpPr>
        <p:spPr>
          <a:xfrm>
            <a:off x="17716500" y="137388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coalesced_group (untiled)</a:t>
            </a:r>
          </a:p>
        </p:txBody>
      </p:sp>
      <p:sp>
        <p:nvSpPr>
          <p:cNvPr id="29" name="We can just extend the `make_group` factory function:"/>
          <p:cNvSpPr/>
          <p:nvPr/>
        </p:nvSpPr>
        <p:spPr>
          <a:xfrm>
            <a:off x="1874520" y="15293340"/>
            <a:ext cx="323469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We can just extend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make_group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factory function:</a:t>
            </a:r>
          </a:p>
        </p:txBody>
      </p:sp>
      <p:sp>
        <p:nvSpPr>
          <p:cNvPr id="30" name="Shape"/>
          <p:cNvSpPr/>
          <p:nvPr/>
        </p:nvSpPr>
        <p:spPr>
          <a:xfrm>
            <a:off x="1828800" y="16344900"/>
            <a:ext cx="32918400" cy="173736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31" name="Verbatim C++ snippet" descr="Verbatim fenced C++ snippet from slides.md"/>
          <p:cNvSpPr/>
          <p:nvPr/>
        </p:nvSpPr>
        <p:spPr>
          <a:xfrm>
            <a:off x="2331720" y="16459200"/>
            <a:ext cx="31912560" cy="1600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nodiscard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__device__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make_group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cg_group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hierarchy_like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noexcept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>
  <p:cSld name="Thank you for your atten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 you&#10;for your attention"/>
          <p:cNvSpPr/>
          <p:nvPr/>
        </p:nvSpPr>
        <p:spPr>
          <a:xfrm>
            <a:off x="18059400" y="2537460"/>
            <a:ext cx="16687800" cy="5257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Thank you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for your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VIDIA26_Corp Template_LIGHT_v2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0" rIns="0" rtlCol="0" anchor="ctr"/>
      <a:lstStyle>
        <a:defPPr algn="ctr">
          <a:defRPr sz="32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  <a:headEnd w="lg" len="lg"/>
          <a:tailEnd type="triangle" w="lg" len="lg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90000"/>
          </a:lnSpc>
          <a:spcBef>
            <a:spcPts val="800"/>
          </a:spcBef>
          <a:spcAft>
            <a:spcPts val="800"/>
          </a:spcAft>
          <a:defRPr sz="4400" kern="1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NVIDIA_PPT_Light_External_v2.potx" id="{89D8623C-2635-485F-9CA6-5E5546024BA4}" vid="{EC5B26FE-8EF1-484B-8617-0D0B03B15F25}"/>
    </a:ext>
  </a:extLst>
</a:theme>
</file>

<file path=ppt/theme/theme2.xml><?xml version="1.0" encoding="utf-8"?>
<a:theme xmlns:a="http://schemas.openxmlformats.org/drawingml/2006/main" name="Office Theme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145EAE5F8329F47B840B6DEBAC2F43F" ma:contentTypeVersion="16" ma:contentTypeDescription="Create a new document." ma:contentTypeScope="" ma:versionID="d0eb01b3a3b2e78648b34a47f5027867">
  <xsd:schema xmlns:xsd="http://www.w3.org/2001/XMLSchema" xmlns:xs="http://www.w3.org/2001/XMLSchema" xmlns:p="http://schemas.microsoft.com/office/2006/metadata/properties" xmlns:ns1="http://schemas.microsoft.com/sharepoint/v3" xmlns:ns2="2a5b1eea-32a8-4673-8d38-de3226caeee3" xmlns:ns3="f65afe6d-7162-4df4-ae98-80745cab72d4" targetNamespace="http://schemas.microsoft.com/office/2006/metadata/properties" ma:root="true" ma:fieldsID="6c0263366e19895bf8b6afa923e0fde5" ns1:_="" ns2:_="" ns3:_="">
    <xsd:import namespace="http://schemas.microsoft.com/sharepoint/v3"/>
    <xsd:import namespace="2a5b1eea-32a8-4673-8d38-de3226caeee3"/>
    <xsd:import namespace="f65afe6d-7162-4df4-ae98-80745cab72d4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5b1eea-32a8-4673-8d38-de3226caeee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804b2a00-2846-4002-b30b-85ebaf4c019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5afe6d-7162-4df4-ae98-80745cab72d4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a9d4e2c1-4547-4ca0-9568-b573cd0c84c4}" ma:internalName="TaxCatchAll" ma:showField="CatchAllData" ma:web="f65afe6d-7162-4df4-ae98-80745cab72d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65afe6d-7162-4df4-ae98-80745cab72d4" xsi:nil="true"/>
    <PublishingExpirationDate xmlns="http://schemas.microsoft.com/sharepoint/v3" xsi:nil="true"/>
    <PublishingStartDate xmlns="http://schemas.microsoft.com/sharepoint/v3" xsi:nil="true"/>
    <lcf76f155ced4ddcb4097134ff3c332f xmlns="2a5b1eea-32a8-4673-8d38-de3226caeee3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823F8982-1087-4E80-8BE6-2AA18FE0DD8A}"/>
</file>

<file path=customXml/itemProps2.xml><?xml version="1.0" encoding="utf-8"?>
<ds:datastoreItem xmlns:ds="http://schemas.openxmlformats.org/officeDocument/2006/customXml" ds:itemID="{236BE7EB-3103-4BD6-89FC-147281D24011}"/>
</file>

<file path=customXml/itemProps3.xml><?xml version="1.0" encoding="utf-8"?>
<ds:datastoreItem xmlns:ds="http://schemas.openxmlformats.org/officeDocument/2006/customXml" ds:itemID="{24018C0D-B231-48D3-BF16-B7FF90AABA23}"/>
</file>

<file path=docMetadata/LabelInfo.xml><?xml version="1.0" encoding="utf-8"?>
<clbl:labelList xmlns:clbl="http://schemas.microsoft.com/office/2020/mipLabelMetadata">
  <clbl:label id="{43083d15-7273-40c1-b7db-39efd9ccc17a}" enabled="0" method="" siteId="{43083d15-7273-40c1-b7db-39efd9ccc17a}" removed="1"/>
</clbl:labelList>
</file>

<file path=docProps/app.xml><?xml version="1.0" encoding="utf-8"?>
<ns0:Properties xmlns:ns0="http://schemas.openxmlformats.org/officeDocument/2006/extended-properties">
  <ns0:Template/>
  <ns0:TotalTime>62</ns0:TotalTime>
  <ns0:Words>1883</ns0:Words>
  <ns0:Application>Microsoft Office PowerPoint</ns0:Application>
  <ns0:PresentationFormat>Custom</ns0:PresentationFormat>
  <ns0:Paragraphs>441</ns0:Paragraphs>
  <ns0:Slides>44</ns0:Slides>
  <ns0:Notes>6</ns0:Notes>
  <ns0:HiddenSlides>0</ns0:HiddenSlides>
  <ns0:MMClips>0</ns0:MMClips>
  <ns0:ScaleCrop>false</ns0:ScaleCrop>
  <ns0:Manager/>
  <ns0:Company/>
  <ns0:LinksUpToDate>false</ns0:LinksUpToDate>
  <ns0:SharedDoc>false</ns0:SharedDoc>
  <ns0:HyperlinkBase/>
  <ns0:HyperlinksChanged>false</ns0:HyperlinksChanged>
  <ns0:AppVersion>16.0000</ns0:AppVersion>
</ns0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CCCL Cooperative</dc:title>
  <dc:subject>Cooperative Groups and Cooperative Algorithms roadmap</dc:subject>
  <dc:creator>Ashley Piersons</dc:creator>
  <ns0:keywords/>
  <dc:description/>
  <ns0:lastModifiedBy>Ashley Piersons</ns0:lastModifiedBy>
  <ns0:revision>2</ns0:revision>
  <ns2:created xsi:type="dcterms:W3CDTF">2026-06-05T16:33:41Z</ns2:created>
  <ns2:modified xsi:type="dcterms:W3CDTF">2026-06-05T17:36:22Z</ns2:modified>
  <ns0:category/>
  <ns0:contentStatus/>
</ns0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0x010100A145EAE5F8329F47B840B6DEBAC2F43F</vt:lpwstr>
  </property>
</Properties>
</file>