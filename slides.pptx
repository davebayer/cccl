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y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Why?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Two complementary pieces for cooperative problem solving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reduce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Initial reduce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any_of, all_of, shuffle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Initial any_of, all_of, shuffle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Group Definition · Arbitrary thread selection · two blocks per panel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Group Definition · Selecting the first and third warps · two blocks per panel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9" name="const auto thread_rank =&#10;    (threadIdx.z * blockDim.y + threadId"/>
          <p:cNvSpPr/>
          <p:nvPr/>
        </p:nvSpPr>
        <p:spPr>
          <a:xfrm>
            <a:off x="24688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4" name="const auto thread_rank =&#10;    (threadIdx.z * blockDim.y + threadId"/>
          <p:cNvSpPr/>
          <p:nvPr/>
        </p:nvSpPr>
        <p:spPr>
          <a:xfrm>
            <a:off x="194995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5" name="General 3D rank expression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9" name="const auto thread_rank =&#10;    (threadIdx.z * blockDim.y + threadId"/>
          <p:cNvSpPr/>
          <p:nvPr/>
        </p:nvSpPr>
        <p:spPr>
          <a:xfrm>
            <a:off x="24688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(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.z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.y)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    *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blockDim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 +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4" name="const auto thread_rank =&#10;    threadIdx.x;"/>
          <p:cNvSpPr/>
          <p:nvPr/>
        </p:nvSpPr>
        <p:spPr>
          <a:xfrm>
            <a:off x="19499580" y="9989820"/>
            <a:ext cx="14607540" cy="4343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const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</a:t>
            </a:r>
            <a:r>
              <a:rPr lang="en-US" sz="4140" b="0">
                <a:solidFill>
                  <a:schemeClr val="accent1">
                    <a:shade val="65000"/>
                  </a:schemeClr>
                </a:solidFill>
                <a:latin typeface="Roboto Mono"/>
              </a:rPr>
              <a:t xml:space="preserve">auto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thread_rank =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    </a:t>
            </a:r>
            <a:r>
              <a:rPr lang="en-US" sz="4140" b="0">
                <a:solidFill>
                  <a:schemeClr val="accent3"/>
                </a:solidFill>
                <a:latin typeface="Roboto Mono"/>
              </a:rPr>
              <a:t xml:space="preserve">threadIdx</a:t>
            </a:r>
            <a:r>
              <a:rPr lang="en-US" sz="4140" b="0">
                <a:solidFill>
                  <a:schemeClr val="dk1"/>
                </a:solidFill>
                <a:latin typeface="Roboto Mono"/>
              </a:rPr>
              <a:t xml:space="preserve">.x;</a:t>
            </a:r>
          </a:p>
        </p:txBody>
      </p:sp>
      <p:sp>
        <p:nvSpPr>
          <p:cNvPr id="15" name="Rank is the x coordinate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Rank is the x coordinate</a:t>
            </a: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queries · The same thread ran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Group queries · The same thread rank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10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in the block</a:t>
            </a:r>
          </a:p>
        </p:txBody>
      </p:sp>
      <p:sp>
        <p:nvSpPr>
          <p:cNvPr id="290" name="Both APIs report thread rank 75 within this block-wide group.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Both APIs report thread rank 75 within this block-wide group.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Group queries · The first and third warps form the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Group queries · The first and third warps form the group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11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>1</a:t>
            </a:r>
          </a:p>
        </p:txBody>
      </p:sp>
      <p:sp>
        <p:nvSpPr>
          <p:cNvPr id="293" name="Thread rank 43 = 32 threads in warp 0 + 11 earlier threads in war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Thread rank 43 = 32 threads in warp 0 + 11 earlier threads in warp 2.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>32 threads → 6 groups × 5 threads + 2 threads without a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13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